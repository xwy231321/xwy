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1"/>
  </p:sldMasterIdLst>
  <p:notesMasterIdLst>
    <p:notesMasterId r:id="rId46"/>
  </p:notesMasterIdLst>
  <p:handoutMasterIdLst>
    <p:handoutMasterId r:id="rId47"/>
  </p:handoutMasterIdLst>
  <p:sldIdLst>
    <p:sldId id="372" r:id="rId2"/>
    <p:sldId id="263" r:id="rId3"/>
    <p:sldId id="264" r:id="rId4"/>
    <p:sldId id="262" r:id="rId5"/>
    <p:sldId id="270" r:id="rId6"/>
    <p:sldId id="271" r:id="rId7"/>
    <p:sldId id="272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340" r:id="rId18"/>
    <p:sldId id="341" r:id="rId19"/>
    <p:sldId id="375" r:id="rId20"/>
    <p:sldId id="376" r:id="rId21"/>
    <p:sldId id="377" r:id="rId22"/>
    <p:sldId id="379" r:id="rId23"/>
    <p:sldId id="380" r:id="rId24"/>
    <p:sldId id="381" r:id="rId25"/>
    <p:sldId id="382" r:id="rId26"/>
    <p:sldId id="384" r:id="rId27"/>
    <p:sldId id="385" r:id="rId28"/>
    <p:sldId id="386" r:id="rId29"/>
    <p:sldId id="388" r:id="rId30"/>
    <p:sldId id="389" r:id="rId31"/>
    <p:sldId id="390" r:id="rId32"/>
    <p:sldId id="391" r:id="rId33"/>
    <p:sldId id="392" r:id="rId34"/>
    <p:sldId id="393" r:id="rId35"/>
    <p:sldId id="394" r:id="rId36"/>
    <p:sldId id="395" r:id="rId37"/>
    <p:sldId id="396" r:id="rId38"/>
    <p:sldId id="397" r:id="rId39"/>
    <p:sldId id="398" r:id="rId40"/>
    <p:sldId id="399" r:id="rId41"/>
    <p:sldId id="400" r:id="rId42"/>
    <p:sldId id="401" r:id="rId43"/>
    <p:sldId id="402" r:id="rId44"/>
    <p:sldId id="403" r:id="rId45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660033"/>
    <a:srgbClr val="FF6600"/>
    <a:srgbClr val="9933FF"/>
    <a:srgbClr val="6666FF"/>
    <a:srgbClr val="FFFF00"/>
    <a:srgbClr val="33CC33"/>
    <a:srgbClr val="00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516" y="192"/>
      </p:cViewPr>
      <p:guideLst>
        <p:guide orient="horz" pos="16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10" Type="http://schemas.openxmlformats.org/officeDocument/2006/relationships/image" Target="../media/image13.wmf"/><Relationship Id="rId4" Type="http://schemas.openxmlformats.org/officeDocument/2006/relationships/image" Target="../media/image7.wmf"/><Relationship Id="rId9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image" Target="../media/image15.wmf"/><Relationship Id="rId7" Type="http://schemas.openxmlformats.org/officeDocument/2006/relationships/image" Target="../media/image19.wmf"/><Relationship Id="rId2" Type="http://schemas.openxmlformats.org/officeDocument/2006/relationships/image" Target="../media/image14.wmf"/><Relationship Id="rId1" Type="http://schemas.openxmlformats.org/officeDocument/2006/relationships/image" Target="../media/image12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4" Type="http://schemas.openxmlformats.org/officeDocument/2006/relationships/image" Target="../media/image26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image" Target="../media/image39.wmf"/><Relationship Id="rId18" Type="http://schemas.openxmlformats.org/officeDocument/2006/relationships/image" Target="../media/image44.wmf"/><Relationship Id="rId3" Type="http://schemas.openxmlformats.org/officeDocument/2006/relationships/image" Target="../media/image29.wmf"/><Relationship Id="rId21" Type="http://schemas.openxmlformats.org/officeDocument/2006/relationships/image" Target="../media/image47.wmf"/><Relationship Id="rId7" Type="http://schemas.openxmlformats.org/officeDocument/2006/relationships/image" Target="../media/image33.wmf"/><Relationship Id="rId12" Type="http://schemas.openxmlformats.org/officeDocument/2006/relationships/image" Target="../media/image38.wmf"/><Relationship Id="rId17" Type="http://schemas.openxmlformats.org/officeDocument/2006/relationships/image" Target="../media/image43.wmf"/><Relationship Id="rId2" Type="http://schemas.openxmlformats.org/officeDocument/2006/relationships/image" Target="../media/image28.wmf"/><Relationship Id="rId16" Type="http://schemas.openxmlformats.org/officeDocument/2006/relationships/image" Target="../media/image42.wmf"/><Relationship Id="rId20" Type="http://schemas.openxmlformats.org/officeDocument/2006/relationships/image" Target="../media/image46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11" Type="http://schemas.openxmlformats.org/officeDocument/2006/relationships/image" Target="../media/image37.wmf"/><Relationship Id="rId5" Type="http://schemas.openxmlformats.org/officeDocument/2006/relationships/image" Target="../media/image31.wmf"/><Relationship Id="rId15" Type="http://schemas.openxmlformats.org/officeDocument/2006/relationships/image" Target="../media/image41.wmf"/><Relationship Id="rId10" Type="http://schemas.openxmlformats.org/officeDocument/2006/relationships/image" Target="../media/image36.wmf"/><Relationship Id="rId19" Type="http://schemas.openxmlformats.org/officeDocument/2006/relationships/image" Target="../media/image45.wmf"/><Relationship Id="rId4" Type="http://schemas.openxmlformats.org/officeDocument/2006/relationships/image" Target="../media/image30.wmf"/><Relationship Id="rId9" Type="http://schemas.openxmlformats.org/officeDocument/2006/relationships/image" Target="../media/image35.wmf"/><Relationship Id="rId14" Type="http://schemas.openxmlformats.org/officeDocument/2006/relationships/image" Target="../media/image40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image" Target="../media/image50.wmf"/><Relationship Id="rId7" Type="http://schemas.openxmlformats.org/officeDocument/2006/relationships/image" Target="../media/image54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6" Type="http://schemas.openxmlformats.org/officeDocument/2006/relationships/image" Target="../media/image53.wmf"/><Relationship Id="rId5" Type="http://schemas.openxmlformats.org/officeDocument/2006/relationships/image" Target="../media/image52.wmf"/><Relationship Id="rId10" Type="http://schemas.openxmlformats.org/officeDocument/2006/relationships/image" Target="../media/image57.wmf"/><Relationship Id="rId4" Type="http://schemas.openxmlformats.org/officeDocument/2006/relationships/image" Target="../media/image51.wmf"/><Relationship Id="rId9" Type="http://schemas.openxmlformats.org/officeDocument/2006/relationships/image" Target="../media/image5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5" Type="http://schemas.openxmlformats.org/officeDocument/2006/relationships/image" Target="../media/image74.wmf"/><Relationship Id="rId4" Type="http://schemas.openxmlformats.org/officeDocument/2006/relationships/image" Target="../media/image73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image" Target="../media/image77.wmf"/><Relationship Id="rId7" Type="http://schemas.openxmlformats.org/officeDocument/2006/relationships/image" Target="../media/image81.wmf"/><Relationship Id="rId2" Type="http://schemas.openxmlformats.org/officeDocument/2006/relationships/image" Target="../media/image76.wmf"/><Relationship Id="rId1" Type="http://schemas.openxmlformats.org/officeDocument/2006/relationships/image" Target="../media/image75.wmf"/><Relationship Id="rId6" Type="http://schemas.openxmlformats.org/officeDocument/2006/relationships/image" Target="../media/image80.wmf"/><Relationship Id="rId5" Type="http://schemas.openxmlformats.org/officeDocument/2006/relationships/image" Target="../media/image79.wmf"/><Relationship Id="rId10" Type="http://schemas.openxmlformats.org/officeDocument/2006/relationships/image" Target="../media/image84.wmf"/><Relationship Id="rId4" Type="http://schemas.openxmlformats.org/officeDocument/2006/relationships/image" Target="../media/image78.wmf"/><Relationship Id="rId9" Type="http://schemas.openxmlformats.org/officeDocument/2006/relationships/image" Target="../media/image83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6" Type="http://schemas.openxmlformats.org/officeDocument/2006/relationships/image" Target="../media/image90.wmf"/><Relationship Id="rId5" Type="http://schemas.openxmlformats.org/officeDocument/2006/relationships/image" Target="../media/image89.wmf"/><Relationship Id="rId4" Type="http://schemas.openxmlformats.org/officeDocument/2006/relationships/image" Target="../media/image88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3" Type="http://schemas.openxmlformats.org/officeDocument/2006/relationships/image" Target="../media/image93.wmf"/><Relationship Id="rId7" Type="http://schemas.openxmlformats.org/officeDocument/2006/relationships/image" Target="../media/image97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6" Type="http://schemas.openxmlformats.org/officeDocument/2006/relationships/image" Target="../media/image96.wmf"/><Relationship Id="rId5" Type="http://schemas.openxmlformats.org/officeDocument/2006/relationships/image" Target="../media/image95.wmf"/><Relationship Id="rId4" Type="http://schemas.openxmlformats.org/officeDocument/2006/relationships/image" Target="../media/image94.wmf"/><Relationship Id="rId9" Type="http://schemas.openxmlformats.org/officeDocument/2006/relationships/image" Target="../media/image99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Relationship Id="rId6" Type="http://schemas.openxmlformats.org/officeDocument/2006/relationships/image" Target="../media/image105.wmf"/><Relationship Id="rId5" Type="http://schemas.openxmlformats.org/officeDocument/2006/relationships/image" Target="../media/image104.wmf"/><Relationship Id="rId4" Type="http://schemas.openxmlformats.org/officeDocument/2006/relationships/image" Target="../media/image103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7" Type="http://schemas.openxmlformats.org/officeDocument/2006/relationships/image" Target="../media/image112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Relationship Id="rId6" Type="http://schemas.openxmlformats.org/officeDocument/2006/relationships/image" Target="../media/image111.wmf"/><Relationship Id="rId5" Type="http://schemas.openxmlformats.org/officeDocument/2006/relationships/image" Target="../media/image110.wmf"/><Relationship Id="rId4" Type="http://schemas.openxmlformats.org/officeDocument/2006/relationships/image" Target="../media/image109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13" Type="http://schemas.openxmlformats.org/officeDocument/2006/relationships/image" Target="../media/image125.wmf"/><Relationship Id="rId3" Type="http://schemas.openxmlformats.org/officeDocument/2006/relationships/image" Target="../media/image115.wmf"/><Relationship Id="rId7" Type="http://schemas.openxmlformats.org/officeDocument/2006/relationships/image" Target="../media/image119.wmf"/><Relationship Id="rId12" Type="http://schemas.openxmlformats.org/officeDocument/2006/relationships/image" Target="../media/image124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6" Type="http://schemas.openxmlformats.org/officeDocument/2006/relationships/image" Target="../media/image118.wmf"/><Relationship Id="rId11" Type="http://schemas.openxmlformats.org/officeDocument/2006/relationships/image" Target="../media/image123.wmf"/><Relationship Id="rId5" Type="http://schemas.openxmlformats.org/officeDocument/2006/relationships/image" Target="../media/image117.wmf"/><Relationship Id="rId10" Type="http://schemas.openxmlformats.org/officeDocument/2006/relationships/image" Target="../media/image122.wmf"/><Relationship Id="rId4" Type="http://schemas.openxmlformats.org/officeDocument/2006/relationships/image" Target="../media/image116.wmf"/><Relationship Id="rId9" Type="http://schemas.openxmlformats.org/officeDocument/2006/relationships/image" Target="../media/image121.wmf"/><Relationship Id="rId14" Type="http://schemas.openxmlformats.org/officeDocument/2006/relationships/image" Target="../media/image126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13" Type="http://schemas.openxmlformats.org/officeDocument/2006/relationships/image" Target="../media/image139.wmf"/><Relationship Id="rId3" Type="http://schemas.openxmlformats.org/officeDocument/2006/relationships/image" Target="../media/image129.wmf"/><Relationship Id="rId7" Type="http://schemas.openxmlformats.org/officeDocument/2006/relationships/image" Target="../media/image133.wmf"/><Relationship Id="rId12" Type="http://schemas.openxmlformats.org/officeDocument/2006/relationships/image" Target="../media/image138.wmf"/><Relationship Id="rId2" Type="http://schemas.openxmlformats.org/officeDocument/2006/relationships/image" Target="../media/image128.wmf"/><Relationship Id="rId1" Type="http://schemas.openxmlformats.org/officeDocument/2006/relationships/image" Target="../media/image127.wmf"/><Relationship Id="rId6" Type="http://schemas.openxmlformats.org/officeDocument/2006/relationships/image" Target="../media/image132.wmf"/><Relationship Id="rId11" Type="http://schemas.openxmlformats.org/officeDocument/2006/relationships/image" Target="../media/image137.wmf"/><Relationship Id="rId5" Type="http://schemas.openxmlformats.org/officeDocument/2006/relationships/image" Target="../media/image131.wmf"/><Relationship Id="rId15" Type="http://schemas.openxmlformats.org/officeDocument/2006/relationships/image" Target="../media/image141.wmf"/><Relationship Id="rId10" Type="http://schemas.openxmlformats.org/officeDocument/2006/relationships/image" Target="../media/image136.wmf"/><Relationship Id="rId4" Type="http://schemas.openxmlformats.org/officeDocument/2006/relationships/image" Target="../media/image130.wmf"/><Relationship Id="rId9" Type="http://schemas.openxmlformats.org/officeDocument/2006/relationships/image" Target="../media/image135.wmf"/><Relationship Id="rId14" Type="http://schemas.openxmlformats.org/officeDocument/2006/relationships/image" Target="../media/image140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wmf"/><Relationship Id="rId2" Type="http://schemas.openxmlformats.org/officeDocument/2006/relationships/image" Target="../media/image143.wmf"/><Relationship Id="rId1" Type="http://schemas.openxmlformats.org/officeDocument/2006/relationships/image" Target="../media/image142.wmf"/><Relationship Id="rId6" Type="http://schemas.openxmlformats.org/officeDocument/2006/relationships/image" Target="../media/image147.wmf"/><Relationship Id="rId5" Type="http://schemas.openxmlformats.org/officeDocument/2006/relationships/image" Target="../media/image146.wmf"/><Relationship Id="rId4" Type="http://schemas.openxmlformats.org/officeDocument/2006/relationships/image" Target="../media/image145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wmf"/><Relationship Id="rId7" Type="http://schemas.openxmlformats.org/officeDocument/2006/relationships/image" Target="../media/image154.wmf"/><Relationship Id="rId2" Type="http://schemas.openxmlformats.org/officeDocument/2006/relationships/image" Target="../media/image149.wmf"/><Relationship Id="rId1" Type="http://schemas.openxmlformats.org/officeDocument/2006/relationships/image" Target="../media/image148.wmf"/><Relationship Id="rId6" Type="http://schemas.openxmlformats.org/officeDocument/2006/relationships/image" Target="../media/image153.wmf"/><Relationship Id="rId5" Type="http://schemas.openxmlformats.org/officeDocument/2006/relationships/image" Target="../media/image152.wmf"/><Relationship Id="rId4" Type="http://schemas.openxmlformats.org/officeDocument/2006/relationships/image" Target="../media/image151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3" Type="http://schemas.openxmlformats.org/officeDocument/2006/relationships/image" Target="../media/image157.wmf"/><Relationship Id="rId7" Type="http://schemas.openxmlformats.org/officeDocument/2006/relationships/image" Target="../media/image161.wmf"/><Relationship Id="rId2" Type="http://schemas.openxmlformats.org/officeDocument/2006/relationships/image" Target="../media/image156.wmf"/><Relationship Id="rId1" Type="http://schemas.openxmlformats.org/officeDocument/2006/relationships/image" Target="../media/image155.wmf"/><Relationship Id="rId6" Type="http://schemas.openxmlformats.org/officeDocument/2006/relationships/image" Target="../media/image160.wmf"/><Relationship Id="rId5" Type="http://schemas.openxmlformats.org/officeDocument/2006/relationships/image" Target="../media/image159.wmf"/><Relationship Id="rId4" Type="http://schemas.openxmlformats.org/officeDocument/2006/relationships/image" Target="../media/image158.wmf"/><Relationship Id="rId9" Type="http://schemas.openxmlformats.org/officeDocument/2006/relationships/image" Target="../media/image163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wmf"/><Relationship Id="rId2" Type="http://schemas.openxmlformats.org/officeDocument/2006/relationships/image" Target="../media/image165.wmf"/><Relationship Id="rId1" Type="http://schemas.openxmlformats.org/officeDocument/2006/relationships/image" Target="../media/image164.wmf"/><Relationship Id="rId4" Type="http://schemas.openxmlformats.org/officeDocument/2006/relationships/image" Target="../media/image167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wmf"/><Relationship Id="rId1" Type="http://schemas.openxmlformats.org/officeDocument/2006/relationships/image" Target="../media/image168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wmf"/><Relationship Id="rId2" Type="http://schemas.openxmlformats.org/officeDocument/2006/relationships/image" Target="../media/image171.wmf"/><Relationship Id="rId1" Type="http://schemas.openxmlformats.org/officeDocument/2006/relationships/image" Target="../media/image170.wmf"/><Relationship Id="rId6" Type="http://schemas.openxmlformats.org/officeDocument/2006/relationships/image" Target="../media/image175.wmf"/><Relationship Id="rId5" Type="http://schemas.openxmlformats.org/officeDocument/2006/relationships/image" Target="../media/image174.wmf"/><Relationship Id="rId4" Type="http://schemas.openxmlformats.org/officeDocument/2006/relationships/image" Target="../media/image173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wmf"/><Relationship Id="rId3" Type="http://schemas.openxmlformats.org/officeDocument/2006/relationships/image" Target="../media/image178.wmf"/><Relationship Id="rId7" Type="http://schemas.openxmlformats.org/officeDocument/2006/relationships/image" Target="../media/image182.wmf"/><Relationship Id="rId2" Type="http://schemas.openxmlformats.org/officeDocument/2006/relationships/image" Target="../media/image177.wmf"/><Relationship Id="rId1" Type="http://schemas.openxmlformats.org/officeDocument/2006/relationships/image" Target="../media/image176.wmf"/><Relationship Id="rId6" Type="http://schemas.openxmlformats.org/officeDocument/2006/relationships/image" Target="../media/image181.wmf"/><Relationship Id="rId5" Type="http://schemas.openxmlformats.org/officeDocument/2006/relationships/image" Target="../media/image180.wmf"/><Relationship Id="rId4" Type="http://schemas.openxmlformats.org/officeDocument/2006/relationships/image" Target="../media/image179.wmf"/><Relationship Id="rId9" Type="http://schemas.openxmlformats.org/officeDocument/2006/relationships/image" Target="../media/image184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wmf"/><Relationship Id="rId3" Type="http://schemas.openxmlformats.org/officeDocument/2006/relationships/image" Target="../media/image187.wmf"/><Relationship Id="rId7" Type="http://schemas.openxmlformats.org/officeDocument/2006/relationships/image" Target="../media/image191.wmf"/><Relationship Id="rId2" Type="http://schemas.openxmlformats.org/officeDocument/2006/relationships/image" Target="../media/image186.wmf"/><Relationship Id="rId1" Type="http://schemas.openxmlformats.org/officeDocument/2006/relationships/image" Target="../media/image185.wmf"/><Relationship Id="rId6" Type="http://schemas.openxmlformats.org/officeDocument/2006/relationships/image" Target="../media/image190.wmf"/><Relationship Id="rId5" Type="http://schemas.openxmlformats.org/officeDocument/2006/relationships/image" Target="../media/image189.wmf"/><Relationship Id="rId4" Type="http://schemas.openxmlformats.org/officeDocument/2006/relationships/image" Target="../media/image188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3" Type="http://schemas.openxmlformats.org/officeDocument/2006/relationships/image" Target="../media/image195.wmf"/><Relationship Id="rId7" Type="http://schemas.openxmlformats.org/officeDocument/2006/relationships/image" Target="../media/image199.wmf"/><Relationship Id="rId2" Type="http://schemas.openxmlformats.org/officeDocument/2006/relationships/image" Target="../media/image194.wmf"/><Relationship Id="rId1" Type="http://schemas.openxmlformats.org/officeDocument/2006/relationships/image" Target="../media/image193.wmf"/><Relationship Id="rId6" Type="http://schemas.openxmlformats.org/officeDocument/2006/relationships/image" Target="../media/image198.wmf"/><Relationship Id="rId5" Type="http://schemas.openxmlformats.org/officeDocument/2006/relationships/image" Target="../media/image197.wmf"/><Relationship Id="rId4" Type="http://schemas.openxmlformats.org/officeDocument/2006/relationships/image" Target="../media/image196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wmf"/><Relationship Id="rId2" Type="http://schemas.openxmlformats.org/officeDocument/2006/relationships/image" Target="../media/image202.wmf"/><Relationship Id="rId1" Type="http://schemas.openxmlformats.org/officeDocument/2006/relationships/image" Target="../media/image201.wmf"/><Relationship Id="rId5" Type="http://schemas.openxmlformats.org/officeDocument/2006/relationships/image" Target="../media/image205.wmf"/><Relationship Id="rId4" Type="http://schemas.openxmlformats.org/officeDocument/2006/relationships/image" Target="../media/image204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wmf"/><Relationship Id="rId3" Type="http://schemas.openxmlformats.org/officeDocument/2006/relationships/image" Target="../media/image208.wmf"/><Relationship Id="rId7" Type="http://schemas.openxmlformats.org/officeDocument/2006/relationships/image" Target="../media/image212.wmf"/><Relationship Id="rId2" Type="http://schemas.openxmlformats.org/officeDocument/2006/relationships/image" Target="../media/image207.wmf"/><Relationship Id="rId1" Type="http://schemas.openxmlformats.org/officeDocument/2006/relationships/image" Target="../media/image206.wmf"/><Relationship Id="rId6" Type="http://schemas.openxmlformats.org/officeDocument/2006/relationships/image" Target="../media/image211.wmf"/><Relationship Id="rId5" Type="http://schemas.openxmlformats.org/officeDocument/2006/relationships/image" Target="../media/image210.wmf"/><Relationship Id="rId4" Type="http://schemas.openxmlformats.org/officeDocument/2006/relationships/image" Target="../media/image209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wmf"/><Relationship Id="rId2" Type="http://schemas.openxmlformats.org/officeDocument/2006/relationships/image" Target="../media/image215.wmf"/><Relationship Id="rId1" Type="http://schemas.openxmlformats.org/officeDocument/2006/relationships/image" Target="../media/image214.wmf"/><Relationship Id="rId6" Type="http://schemas.openxmlformats.org/officeDocument/2006/relationships/image" Target="../media/image219.wmf"/><Relationship Id="rId5" Type="http://schemas.openxmlformats.org/officeDocument/2006/relationships/image" Target="../media/image218.wmf"/><Relationship Id="rId4" Type="http://schemas.openxmlformats.org/officeDocument/2006/relationships/image" Target="../media/image217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wmf"/><Relationship Id="rId2" Type="http://schemas.openxmlformats.org/officeDocument/2006/relationships/image" Target="../media/image221.wmf"/><Relationship Id="rId1" Type="http://schemas.openxmlformats.org/officeDocument/2006/relationships/image" Target="../media/image220.wmf"/><Relationship Id="rId6" Type="http://schemas.openxmlformats.org/officeDocument/2006/relationships/image" Target="../media/image225.wmf"/><Relationship Id="rId5" Type="http://schemas.openxmlformats.org/officeDocument/2006/relationships/image" Target="../media/image224.wmf"/><Relationship Id="rId4" Type="http://schemas.openxmlformats.org/officeDocument/2006/relationships/image" Target="../media/image223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8.wmf"/><Relationship Id="rId2" Type="http://schemas.openxmlformats.org/officeDocument/2006/relationships/image" Target="../media/image227.wmf"/><Relationship Id="rId1" Type="http://schemas.openxmlformats.org/officeDocument/2006/relationships/image" Target="../media/image226.wmf"/><Relationship Id="rId5" Type="http://schemas.openxmlformats.org/officeDocument/2006/relationships/image" Target="../media/image230.wmf"/><Relationship Id="rId4" Type="http://schemas.openxmlformats.org/officeDocument/2006/relationships/image" Target="../media/image229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wmf"/><Relationship Id="rId2" Type="http://schemas.openxmlformats.org/officeDocument/2006/relationships/image" Target="../media/image232.wmf"/><Relationship Id="rId1" Type="http://schemas.openxmlformats.org/officeDocument/2006/relationships/image" Target="../media/image231.wmf"/><Relationship Id="rId4" Type="http://schemas.openxmlformats.org/officeDocument/2006/relationships/image" Target="../media/image234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wmf"/><Relationship Id="rId7" Type="http://schemas.openxmlformats.org/officeDocument/2006/relationships/image" Target="../media/image241.wmf"/><Relationship Id="rId2" Type="http://schemas.openxmlformats.org/officeDocument/2006/relationships/image" Target="../media/image236.wmf"/><Relationship Id="rId1" Type="http://schemas.openxmlformats.org/officeDocument/2006/relationships/image" Target="../media/image235.wmf"/><Relationship Id="rId6" Type="http://schemas.openxmlformats.org/officeDocument/2006/relationships/image" Target="../media/image240.wmf"/><Relationship Id="rId5" Type="http://schemas.openxmlformats.org/officeDocument/2006/relationships/image" Target="../media/image239.wmf"/><Relationship Id="rId4" Type="http://schemas.openxmlformats.org/officeDocument/2006/relationships/image" Target="../media/image238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wmf"/><Relationship Id="rId3" Type="http://schemas.openxmlformats.org/officeDocument/2006/relationships/image" Target="../media/image244.wmf"/><Relationship Id="rId7" Type="http://schemas.openxmlformats.org/officeDocument/2006/relationships/image" Target="../media/image248.wmf"/><Relationship Id="rId2" Type="http://schemas.openxmlformats.org/officeDocument/2006/relationships/image" Target="../media/image243.wmf"/><Relationship Id="rId1" Type="http://schemas.openxmlformats.org/officeDocument/2006/relationships/image" Target="../media/image242.wmf"/><Relationship Id="rId6" Type="http://schemas.openxmlformats.org/officeDocument/2006/relationships/image" Target="../media/image247.wmf"/><Relationship Id="rId5" Type="http://schemas.openxmlformats.org/officeDocument/2006/relationships/image" Target="../media/image246.wmf"/><Relationship Id="rId4" Type="http://schemas.openxmlformats.org/officeDocument/2006/relationships/image" Target="../media/image245.wmf"/><Relationship Id="rId9" Type="http://schemas.openxmlformats.org/officeDocument/2006/relationships/image" Target="../media/image250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wmf"/><Relationship Id="rId13" Type="http://schemas.openxmlformats.org/officeDocument/2006/relationships/image" Target="../media/image263.wmf"/><Relationship Id="rId3" Type="http://schemas.openxmlformats.org/officeDocument/2006/relationships/image" Target="../media/image253.wmf"/><Relationship Id="rId7" Type="http://schemas.openxmlformats.org/officeDocument/2006/relationships/image" Target="../media/image257.wmf"/><Relationship Id="rId12" Type="http://schemas.openxmlformats.org/officeDocument/2006/relationships/image" Target="../media/image262.wmf"/><Relationship Id="rId2" Type="http://schemas.openxmlformats.org/officeDocument/2006/relationships/image" Target="../media/image252.wmf"/><Relationship Id="rId1" Type="http://schemas.openxmlformats.org/officeDocument/2006/relationships/image" Target="../media/image251.wmf"/><Relationship Id="rId6" Type="http://schemas.openxmlformats.org/officeDocument/2006/relationships/image" Target="../media/image256.wmf"/><Relationship Id="rId11" Type="http://schemas.openxmlformats.org/officeDocument/2006/relationships/image" Target="../media/image261.wmf"/><Relationship Id="rId5" Type="http://schemas.openxmlformats.org/officeDocument/2006/relationships/image" Target="../media/image255.wmf"/><Relationship Id="rId10" Type="http://schemas.openxmlformats.org/officeDocument/2006/relationships/image" Target="../media/image260.wmf"/><Relationship Id="rId4" Type="http://schemas.openxmlformats.org/officeDocument/2006/relationships/image" Target="../media/image254.wmf"/><Relationship Id="rId9" Type="http://schemas.openxmlformats.org/officeDocument/2006/relationships/image" Target="../media/image259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1.wmf"/><Relationship Id="rId3" Type="http://schemas.openxmlformats.org/officeDocument/2006/relationships/image" Target="../media/image266.wmf"/><Relationship Id="rId7" Type="http://schemas.openxmlformats.org/officeDocument/2006/relationships/image" Target="../media/image270.wmf"/><Relationship Id="rId2" Type="http://schemas.openxmlformats.org/officeDocument/2006/relationships/image" Target="../media/image265.wmf"/><Relationship Id="rId1" Type="http://schemas.openxmlformats.org/officeDocument/2006/relationships/image" Target="../media/image264.wmf"/><Relationship Id="rId6" Type="http://schemas.openxmlformats.org/officeDocument/2006/relationships/image" Target="../media/image269.wmf"/><Relationship Id="rId5" Type="http://schemas.openxmlformats.org/officeDocument/2006/relationships/image" Target="../media/image268.wmf"/><Relationship Id="rId4" Type="http://schemas.openxmlformats.org/officeDocument/2006/relationships/image" Target="../media/image267.wmf"/></Relationships>
</file>

<file path=ppt/drawings/_rels/vmlDrawing3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3.wmf"/><Relationship Id="rId1" Type="http://schemas.openxmlformats.org/officeDocument/2006/relationships/image" Target="../media/image272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6.wmf"/><Relationship Id="rId7" Type="http://schemas.openxmlformats.org/officeDocument/2006/relationships/image" Target="../media/image280.wmf"/><Relationship Id="rId2" Type="http://schemas.openxmlformats.org/officeDocument/2006/relationships/image" Target="../media/image275.wmf"/><Relationship Id="rId1" Type="http://schemas.openxmlformats.org/officeDocument/2006/relationships/image" Target="../media/image274.wmf"/><Relationship Id="rId6" Type="http://schemas.openxmlformats.org/officeDocument/2006/relationships/image" Target="../media/image279.wmf"/><Relationship Id="rId5" Type="http://schemas.openxmlformats.org/officeDocument/2006/relationships/image" Target="../media/image278.wmf"/><Relationship Id="rId4" Type="http://schemas.openxmlformats.org/officeDocument/2006/relationships/image" Target="../media/image27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33B97B7B-C48E-41D9-9BDB-628F8064D959}" type="datetime12">
              <a:rPr lang="zh-CN" altLang="en-US"/>
              <a:pPr>
                <a:defRPr/>
              </a:pPr>
              <a:t>上午9时25分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E959C71A-94D2-46D7-8018-AD30483966A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9B4D98C3-C354-4061-B8A1-A3DFDD669F0F}" type="datetime12">
              <a:rPr lang="zh-CN" altLang="en-US"/>
              <a:pPr>
                <a:defRPr/>
              </a:pPr>
              <a:t>上午9时25分</a:t>
            </a:fld>
            <a:endParaRPr lang="en-US" altLang="zh-CN"/>
          </a:p>
        </p:txBody>
      </p:sp>
      <p:sp>
        <p:nvSpPr>
          <p:cNvPr id="6451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6BE5EE20-8FF4-4FDF-91F3-6F20C84DC4D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A7299DAF-80D5-4C86-9B37-A451E8471FD5}" type="slidenum">
              <a:rPr lang="en-US" altLang="zh-CN" sz="1200">
                <a:latin typeface="Arial" charset="0"/>
              </a:rPr>
              <a:pPr algn="r"/>
              <a:t>38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anchor="t"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  <p:sp>
        <p:nvSpPr>
          <p:cNvPr id="72708" name="日期占位符 1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FB95FC58-9E7A-4388-B500-95DC2CDF5149}" type="datetime12">
              <a:rPr lang="zh-CN" altLang="en-US" smtClean="0">
                <a:ea typeface="宋体" charset="-122"/>
              </a:rPr>
              <a:pPr/>
              <a:t>上午9时25分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72709" name="页脚占位符 2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endParaRPr lang="en-US" altLang="zh-CN" smtClean="0">
              <a:ea typeface="宋体" charset="-122"/>
            </a:endParaRPr>
          </a:p>
        </p:txBody>
      </p:sp>
      <p:sp>
        <p:nvSpPr>
          <p:cNvPr id="7271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E7480F-4C7C-469C-9947-BF9258ACBAEE}" type="slidenum">
              <a:rPr lang="zh-CN" altLang="en-US" smtClean="0">
                <a:ea typeface="宋体" charset="-122"/>
              </a:rPr>
              <a:pPr/>
              <a:t>38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 userDrawn="1"/>
        </p:nvSpPr>
        <p:spPr bwMode="auto">
          <a:xfrm>
            <a:off x="6454775" y="268288"/>
            <a:ext cx="25812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buFont typeface="Arial" pitchFamily="34" charset="0"/>
              <a:buNone/>
              <a:defRPr/>
            </a:pPr>
            <a:r>
              <a:rPr lang="zh-CN" altLang="en-US" sz="2400" b="1" dirty="0" smtClean="0">
                <a:solidFill>
                  <a:prstClr val="white"/>
                </a:solidFill>
              </a:rPr>
              <a:t>第</a:t>
            </a:r>
            <a:r>
              <a:rPr lang="en-US" altLang="zh-CN" sz="2400" b="1" dirty="0" smtClean="0">
                <a:solidFill>
                  <a:prstClr val="white"/>
                </a:solidFill>
              </a:rPr>
              <a:t>1</a:t>
            </a:r>
            <a:r>
              <a:rPr lang="zh-CN" altLang="en-US" sz="2400" b="1" dirty="0" smtClean="0">
                <a:solidFill>
                  <a:prstClr val="white"/>
                </a:solidFill>
              </a:rPr>
              <a:t>章 质点运动学</a:t>
            </a:r>
            <a:endParaRPr lang="zh-CN" altLang="en-US" sz="2400" b="1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 userDrawn="1"/>
        </p:nvSpPr>
        <p:spPr bwMode="auto">
          <a:xfrm>
            <a:off x="5508625" y="371475"/>
            <a:ext cx="35575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buFont typeface="Arial" pitchFamily="34" charset="0"/>
              <a:buNone/>
              <a:defRPr/>
            </a:pPr>
            <a:r>
              <a:rPr lang="en-US" altLang="zh-CN" sz="2000" b="1" dirty="0" smtClean="0">
                <a:solidFill>
                  <a:prstClr val="white"/>
                </a:solidFill>
              </a:rPr>
              <a:t>§1-1 </a:t>
            </a:r>
            <a:r>
              <a:rPr lang="zh-CN" altLang="en-US" sz="2000" b="1" dirty="0" smtClean="0">
                <a:solidFill>
                  <a:prstClr val="white"/>
                </a:solidFill>
              </a:rPr>
              <a:t>参考系 坐标系 物理模型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/>
          <p:cNvSpPr>
            <a:spLocks noChangeArrowheads="1"/>
          </p:cNvSpPr>
          <p:nvPr userDrawn="1"/>
        </p:nvSpPr>
        <p:spPr bwMode="auto">
          <a:xfrm>
            <a:off x="5219700" y="325438"/>
            <a:ext cx="389572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zh-CN" altLang="en-US" sz="2000" b="1">
                <a:solidFill>
                  <a:schemeClr val="bg1"/>
                </a:solidFill>
                <a:ea typeface="华文中宋" pitchFamily="2" charset="-122"/>
                <a:cs typeface="Times New Roman" pitchFamily="18" charset="0"/>
              </a:rPr>
              <a:t>§1-2 </a:t>
            </a:r>
            <a:r>
              <a:rPr lang="zh-CN" altLang="en-US" sz="2000" b="1">
                <a:solidFill>
                  <a:schemeClr val="bg1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位置矢量 位移 速度 加速度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/>
          <p:cNvSpPr>
            <a:spLocks noChangeArrowheads="1"/>
          </p:cNvSpPr>
          <p:nvPr userDrawn="1"/>
        </p:nvSpPr>
        <p:spPr bwMode="auto">
          <a:xfrm>
            <a:off x="4572000" y="339725"/>
            <a:ext cx="453707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en-US" altLang="zh-CN" sz="1800" b="1">
                <a:solidFill>
                  <a:schemeClr val="bg1"/>
                </a:solidFill>
                <a:ea typeface="华文中宋" pitchFamily="2" charset="-122"/>
                <a:cs typeface="Times New Roman" pitchFamily="18" charset="0"/>
              </a:rPr>
              <a:t>§1-3 </a:t>
            </a:r>
            <a:r>
              <a:rPr lang="zh-CN" altLang="en-US" sz="1800" b="1">
                <a:solidFill>
                  <a:schemeClr val="bg1"/>
                </a:solidFill>
                <a:ea typeface="华文中宋" pitchFamily="2" charset="-122"/>
                <a:cs typeface="Times New Roman" pitchFamily="18" charset="0"/>
              </a:rPr>
              <a:t>曲线运动的描述 运动学中的两类问题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/>
          <p:cNvSpPr>
            <a:spLocks noChangeArrowheads="1"/>
          </p:cNvSpPr>
          <p:nvPr userDrawn="1"/>
        </p:nvSpPr>
        <p:spPr bwMode="auto">
          <a:xfrm>
            <a:off x="7092950" y="320675"/>
            <a:ext cx="1871663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a typeface="华文中宋" pitchFamily="2" charset="-122"/>
                <a:cs typeface="Times New Roman" pitchFamily="18" charset="0"/>
              </a:rPr>
              <a:t>§1-4 </a:t>
            </a:r>
            <a:r>
              <a:rPr lang="zh-CN" altLang="en-US" sz="2000" b="1">
                <a:solidFill>
                  <a:schemeClr val="bg1"/>
                </a:solidFill>
                <a:ea typeface="华文中宋" pitchFamily="2" charset="-122"/>
                <a:cs typeface="Times New Roman" pitchFamily="18" charset="0"/>
              </a:rPr>
              <a:t>相对运动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/>
          <p:cNvSpPr>
            <a:spLocks noChangeArrowheads="1"/>
          </p:cNvSpPr>
          <p:nvPr userDrawn="1"/>
        </p:nvSpPr>
        <p:spPr bwMode="auto">
          <a:xfrm>
            <a:off x="7669213" y="325438"/>
            <a:ext cx="1295400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zh-CN" altLang="en-US" sz="2000" b="1">
                <a:solidFill>
                  <a:schemeClr val="bg1"/>
                </a:solidFill>
                <a:ea typeface="华文中宋" pitchFamily="2" charset="-122"/>
                <a:cs typeface="Times New Roman" pitchFamily="18" charset="0"/>
              </a:rPr>
              <a:t>本章 小结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文本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hyperlink" Target="0-0-&#24635;&#30446;&#24405;.pptx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58A289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-11113" y="-30163"/>
            <a:ext cx="9164638" cy="881063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 typeface="Arial" pitchFamily="34" charset="0"/>
              <a:buNone/>
              <a:defRPr/>
            </a:pPr>
            <a:endParaRPr lang="zh-CN" altLang="en-US" noProof="1">
              <a:solidFill>
                <a:prstClr val="white"/>
              </a:solidFill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42875" y="771525"/>
            <a:ext cx="8856663" cy="0"/>
          </a:xfrm>
          <a:prstGeom prst="line">
            <a:avLst/>
          </a:prstGeom>
          <a:ln w="31750">
            <a:solidFill>
              <a:schemeClr val="bg1">
                <a:alpha val="2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图片 10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01625" y="85725"/>
            <a:ext cx="525463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9" name="TextBox 11"/>
          <p:cNvSpPr txBox="1">
            <a:spLocks noChangeArrowheads="1"/>
          </p:cNvSpPr>
          <p:nvPr userDrawn="1"/>
        </p:nvSpPr>
        <p:spPr bwMode="auto">
          <a:xfrm>
            <a:off x="1246188" y="411163"/>
            <a:ext cx="2378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buFont typeface="Arial" pitchFamily="34" charset="0"/>
              <a:buNone/>
              <a:defRPr/>
            </a:pPr>
            <a:r>
              <a:rPr lang="zh-CN" altLang="en-US" sz="1800" dirty="0" smtClean="0">
                <a:solidFill>
                  <a:prstClr val="white"/>
                </a:solidFill>
                <a:latin typeface="Calibri" pitchFamily="34" charset="0"/>
              </a:rPr>
              <a:t>大学物理学（第</a:t>
            </a:r>
            <a:r>
              <a:rPr lang="en-US" altLang="zh-CN" sz="1800" dirty="0" smtClean="0">
                <a:solidFill>
                  <a:prstClr val="white"/>
                </a:solidFill>
                <a:latin typeface="Calibri" pitchFamily="34" charset="0"/>
              </a:rPr>
              <a:t>5</a:t>
            </a:r>
            <a:r>
              <a:rPr lang="zh-CN" altLang="en-US" sz="1800" dirty="0" smtClean="0">
                <a:solidFill>
                  <a:prstClr val="white"/>
                </a:solidFill>
                <a:latin typeface="Calibri" pitchFamily="34" charset="0"/>
              </a:rPr>
              <a:t>版）</a:t>
            </a:r>
            <a:endParaRPr lang="zh-CN" altLang="en-US" sz="1800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1030" name="TextBox 12"/>
          <p:cNvSpPr txBox="1">
            <a:spLocks noChangeArrowheads="1"/>
          </p:cNvSpPr>
          <p:nvPr userDrawn="1"/>
        </p:nvSpPr>
        <p:spPr bwMode="auto">
          <a:xfrm>
            <a:off x="827088" y="134938"/>
            <a:ext cx="3775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buFont typeface="Arial" pitchFamily="34" charset="0"/>
              <a:buNone/>
              <a:defRPr/>
            </a:pPr>
            <a:r>
              <a:rPr lang="zh-CN" altLang="en-US" sz="1400" dirty="0">
                <a:solidFill>
                  <a:prstClr val="white"/>
                </a:solidFill>
                <a:latin typeface="华文楷体" pitchFamily="2" charset="-122"/>
                <a:ea typeface="华文楷体" pitchFamily="2" charset="-122"/>
              </a:rPr>
              <a:t>“十二五”普通高等教育本科国家级规划教材</a:t>
            </a:r>
          </a:p>
        </p:txBody>
      </p:sp>
      <p:sp>
        <p:nvSpPr>
          <p:cNvPr id="2" name="矩形 1"/>
          <p:cNvSpPr/>
          <p:nvPr userDrawn="1"/>
        </p:nvSpPr>
        <p:spPr>
          <a:xfrm>
            <a:off x="9525" y="850900"/>
            <a:ext cx="9123363" cy="3743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 typeface="Arial" pitchFamily="34" charset="0"/>
              <a:buNone/>
              <a:defRPr/>
            </a:pPr>
            <a:endParaRPr lang="zh-CN" altLang="en-US" noProof="1">
              <a:solidFill>
                <a:prstClr val="white"/>
              </a:solidFill>
            </a:endParaRPr>
          </a:p>
        </p:txBody>
      </p:sp>
      <p:sp>
        <p:nvSpPr>
          <p:cNvPr id="28" name="矩形 27">
            <a:hlinkClick r:id="" action="ppaction://hlinkshowjump?jump=previousslide"/>
          </p:cNvPr>
          <p:cNvSpPr/>
          <p:nvPr userDrawn="1"/>
        </p:nvSpPr>
        <p:spPr>
          <a:xfrm>
            <a:off x="7532688" y="4732338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00" dirty="0">
              <a:solidFill>
                <a:prstClr val="white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29" name="矩形 28">
            <a:hlinkClick r:id="" action="ppaction://hlinkshowjump?jump=nextslide"/>
          </p:cNvPr>
          <p:cNvSpPr/>
          <p:nvPr userDrawn="1"/>
        </p:nvSpPr>
        <p:spPr>
          <a:xfrm>
            <a:off x="8324850" y="4730750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00" dirty="0">
              <a:solidFill>
                <a:prstClr val="white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30" name="矩形 29">
            <a:hlinkClick r:id="" action="ppaction://hlinkshowjump?jump=firstslide"/>
          </p:cNvPr>
          <p:cNvSpPr/>
          <p:nvPr userDrawn="1"/>
        </p:nvSpPr>
        <p:spPr>
          <a:xfrm>
            <a:off x="6740525" y="4732338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00" dirty="0">
              <a:solidFill>
                <a:prstClr val="white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035" name="矩形 16">
            <a:hlinkClick r:id="" action="ppaction://hlinkshowjump?jump=nextslide"/>
          </p:cNvPr>
          <p:cNvSpPr>
            <a:spLocks noChangeArrowheads="1"/>
          </p:cNvSpPr>
          <p:nvPr userDrawn="1"/>
        </p:nvSpPr>
        <p:spPr bwMode="auto">
          <a:xfrm>
            <a:off x="8361363" y="4732338"/>
            <a:ext cx="68421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300">
                <a:solidFill>
                  <a:srgbClr val="FFFFFF"/>
                </a:solidFill>
                <a:latin typeface="方正舒体" pitchFamily="2" charset="-122"/>
                <a:ea typeface="方正舒体" pitchFamily="2" charset="-122"/>
              </a:rPr>
              <a:t>下一页</a:t>
            </a:r>
          </a:p>
        </p:txBody>
      </p:sp>
      <p:sp>
        <p:nvSpPr>
          <p:cNvPr id="1036" name="矩形 30">
            <a:hlinkClick r:id="" action="ppaction://hlinkshowjump?jump=previousslide"/>
          </p:cNvPr>
          <p:cNvSpPr>
            <a:spLocks noChangeArrowheads="1"/>
          </p:cNvSpPr>
          <p:nvPr userDrawn="1"/>
        </p:nvSpPr>
        <p:spPr bwMode="auto">
          <a:xfrm>
            <a:off x="7539038" y="4732338"/>
            <a:ext cx="68421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300">
                <a:solidFill>
                  <a:srgbClr val="FFFFFF"/>
                </a:solidFill>
                <a:latin typeface="方正舒体" pitchFamily="2" charset="-122"/>
                <a:ea typeface="方正舒体" pitchFamily="2" charset="-122"/>
              </a:rPr>
              <a:t>上一页</a:t>
            </a:r>
          </a:p>
        </p:txBody>
      </p:sp>
      <p:sp>
        <p:nvSpPr>
          <p:cNvPr id="1037" name="矩形 1024">
            <a:hlinkClick r:id="" action="ppaction://hlinkshowjump?jump=firstslide"/>
          </p:cNvPr>
          <p:cNvSpPr>
            <a:spLocks noChangeArrowheads="1"/>
          </p:cNvSpPr>
          <p:nvPr userDrawn="1"/>
        </p:nvSpPr>
        <p:spPr bwMode="auto">
          <a:xfrm>
            <a:off x="6767513" y="4727575"/>
            <a:ext cx="68421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300">
                <a:solidFill>
                  <a:srgbClr val="FFFFFF"/>
                </a:solidFill>
                <a:latin typeface="方正舒体" pitchFamily="2" charset="-122"/>
                <a:ea typeface="方正舒体" pitchFamily="2" charset="-122"/>
              </a:rPr>
              <a:t>节目录</a:t>
            </a:r>
          </a:p>
        </p:txBody>
      </p:sp>
      <p:sp>
        <p:nvSpPr>
          <p:cNvPr id="38" name="矩形 37">
            <a:hlinkClick r:id="rId16" action="ppaction://hlinkpres?slideindex=1&amp;slidetitle="/>
          </p:cNvPr>
          <p:cNvSpPr/>
          <p:nvPr userDrawn="1"/>
        </p:nvSpPr>
        <p:spPr>
          <a:xfrm>
            <a:off x="5938838" y="4730750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00" dirty="0">
              <a:solidFill>
                <a:prstClr val="white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039" name="矩形 36">
            <a:hlinkClick r:id="rId16" action="ppaction://hlinkpres?slideindex=1&amp;slidetitle="/>
          </p:cNvPr>
          <p:cNvSpPr>
            <a:spLocks noChangeArrowheads="1"/>
          </p:cNvSpPr>
          <p:nvPr userDrawn="1"/>
        </p:nvSpPr>
        <p:spPr bwMode="auto">
          <a:xfrm>
            <a:off x="5938838" y="4732338"/>
            <a:ext cx="6858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300" dirty="0">
                <a:solidFill>
                  <a:srgbClr val="FFFFFF"/>
                </a:solidFill>
                <a:latin typeface="方正舒体" pitchFamily="2" charset="-122"/>
                <a:ea typeface="方正舒体" pitchFamily="2" charset="-122"/>
              </a:rPr>
              <a:t>章目录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46" r:id="rId12"/>
    <p:sldLayoutId id="2147483745" r:id="rId13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5" Type="http://schemas.openxmlformats.org/officeDocument/2006/relationships/slide" Target="slide34.xml"/><Relationship Id="rId4" Type="http://schemas.openxmlformats.org/officeDocument/2006/relationships/slide" Target="slide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7.bin"/><Relationship Id="rId12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5.bin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4.bin"/><Relationship Id="rId9" Type="http://schemas.openxmlformats.org/officeDocument/2006/relationships/oleObject" Target="../embeddings/oleObject9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6.bin"/><Relationship Id="rId5" Type="http://schemas.openxmlformats.org/officeDocument/2006/relationships/oleObject" Target="../embeddings/oleObject15.bin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4.bin"/><Relationship Id="rId9" Type="http://schemas.openxmlformats.org/officeDocument/2006/relationships/oleObject" Target="../embeddings/oleObject19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oleObject2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6.bin"/><Relationship Id="rId5" Type="http://schemas.openxmlformats.org/officeDocument/2006/relationships/oleObject" Target="../embeddings/oleObject25.bin"/><Relationship Id="rId4" Type="http://schemas.openxmlformats.org/officeDocument/2006/relationships/oleObject" Target="../embeddings/oleObject24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oleObject" Target="../embeddings/oleObject37.bin"/><Relationship Id="rId18" Type="http://schemas.openxmlformats.org/officeDocument/2006/relationships/oleObject" Target="../embeddings/oleObject42.bin"/><Relationship Id="rId3" Type="http://schemas.openxmlformats.org/officeDocument/2006/relationships/oleObject" Target="../embeddings/oleObject27.bin"/><Relationship Id="rId21" Type="http://schemas.openxmlformats.org/officeDocument/2006/relationships/oleObject" Target="../embeddings/oleObject45.bin"/><Relationship Id="rId7" Type="http://schemas.openxmlformats.org/officeDocument/2006/relationships/oleObject" Target="../embeddings/oleObject31.bin"/><Relationship Id="rId12" Type="http://schemas.openxmlformats.org/officeDocument/2006/relationships/oleObject" Target="../embeddings/oleObject36.bin"/><Relationship Id="rId17" Type="http://schemas.openxmlformats.org/officeDocument/2006/relationships/oleObject" Target="../embeddings/oleObject41.bin"/><Relationship Id="rId2" Type="http://schemas.openxmlformats.org/officeDocument/2006/relationships/slideLayout" Target="../slideLayouts/slideLayout3.xml"/><Relationship Id="rId16" Type="http://schemas.openxmlformats.org/officeDocument/2006/relationships/oleObject" Target="../embeddings/oleObject40.bin"/><Relationship Id="rId20" Type="http://schemas.openxmlformats.org/officeDocument/2006/relationships/oleObject" Target="../embeddings/oleObject44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0.bin"/><Relationship Id="rId11" Type="http://schemas.openxmlformats.org/officeDocument/2006/relationships/oleObject" Target="../embeddings/oleObject35.bin"/><Relationship Id="rId24" Type="http://schemas.openxmlformats.org/officeDocument/2006/relationships/oleObject" Target="../embeddings/oleObject48.bin"/><Relationship Id="rId5" Type="http://schemas.openxmlformats.org/officeDocument/2006/relationships/oleObject" Target="../embeddings/oleObject29.bin"/><Relationship Id="rId15" Type="http://schemas.openxmlformats.org/officeDocument/2006/relationships/oleObject" Target="../embeddings/oleObject39.bin"/><Relationship Id="rId23" Type="http://schemas.openxmlformats.org/officeDocument/2006/relationships/oleObject" Target="../embeddings/oleObject47.bin"/><Relationship Id="rId10" Type="http://schemas.openxmlformats.org/officeDocument/2006/relationships/oleObject" Target="../embeddings/oleObject34.bin"/><Relationship Id="rId19" Type="http://schemas.openxmlformats.org/officeDocument/2006/relationships/oleObject" Target="../embeddings/oleObject43.bin"/><Relationship Id="rId4" Type="http://schemas.openxmlformats.org/officeDocument/2006/relationships/oleObject" Target="../embeddings/oleObject28.bin"/><Relationship Id="rId9" Type="http://schemas.openxmlformats.org/officeDocument/2006/relationships/oleObject" Target="../embeddings/oleObject33.bin"/><Relationship Id="rId14" Type="http://schemas.openxmlformats.org/officeDocument/2006/relationships/oleObject" Target="../embeddings/oleObject38.bin"/><Relationship Id="rId22" Type="http://schemas.openxmlformats.org/officeDocument/2006/relationships/oleObject" Target="../embeddings/oleObject4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3.bin"/><Relationship Id="rId12" Type="http://schemas.openxmlformats.org/officeDocument/2006/relationships/oleObject" Target="../embeddings/oleObject58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52.bin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51.bin"/><Relationship Id="rId10" Type="http://schemas.openxmlformats.org/officeDocument/2006/relationships/oleObject" Target="../embeddings/oleObject56.bin"/><Relationship Id="rId4" Type="http://schemas.openxmlformats.org/officeDocument/2006/relationships/oleObject" Target="../embeddings/oleObject50.bin"/><Relationship Id="rId9" Type="http://schemas.openxmlformats.org/officeDocument/2006/relationships/oleObject" Target="../embeddings/oleObject55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61.bin"/><Relationship Id="rId5" Type="http://schemas.openxmlformats.org/officeDocument/2006/relationships/oleObject" Target="../embeddings/oleObject60.bin"/><Relationship Id="rId4" Type="http://schemas.openxmlformats.org/officeDocument/2006/relationships/image" Target="../media/image6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8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67.bin"/><Relationship Id="rId5" Type="http://schemas.openxmlformats.org/officeDocument/2006/relationships/oleObject" Target="../embeddings/oleObject66.bin"/><Relationship Id="rId4" Type="http://schemas.openxmlformats.org/officeDocument/2006/relationships/oleObject" Target="../embeddings/oleObject65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73.bin"/><Relationship Id="rId5" Type="http://schemas.openxmlformats.org/officeDocument/2006/relationships/oleObject" Target="../embeddings/oleObject72.bin"/><Relationship Id="rId4" Type="http://schemas.openxmlformats.org/officeDocument/2006/relationships/oleObject" Target="../embeddings/oleObject71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9.bin"/><Relationship Id="rId12" Type="http://schemas.openxmlformats.org/officeDocument/2006/relationships/oleObject" Target="../embeddings/oleObject8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78.bin"/><Relationship Id="rId11" Type="http://schemas.openxmlformats.org/officeDocument/2006/relationships/oleObject" Target="../embeddings/oleObject83.bin"/><Relationship Id="rId5" Type="http://schemas.openxmlformats.org/officeDocument/2006/relationships/oleObject" Target="../embeddings/oleObject77.bin"/><Relationship Id="rId10" Type="http://schemas.openxmlformats.org/officeDocument/2006/relationships/oleObject" Target="../embeddings/oleObject82.bin"/><Relationship Id="rId4" Type="http://schemas.openxmlformats.org/officeDocument/2006/relationships/oleObject" Target="../embeddings/oleObject76.bin"/><Relationship Id="rId9" Type="http://schemas.openxmlformats.org/officeDocument/2006/relationships/oleObject" Target="../embeddings/oleObject81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9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88.bin"/><Relationship Id="rId5" Type="http://schemas.openxmlformats.org/officeDocument/2006/relationships/oleObject" Target="../embeddings/oleObject87.bin"/><Relationship Id="rId4" Type="http://schemas.openxmlformats.org/officeDocument/2006/relationships/oleObject" Target="../embeddings/oleObject86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6.bin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94.bin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3.bin"/><Relationship Id="rId10" Type="http://schemas.openxmlformats.org/officeDocument/2006/relationships/oleObject" Target="../embeddings/oleObject98.bin"/><Relationship Id="rId4" Type="http://schemas.openxmlformats.org/officeDocument/2006/relationships/oleObject" Target="../embeddings/oleObject92.bin"/><Relationship Id="rId9" Type="http://schemas.openxmlformats.org/officeDocument/2006/relationships/oleObject" Target="../embeddings/oleObject97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5.bin"/><Relationship Id="rId3" Type="http://schemas.openxmlformats.org/officeDocument/2006/relationships/oleObject" Target="../embeddings/oleObject100.bin"/><Relationship Id="rId7" Type="http://schemas.openxmlformats.org/officeDocument/2006/relationships/oleObject" Target="../embeddings/oleObject10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03.bin"/><Relationship Id="rId5" Type="http://schemas.openxmlformats.org/officeDocument/2006/relationships/oleObject" Target="../embeddings/oleObject102.bin"/><Relationship Id="rId4" Type="http://schemas.openxmlformats.org/officeDocument/2006/relationships/oleObject" Target="../embeddings/oleObject101.bin"/><Relationship Id="rId9" Type="http://schemas.openxmlformats.org/officeDocument/2006/relationships/slide" Target="slide2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1.bin"/><Relationship Id="rId3" Type="http://schemas.openxmlformats.org/officeDocument/2006/relationships/oleObject" Target="../embeddings/oleObject106.bin"/><Relationship Id="rId7" Type="http://schemas.openxmlformats.org/officeDocument/2006/relationships/oleObject" Target="../embeddings/oleObject1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09.bin"/><Relationship Id="rId5" Type="http://schemas.openxmlformats.org/officeDocument/2006/relationships/oleObject" Target="../embeddings/oleObject108.bin"/><Relationship Id="rId4" Type="http://schemas.openxmlformats.org/officeDocument/2006/relationships/oleObject" Target="../embeddings/oleObject107.bin"/><Relationship Id="rId9" Type="http://schemas.openxmlformats.org/officeDocument/2006/relationships/oleObject" Target="../embeddings/oleObject112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8.bin"/><Relationship Id="rId13" Type="http://schemas.openxmlformats.org/officeDocument/2006/relationships/oleObject" Target="../embeddings/oleObject123.bin"/><Relationship Id="rId3" Type="http://schemas.openxmlformats.org/officeDocument/2006/relationships/oleObject" Target="../embeddings/oleObject113.bin"/><Relationship Id="rId7" Type="http://schemas.openxmlformats.org/officeDocument/2006/relationships/oleObject" Target="../embeddings/oleObject117.bin"/><Relationship Id="rId12" Type="http://schemas.openxmlformats.org/officeDocument/2006/relationships/oleObject" Target="../embeddings/oleObject122.bin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126.bin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16.bin"/><Relationship Id="rId11" Type="http://schemas.openxmlformats.org/officeDocument/2006/relationships/oleObject" Target="../embeddings/oleObject121.bin"/><Relationship Id="rId5" Type="http://schemas.openxmlformats.org/officeDocument/2006/relationships/oleObject" Target="../embeddings/oleObject115.bin"/><Relationship Id="rId15" Type="http://schemas.openxmlformats.org/officeDocument/2006/relationships/oleObject" Target="../embeddings/oleObject125.bin"/><Relationship Id="rId10" Type="http://schemas.openxmlformats.org/officeDocument/2006/relationships/oleObject" Target="../embeddings/oleObject120.bin"/><Relationship Id="rId4" Type="http://schemas.openxmlformats.org/officeDocument/2006/relationships/oleObject" Target="../embeddings/oleObject114.bin"/><Relationship Id="rId9" Type="http://schemas.openxmlformats.org/officeDocument/2006/relationships/oleObject" Target="../embeddings/oleObject119.bin"/><Relationship Id="rId14" Type="http://schemas.openxmlformats.org/officeDocument/2006/relationships/oleObject" Target="../embeddings/oleObject124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2.bin"/><Relationship Id="rId13" Type="http://schemas.openxmlformats.org/officeDocument/2006/relationships/oleObject" Target="../embeddings/oleObject137.bin"/><Relationship Id="rId3" Type="http://schemas.openxmlformats.org/officeDocument/2006/relationships/oleObject" Target="../embeddings/oleObject127.bin"/><Relationship Id="rId7" Type="http://schemas.openxmlformats.org/officeDocument/2006/relationships/oleObject" Target="../embeddings/oleObject131.bin"/><Relationship Id="rId12" Type="http://schemas.openxmlformats.org/officeDocument/2006/relationships/oleObject" Target="../embeddings/oleObject136.bin"/><Relationship Id="rId17" Type="http://schemas.openxmlformats.org/officeDocument/2006/relationships/oleObject" Target="../embeddings/oleObject141.bin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140.bin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30.bin"/><Relationship Id="rId11" Type="http://schemas.openxmlformats.org/officeDocument/2006/relationships/oleObject" Target="../embeddings/oleObject135.bin"/><Relationship Id="rId5" Type="http://schemas.openxmlformats.org/officeDocument/2006/relationships/oleObject" Target="../embeddings/oleObject129.bin"/><Relationship Id="rId15" Type="http://schemas.openxmlformats.org/officeDocument/2006/relationships/oleObject" Target="../embeddings/oleObject139.bin"/><Relationship Id="rId10" Type="http://schemas.openxmlformats.org/officeDocument/2006/relationships/oleObject" Target="../embeddings/oleObject134.bin"/><Relationship Id="rId4" Type="http://schemas.openxmlformats.org/officeDocument/2006/relationships/oleObject" Target="../embeddings/oleObject128.bin"/><Relationship Id="rId9" Type="http://schemas.openxmlformats.org/officeDocument/2006/relationships/oleObject" Target="../embeddings/oleObject133.bin"/><Relationship Id="rId14" Type="http://schemas.openxmlformats.org/officeDocument/2006/relationships/oleObject" Target="../embeddings/oleObject138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7.bin"/><Relationship Id="rId3" Type="http://schemas.openxmlformats.org/officeDocument/2006/relationships/oleObject" Target="../embeddings/oleObject142.bin"/><Relationship Id="rId7" Type="http://schemas.openxmlformats.org/officeDocument/2006/relationships/oleObject" Target="../embeddings/oleObject14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45.bin"/><Relationship Id="rId5" Type="http://schemas.openxmlformats.org/officeDocument/2006/relationships/oleObject" Target="../embeddings/oleObject144.bin"/><Relationship Id="rId4" Type="http://schemas.openxmlformats.org/officeDocument/2006/relationships/oleObject" Target="../embeddings/oleObject143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3.bin"/><Relationship Id="rId3" Type="http://schemas.openxmlformats.org/officeDocument/2006/relationships/oleObject" Target="../embeddings/oleObject148.bin"/><Relationship Id="rId7" Type="http://schemas.openxmlformats.org/officeDocument/2006/relationships/oleObject" Target="../embeddings/oleObject15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51.bin"/><Relationship Id="rId5" Type="http://schemas.openxmlformats.org/officeDocument/2006/relationships/oleObject" Target="../embeddings/oleObject150.bin"/><Relationship Id="rId4" Type="http://schemas.openxmlformats.org/officeDocument/2006/relationships/oleObject" Target="../embeddings/oleObject149.bin"/><Relationship Id="rId9" Type="http://schemas.openxmlformats.org/officeDocument/2006/relationships/oleObject" Target="../embeddings/oleObject154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0.bin"/><Relationship Id="rId3" Type="http://schemas.openxmlformats.org/officeDocument/2006/relationships/oleObject" Target="../embeddings/oleObject155.bin"/><Relationship Id="rId7" Type="http://schemas.openxmlformats.org/officeDocument/2006/relationships/oleObject" Target="../embeddings/oleObject15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58.bin"/><Relationship Id="rId11" Type="http://schemas.openxmlformats.org/officeDocument/2006/relationships/oleObject" Target="../embeddings/oleObject163.bin"/><Relationship Id="rId5" Type="http://schemas.openxmlformats.org/officeDocument/2006/relationships/oleObject" Target="../embeddings/oleObject157.bin"/><Relationship Id="rId10" Type="http://schemas.openxmlformats.org/officeDocument/2006/relationships/oleObject" Target="../embeddings/oleObject162.bin"/><Relationship Id="rId4" Type="http://schemas.openxmlformats.org/officeDocument/2006/relationships/oleObject" Target="../embeddings/oleObject156.bin"/><Relationship Id="rId9" Type="http://schemas.openxmlformats.org/officeDocument/2006/relationships/oleObject" Target="../embeddings/oleObject161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167.bin"/><Relationship Id="rId5" Type="http://schemas.openxmlformats.org/officeDocument/2006/relationships/oleObject" Target="../embeddings/oleObject166.bin"/><Relationship Id="rId4" Type="http://schemas.openxmlformats.org/officeDocument/2006/relationships/oleObject" Target="../embeddings/oleObject165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4" Type="http://schemas.openxmlformats.org/officeDocument/2006/relationships/oleObject" Target="../embeddings/oleObject169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5.bin"/><Relationship Id="rId3" Type="http://schemas.openxmlformats.org/officeDocument/2006/relationships/oleObject" Target="../embeddings/oleObject170.bin"/><Relationship Id="rId7" Type="http://schemas.openxmlformats.org/officeDocument/2006/relationships/oleObject" Target="../embeddings/oleObject17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173.bin"/><Relationship Id="rId5" Type="http://schemas.openxmlformats.org/officeDocument/2006/relationships/oleObject" Target="../embeddings/oleObject172.bin"/><Relationship Id="rId4" Type="http://schemas.openxmlformats.org/officeDocument/2006/relationships/oleObject" Target="../embeddings/oleObject171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1.bin"/><Relationship Id="rId3" Type="http://schemas.openxmlformats.org/officeDocument/2006/relationships/oleObject" Target="../embeddings/oleObject176.bin"/><Relationship Id="rId7" Type="http://schemas.openxmlformats.org/officeDocument/2006/relationships/oleObject" Target="../embeddings/oleObject180.bin"/><Relationship Id="rId12" Type="http://schemas.openxmlformats.org/officeDocument/2006/relationships/slide" Target="slide18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179.bin"/><Relationship Id="rId11" Type="http://schemas.openxmlformats.org/officeDocument/2006/relationships/oleObject" Target="../embeddings/oleObject184.bin"/><Relationship Id="rId5" Type="http://schemas.openxmlformats.org/officeDocument/2006/relationships/oleObject" Target="../embeddings/oleObject178.bin"/><Relationship Id="rId10" Type="http://schemas.openxmlformats.org/officeDocument/2006/relationships/oleObject" Target="../embeddings/oleObject183.bin"/><Relationship Id="rId4" Type="http://schemas.openxmlformats.org/officeDocument/2006/relationships/oleObject" Target="../embeddings/oleObject177.bin"/><Relationship Id="rId9" Type="http://schemas.openxmlformats.org/officeDocument/2006/relationships/oleObject" Target="../embeddings/oleObject182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0.bin"/><Relationship Id="rId3" Type="http://schemas.openxmlformats.org/officeDocument/2006/relationships/oleObject" Target="../embeddings/oleObject185.bin"/><Relationship Id="rId7" Type="http://schemas.openxmlformats.org/officeDocument/2006/relationships/oleObject" Target="../embeddings/oleObject18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188.bin"/><Relationship Id="rId5" Type="http://schemas.openxmlformats.org/officeDocument/2006/relationships/oleObject" Target="../embeddings/oleObject187.bin"/><Relationship Id="rId10" Type="http://schemas.openxmlformats.org/officeDocument/2006/relationships/oleObject" Target="../embeddings/oleObject192.bin"/><Relationship Id="rId4" Type="http://schemas.openxmlformats.org/officeDocument/2006/relationships/oleObject" Target="../embeddings/oleObject186.bin"/><Relationship Id="rId9" Type="http://schemas.openxmlformats.org/officeDocument/2006/relationships/oleObject" Target="../embeddings/oleObject191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8.bin"/><Relationship Id="rId3" Type="http://schemas.openxmlformats.org/officeDocument/2006/relationships/oleObject" Target="../embeddings/oleObject193.bin"/><Relationship Id="rId7" Type="http://schemas.openxmlformats.org/officeDocument/2006/relationships/oleObject" Target="../embeddings/oleObject19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196.bin"/><Relationship Id="rId5" Type="http://schemas.openxmlformats.org/officeDocument/2006/relationships/oleObject" Target="../embeddings/oleObject195.bin"/><Relationship Id="rId10" Type="http://schemas.openxmlformats.org/officeDocument/2006/relationships/oleObject" Target="../embeddings/oleObject200.bin"/><Relationship Id="rId4" Type="http://schemas.openxmlformats.org/officeDocument/2006/relationships/oleObject" Target="../embeddings/oleObject194.bin"/><Relationship Id="rId9" Type="http://schemas.openxmlformats.org/officeDocument/2006/relationships/oleObject" Target="../embeddings/oleObject199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1.bin"/><Relationship Id="rId7" Type="http://schemas.openxmlformats.org/officeDocument/2006/relationships/oleObject" Target="../embeddings/oleObject20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204.bin"/><Relationship Id="rId5" Type="http://schemas.openxmlformats.org/officeDocument/2006/relationships/oleObject" Target="../embeddings/oleObject203.bin"/><Relationship Id="rId4" Type="http://schemas.openxmlformats.org/officeDocument/2006/relationships/oleObject" Target="../embeddings/oleObject202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1.bin"/><Relationship Id="rId3" Type="http://schemas.openxmlformats.org/officeDocument/2006/relationships/oleObject" Target="../embeddings/oleObject206.bin"/><Relationship Id="rId7" Type="http://schemas.openxmlformats.org/officeDocument/2006/relationships/oleObject" Target="../embeddings/oleObject2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209.bin"/><Relationship Id="rId5" Type="http://schemas.openxmlformats.org/officeDocument/2006/relationships/oleObject" Target="../embeddings/oleObject208.bin"/><Relationship Id="rId10" Type="http://schemas.openxmlformats.org/officeDocument/2006/relationships/oleObject" Target="../embeddings/oleObject213.bin"/><Relationship Id="rId4" Type="http://schemas.openxmlformats.org/officeDocument/2006/relationships/oleObject" Target="../embeddings/oleObject207.bin"/><Relationship Id="rId9" Type="http://schemas.openxmlformats.org/officeDocument/2006/relationships/oleObject" Target="../embeddings/oleObject212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9.bin"/><Relationship Id="rId3" Type="http://schemas.openxmlformats.org/officeDocument/2006/relationships/oleObject" Target="../embeddings/oleObject214.bin"/><Relationship Id="rId7" Type="http://schemas.openxmlformats.org/officeDocument/2006/relationships/oleObject" Target="../embeddings/oleObject21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217.bin"/><Relationship Id="rId5" Type="http://schemas.openxmlformats.org/officeDocument/2006/relationships/oleObject" Target="../embeddings/oleObject216.bin"/><Relationship Id="rId4" Type="http://schemas.openxmlformats.org/officeDocument/2006/relationships/oleObject" Target="../embeddings/oleObject215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5.bin"/><Relationship Id="rId3" Type="http://schemas.openxmlformats.org/officeDocument/2006/relationships/oleObject" Target="../embeddings/oleObject220.bin"/><Relationship Id="rId7" Type="http://schemas.openxmlformats.org/officeDocument/2006/relationships/oleObject" Target="../embeddings/oleObject22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223.bin"/><Relationship Id="rId5" Type="http://schemas.openxmlformats.org/officeDocument/2006/relationships/oleObject" Target="../embeddings/oleObject222.bin"/><Relationship Id="rId4" Type="http://schemas.openxmlformats.org/officeDocument/2006/relationships/oleObject" Target="../embeddings/oleObject221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6.bin"/><Relationship Id="rId7" Type="http://schemas.openxmlformats.org/officeDocument/2006/relationships/oleObject" Target="../embeddings/oleObject230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229.bin"/><Relationship Id="rId5" Type="http://schemas.openxmlformats.org/officeDocument/2006/relationships/oleObject" Target="../embeddings/oleObject228.bin"/><Relationship Id="rId4" Type="http://schemas.openxmlformats.org/officeDocument/2006/relationships/oleObject" Target="../embeddings/oleObject227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234.bin"/><Relationship Id="rId5" Type="http://schemas.openxmlformats.org/officeDocument/2006/relationships/oleObject" Target="../embeddings/oleObject233.bin"/><Relationship Id="rId4" Type="http://schemas.openxmlformats.org/officeDocument/2006/relationships/oleObject" Target="../embeddings/oleObject232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9.bin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238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237.bin"/><Relationship Id="rId5" Type="http://schemas.openxmlformats.org/officeDocument/2006/relationships/oleObject" Target="../embeddings/oleObject236.bin"/><Relationship Id="rId10" Type="http://schemas.openxmlformats.org/officeDocument/2006/relationships/oleObject" Target="../embeddings/oleObject241.bin"/><Relationship Id="rId4" Type="http://schemas.openxmlformats.org/officeDocument/2006/relationships/oleObject" Target="../embeddings/oleObject235.bin"/><Relationship Id="rId9" Type="http://schemas.openxmlformats.org/officeDocument/2006/relationships/oleObject" Target="../embeddings/oleObject240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7.bin"/><Relationship Id="rId3" Type="http://schemas.openxmlformats.org/officeDocument/2006/relationships/oleObject" Target="../embeddings/oleObject242.bin"/><Relationship Id="rId7" Type="http://schemas.openxmlformats.org/officeDocument/2006/relationships/oleObject" Target="../embeddings/oleObject24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245.bin"/><Relationship Id="rId11" Type="http://schemas.openxmlformats.org/officeDocument/2006/relationships/oleObject" Target="../embeddings/oleObject250.bin"/><Relationship Id="rId5" Type="http://schemas.openxmlformats.org/officeDocument/2006/relationships/oleObject" Target="../embeddings/oleObject244.bin"/><Relationship Id="rId10" Type="http://schemas.openxmlformats.org/officeDocument/2006/relationships/oleObject" Target="../embeddings/oleObject249.bin"/><Relationship Id="rId4" Type="http://schemas.openxmlformats.org/officeDocument/2006/relationships/oleObject" Target="../embeddings/oleObject243.bin"/><Relationship Id="rId9" Type="http://schemas.openxmlformats.org/officeDocument/2006/relationships/oleObject" Target="../embeddings/oleObject248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6.bin"/><Relationship Id="rId13" Type="http://schemas.openxmlformats.org/officeDocument/2006/relationships/oleObject" Target="../embeddings/oleObject261.bin"/><Relationship Id="rId3" Type="http://schemas.openxmlformats.org/officeDocument/2006/relationships/oleObject" Target="../embeddings/oleObject251.bin"/><Relationship Id="rId7" Type="http://schemas.openxmlformats.org/officeDocument/2006/relationships/oleObject" Target="../embeddings/oleObject255.bin"/><Relationship Id="rId12" Type="http://schemas.openxmlformats.org/officeDocument/2006/relationships/oleObject" Target="../embeddings/oleObject260.bin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264.bin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254.bin"/><Relationship Id="rId11" Type="http://schemas.openxmlformats.org/officeDocument/2006/relationships/oleObject" Target="../embeddings/oleObject259.bin"/><Relationship Id="rId5" Type="http://schemas.openxmlformats.org/officeDocument/2006/relationships/oleObject" Target="../embeddings/oleObject253.bin"/><Relationship Id="rId15" Type="http://schemas.openxmlformats.org/officeDocument/2006/relationships/oleObject" Target="../embeddings/oleObject263.bin"/><Relationship Id="rId10" Type="http://schemas.openxmlformats.org/officeDocument/2006/relationships/oleObject" Target="../embeddings/oleObject258.bin"/><Relationship Id="rId4" Type="http://schemas.openxmlformats.org/officeDocument/2006/relationships/oleObject" Target="../embeddings/oleObject252.bin"/><Relationship Id="rId9" Type="http://schemas.openxmlformats.org/officeDocument/2006/relationships/oleObject" Target="../embeddings/oleObject257.bin"/><Relationship Id="rId14" Type="http://schemas.openxmlformats.org/officeDocument/2006/relationships/oleObject" Target="../embeddings/oleObject262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9.bin"/><Relationship Id="rId3" Type="http://schemas.openxmlformats.org/officeDocument/2006/relationships/slide" Target="slide4.xml"/><Relationship Id="rId7" Type="http://schemas.openxmlformats.org/officeDocument/2006/relationships/oleObject" Target="../embeddings/oleObject26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267.bin"/><Relationship Id="rId11" Type="http://schemas.openxmlformats.org/officeDocument/2006/relationships/oleObject" Target="../embeddings/oleObject272.bin"/><Relationship Id="rId5" Type="http://schemas.openxmlformats.org/officeDocument/2006/relationships/oleObject" Target="../embeddings/oleObject266.bin"/><Relationship Id="rId10" Type="http://schemas.openxmlformats.org/officeDocument/2006/relationships/oleObject" Target="../embeddings/oleObject271.bin"/><Relationship Id="rId4" Type="http://schemas.openxmlformats.org/officeDocument/2006/relationships/oleObject" Target="../embeddings/oleObject265.bin"/><Relationship Id="rId9" Type="http://schemas.openxmlformats.org/officeDocument/2006/relationships/oleObject" Target="../embeddings/oleObject270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8.vml"/><Relationship Id="rId4" Type="http://schemas.openxmlformats.org/officeDocument/2006/relationships/oleObject" Target="../embeddings/oleObject274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0.bin"/><Relationship Id="rId3" Type="http://schemas.openxmlformats.org/officeDocument/2006/relationships/oleObject" Target="../embeddings/oleObject275.bin"/><Relationship Id="rId7" Type="http://schemas.openxmlformats.org/officeDocument/2006/relationships/oleObject" Target="../embeddings/oleObject279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9.vml"/><Relationship Id="rId6" Type="http://schemas.openxmlformats.org/officeDocument/2006/relationships/oleObject" Target="../embeddings/oleObject278.bin"/><Relationship Id="rId5" Type="http://schemas.openxmlformats.org/officeDocument/2006/relationships/oleObject" Target="../embeddings/oleObject277.bin"/><Relationship Id="rId4" Type="http://schemas.openxmlformats.org/officeDocument/2006/relationships/oleObject" Target="../embeddings/oleObject276.bin"/><Relationship Id="rId9" Type="http://schemas.openxmlformats.org/officeDocument/2006/relationships/oleObject" Target="../embeddings/oleObject281.bin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../../&#26412;&#31456;&#23567;&#33410;.ppt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616075" y="1419225"/>
            <a:ext cx="4105275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 sz="2000" b="1">
                <a:latin typeface="华文中宋"/>
                <a:ea typeface="华文中宋"/>
                <a:cs typeface="华文中宋"/>
              </a:rPr>
              <a:t>§1-1 参照系 坐标系 物理模型</a:t>
            </a:r>
          </a:p>
        </p:txBody>
      </p:sp>
      <p:sp>
        <p:nvSpPr>
          <p:cNvPr id="17410" name="矩形 1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1616075" y="2019300"/>
            <a:ext cx="4827588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 sz="2000" b="1">
                <a:latin typeface="华文中宋"/>
                <a:ea typeface="华文中宋"/>
                <a:cs typeface="华文中宋"/>
              </a:rPr>
              <a:t>§1-2 位置矢量 位移 速度 加速度</a:t>
            </a:r>
          </a:p>
        </p:txBody>
      </p:sp>
      <p:sp>
        <p:nvSpPr>
          <p:cNvPr id="17411" name="矩形 2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1616075" y="2619375"/>
            <a:ext cx="5692775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 sz="2000" b="1">
                <a:latin typeface="华文中宋"/>
                <a:ea typeface="华文中宋"/>
                <a:cs typeface="华文中宋"/>
              </a:rPr>
              <a:t>§1-3 曲线运动的描述 运动学中的两类问题</a:t>
            </a:r>
          </a:p>
        </p:txBody>
      </p:sp>
      <p:sp>
        <p:nvSpPr>
          <p:cNvPr id="17412" name="矩形 3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1616075" y="3219450"/>
            <a:ext cx="410527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 sz="2000" b="1">
                <a:latin typeface="华文中宋"/>
                <a:ea typeface="华文中宋"/>
                <a:cs typeface="华文中宋"/>
              </a:rPr>
              <a:t>§1-4 相对运动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755650" y="1416050"/>
            <a:ext cx="52578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b="1">
                <a:solidFill>
                  <a:srgbClr val="800000"/>
                </a:solidFill>
                <a:latin typeface="华文中宋"/>
                <a:ea typeface="华文中宋"/>
                <a:cs typeface="华文中宋"/>
              </a:rPr>
              <a:t>1</a:t>
            </a:r>
            <a:r>
              <a:rPr lang="zh-CN" altLang="en-US" sz="2000" b="1">
                <a:solidFill>
                  <a:srgbClr val="800000"/>
                </a:solidFill>
                <a:latin typeface="华文中宋"/>
                <a:ea typeface="华文中宋"/>
                <a:cs typeface="华文中宋"/>
              </a:rPr>
              <a:t>、运动的绝对性和相对性</a:t>
            </a: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827088" y="1793875"/>
            <a:ext cx="66960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 b="1">
                <a:latin typeface="华文中宋"/>
                <a:ea typeface="华文中宋"/>
                <a:cs typeface="华文中宋"/>
              </a:rPr>
              <a:t>运动是绝对的，而运动的描述是相对的。</a:t>
            </a:r>
            <a:endParaRPr kumimoji="1" lang="zh-CN" altLang="en-US" sz="1800" b="1">
              <a:latin typeface="华文中宋"/>
              <a:ea typeface="华文中宋"/>
              <a:cs typeface="华文中宋"/>
            </a:endParaRPr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827088" y="2225675"/>
            <a:ext cx="74882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绝对性：</a:t>
            </a:r>
            <a:r>
              <a:rPr lang="zh-CN" altLang="en-US" sz="1800" b="1">
                <a:latin typeface="华文中宋"/>
                <a:ea typeface="华文中宋"/>
                <a:cs typeface="华文中宋"/>
              </a:rPr>
              <a:t>自然界中万事万物都是运动着的。</a:t>
            </a:r>
            <a:endParaRPr kumimoji="1" lang="zh-CN" altLang="en-US" sz="1800" b="1">
              <a:latin typeface="华文中宋"/>
              <a:ea typeface="华文中宋"/>
              <a:cs typeface="华文中宋"/>
            </a:endParaRPr>
          </a:p>
        </p:txBody>
      </p:sp>
      <p:sp>
        <p:nvSpPr>
          <p:cNvPr id="16406" name="Text Box 22"/>
          <p:cNvSpPr txBox="1">
            <a:spLocks noChangeArrowheads="1"/>
          </p:cNvSpPr>
          <p:nvPr/>
        </p:nvSpPr>
        <p:spPr bwMode="auto">
          <a:xfrm>
            <a:off x="833438" y="2603500"/>
            <a:ext cx="82026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  <a:sym typeface="Wingdings 2" pitchFamily="18" charset="2"/>
              </a:rPr>
              <a:t>相对性：</a:t>
            </a:r>
            <a:r>
              <a:rPr lang="zh-CN" altLang="en-US" sz="18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运动描述的相对性，</a:t>
            </a:r>
            <a:r>
              <a:rPr lang="zh-CN" altLang="en-US" sz="1800" b="1">
                <a:latin typeface="华文中宋"/>
                <a:ea typeface="华文中宋"/>
                <a:cs typeface="华文中宋"/>
              </a:rPr>
              <a:t>即选不同的参考系，运动的描述是不同的。</a:t>
            </a:r>
          </a:p>
        </p:txBody>
      </p:sp>
      <p:grpSp>
        <p:nvGrpSpPr>
          <p:cNvPr id="3" name="Group 23"/>
          <p:cNvGrpSpPr>
            <a:grpSpLocks noChangeAspect="1"/>
          </p:cNvGrpSpPr>
          <p:nvPr/>
        </p:nvGrpSpPr>
        <p:grpSpPr bwMode="auto">
          <a:xfrm>
            <a:off x="1435100" y="3489325"/>
            <a:ext cx="3949700" cy="1036638"/>
            <a:chOff x="0" y="-83"/>
            <a:chExt cx="4656" cy="1798"/>
          </a:xfrm>
        </p:grpSpPr>
        <p:grpSp>
          <p:nvGrpSpPr>
            <p:cNvPr id="14389" name="Group 24"/>
            <p:cNvGrpSpPr>
              <a:grpSpLocks/>
            </p:cNvGrpSpPr>
            <p:nvPr/>
          </p:nvGrpSpPr>
          <p:grpSpPr bwMode="auto">
            <a:xfrm>
              <a:off x="720" y="563"/>
              <a:ext cx="576" cy="816"/>
              <a:chOff x="0" y="-120"/>
              <a:chExt cx="576" cy="816"/>
            </a:xfrm>
          </p:grpSpPr>
          <p:sp>
            <p:nvSpPr>
              <p:cNvPr id="14407" name="Oval 25"/>
              <p:cNvSpPr>
                <a:spLocks noChangeArrowheads="1"/>
              </p:cNvSpPr>
              <p:nvPr/>
            </p:nvSpPr>
            <p:spPr bwMode="auto">
              <a:xfrm>
                <a:off x="0" y="-120"/>
                <a:ext cx="576" cy="816"/>
              </a:xfrm>
              <a:prstGeom prst="ellipse">
                <a:avLst/>
              </a:prstGeom>
              <a:solidFill>
                <a:schemeClr val="folHlink"/>
              </a:solidFill>
              <a:ln w="9525">
                <a:round/>
                <a:headEnd/>
                <a:tailEnd/>
              </a:ln>
              <a:scene3d>
                <a:camera prst="legacyObliqueTopRight">
                  <a:rot lat="0" lon="300000" rev="0"/>
                </a:camera>
                <a:lightRig rig="legacyFlat3" dir="b"/>
              </a:scene3d>
              <a:sp3d extrusionH="176200" prstMaterial="legacyMatte">
                <a:bevelT w="13500" h="13500" prst="angle"/>
                <a:bevelB w="13500" h="13500" prst="angle"/>
                <a:extrusionClr>
                  <a:schemeClr val="folHlink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zh-CN" altLang="en-US"/>
              </a:p>
            </p:txBody>
          </p:sp>
          <p:sp>
            <p:nvSpPr>
              <p:cNvPr id="14408" name="Oval 26"/>
              <p:cNvSpPr>
                <a:spLocks noChangeArrowheads="1"/>
              </p:cNvSpPr>
              <p:nvPr/>
            </p:nvSpPr>
            <p:spPr bwMode="auto">
              <a:xfrm>
                <a:off x="240" y="-120"/>
                <a:ext cx="96" cy="816"/>
              </a:xfrm>
              <a:prstGeom prst="ellipse">
                <a:avLst/>
              </a:prstGeom>
              <a:solidFill>
                <a:schemeClr val="folHlink"/>
              </a:solidFill>
              <a:ln w="12700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390" name="Group 27"/>
            <p:cNvGrpSpPr>
              <a:grpSpLocks/>
            </p:cNvGrpSpPr>
            <p:nvPr/>
          </p:nvGrpSpPr>
          <p:grpSpPr bwMode="auto">
            <a:xfrm>
              <a:off x="3216" y="563"/>
              <a:ext cx="576" cy="816"/>
              <a:chOff x="0" y="-120"/>
              <a:chExt cx="576" cy="816"/>
            </a:xfrm>
          </p:grpSpPr>
          <p:sp>
            <p:nvSpPr>
              <p:cNvPr id="14405" name="Oval 28"/>
              <p:cNvSpPr>
                <a:spLocks noChangeArrowheads="1"/>
              </p:cNvSpPr>
              <p:nvPr/>
            </p:nvSpPr>
            <p:spPr bwMode="auto">
              <a:xfrm>
                <a:off x="0" y="-120"/>
                <a:ext cx="576" cy="816"/>
              </a:xfrm>
              <a:prstGeom prst="ellipse">
                <a:avLst/>
              </a:prstGeom>
              <a:solidFill>
                <a:schemeClr val="folHlink"/>
              </a:solidFill>
              <a:ln w="9525">
                <a:round/>
                <a:headEnd/>
                <a:tailEnd/>
              </a:ln>
              <a:scene3d>
                <a:camera prst="legacyObliqueTopRight">
                  <a:rot lat="0" lon="300000" rev="0"/>
                </a:camera>
                <a:lightRig rig="legacyFlat3" dir="b"/>
              </a:scene3d>
              <a:sp3d extrusionH="176200" prstMaterial="legacyMatte">
                <a:bevelT w="13500" h="13500" prst="angle"/>
                <a:bevelB w="13500" h="13500" prst="angle"/>
                <a:extrusionClr>
                  <a:schemeClr val="folHlink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zh-CN" altLang="en-US"/>
              </a:p>
            </p:txBody>
          </p:sp>
          <p:sp>
            <p:nvSpPr>
              <p:cNvPr id="14406" name="Oval 29"/>
              <p:cNvSpPr>
                <a:spLocks noChangeArrowheads="1"/>
              </p:cNvSpPr>
              <p:nvPr/>
            </p:nvSpPr>
            <p:spPr bwMode="auto">
              <a:xfrm>
                <a:off x="240" y="-120"/>
                <a:ext cx="96" cy="816"/>
              </a:xfrm>
              <a:prstGeom prst="ellipse">
                <a:avLst/>
              </a:prstGeom>
              <a:solidFill>
                <a:schemeClr val="folHlink"/>
              </a:solidFill>
              <a:ln w="12700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4391" name="Rectangle 30"/>
            <p:cNvSpPr>
              <a:spLocks noChangeArrowheads="1"/>
            </p:cNvSpPr>
            <p:nvPr/>
          </p:nvSpPr>
          <p:spPr bwMode="auto">
            <a:xfrm>
              <a:off x="0" y="369"/>
              <a:ext cx="3792" cy="580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801800" prstMaterial="legacyMatte">
              <a:bevelT w="13500" h="13500" prst="angle"/>
              <a:bevelB w="13500" h="13500" prst="angle"/>
              <a:extrusionClr>
                <a:schemeClr val="folHlink"/>
              </a:extrusionClr>
            </a:sp3d>
          </p:spPr>
          <p:txBody>
            <a:bodyPr anchor="ctr">
              <a:spAutoFit/>
              <a:flatTx/>
            </a:bodyPr>
            <a:lstStyle/>
            <a:p>
              <a:endParaRPr lang="zh-CN" altLang="en-US"/>
            </a:p>
          </p:txBody>
        </p:sp>
        <p:grpSp>
          <p:nvGrpSpPr>
            <p:cNvPr id="14392" name="Group 31"/>
            <p:cNvGrpSpPr>
              <a:grpSpLocks/>
            </p:cNvGrpSpPr>
            <p:nvPr/>
          </p:nvGrpSpPr>
          <p:grpSpPr bwMode="auto">
            <a:xfrm>
              <a:off x="2832" y="899"/>
              <a:ext cx="576" cy="816"/>
              <a:chOff x="0" y="-120"/>
              <a:chExt cx="576" cy="816"/>
            </a:xfrm>
          </p:grpSpPr>
          <p:sp>
            <p:nvSpPr>
              <p:cNvPr id="14403" name="Oval 32"/>
              <p:cNvSpPr>
                <a:spLocks noChangeArrowheads="1"/>
              </p:cNvSpPr>
              <p:nvPr/>
            </p:nvSpPr>
            <p:spPr bwMode="auto">
              <a:xfrm>
                <a:off x="0" y="-120"/>
                <a:ext cx="576" cy="816"/>
              </a:xfrm>
              <a:prstGeom prst="ellipse">
                <a:avLst/>
              </a:prstGeom>
              <a:solidFill>
                <a:schemeClr val="folHlink"/>
              </a:solidFill>
              <a:ln w="9525">
                <a:round/>
                <a:headEnd/>
                <a:tailEnd/>
              </a:ln>
              <a:scene3d>
                <a:camera prst="legacyObliqueTopRight">
                  <a:rot lat="0" lon="21299986" rev="0"/>
                </a:camera>
                <a:lightRig rig="legacyFlat3" dir="b"/>
              </a:scene3d>
              <a:sp3d extrusionH="176200" prstMaterial="legacyMatte">
                <a:bevelT w="13500" h="13500" prst="angle"/>
                <a:bevelB w="13500" h="13500" prst="angle"/>
                <a:extrusionClr>
                  <a:schemeClr val="folHlink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zh-CN" altLang="en-US"/>
              </a:p>
            </p:txBody>
          </p:sp>
          <p:sp>
            <p:nvSpPr>
              <p:cNvPr id="14404" name="Oval 33"/>
              <p:cNvSpPr>
                <a:spLocks noChangeArrowheads="1"/>
              </p:cNvSpPr>
              <p:nvPr/>
            </p:nvSpPr>
            <p:spPr bwMode="auto">
              <a:xfrm>
                <a:off x="240" y="-120"/>
                <a:ext cx="96" cy="816"/>
              </a:xfrm>
              <a:prstGeom prst="ellipse">
                <a:avLst/>
              </a:prstGeom>
              <a:solidFill>
                <a:schemeClr val="folHlink"/>
              </a:solidFill>
              <a:ln w="12700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4393" name="Line 34"/>
            <p:cNvSpPr>
              <a:spLocks noChangeShapeType="1"/>
            </p:cNvSpPr>
            <p:nvPr/>
          </p:nvSpPr>
          <p:spPr bwMode="auto">
            <a:xfrm flipV="1">
              <a:off x="0" y="59"/>
              <a:ext cx="0" cy="1248"/>
            </a:xfrm>
            <a:prstGeom prst="line">
              <a:avLst/>
            </a:prstGeom>
            <a:noFill/>
            <a:ln w="38100" cap="sq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94" name="Line 35"/>
            <p:cNvSpPr>
              <a:spLocks noChangeShapeType="1"/>
            </p:cNvSpPr>
            <p:nvPr/>
          </p:nvSpPr>
          <p:spPr bwMode="auto">
            <a:xfrm>
              <a:off x="912" y="1307"/>
              <a:ext cx="480" cy="0"/>
            </a:xfrm>
            <a:prstGeom prst="line">
              <a:avLst/>
            </a:prstGeom>
            <a:noFill/>
            <a:ln w="38100" cap="sq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95" name="Line 36"/>
            <p:cNvSpPr>
              <a:spLocks noChangeShapeType="1"/>
            </p:cNvSpPr>
            <p:nvPr/>
          </p:nvSpPr>
          <p:spPr bwMode="auto">
            <a:xfrm flipV="1">
              <a:off x="0" y="875"/>
              <a:ext cx="432" cy="432"/>
            </a:xfrm>
            <a:prstGeom prst="line">
              <a:avLst/>
            </a:prstGeom>
            <a:noFill/>
            <a:ln w="38100" cap="sq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14374" name="Object 38"/>
            <p:cNvGraphicFramePr>
              <a:graphicFrameLocks noChangeAspect="1"/>
            </p:cNvGraphicFramePr>
            <p:nvPr/>
          </p:nvGraphicFramePr>
          <p:xfrm>
            <a:off x="192" y="203"/>
            <a:ext cx="759" cy="875"/>
          </p:xfrm>
          <a:graphic>
            <a:graphicData uri="http://schemas.openxmlformats.org/presentationml/2006/ole">
              <p:oleObj spid="_x0000_s14374" r:id="rId4" imgW="1997050" imgH="2303374" progId="">
                <p:embed/>
              </p:oleObj>
            </a:graphicData>
          </a:graphic>
        </p:graphicFrame>
        <p:grpSp>
          <p:nvGrpSpPr>
            <p:cNvPr id="14396" name="Group 38"/>
            <p:cNvGrpSpPr>
              <a:grpSpLocks/>
            </p:cNvGrpSpPr>
            <p:nvPr/>
          </p:nvGrpSpPr>
          <p:grpSpPr bwMode="auto">
            <a:xfrm>
              <a:off x="288" y="899"/>
              <a:ext cx="576" cy="816"/>
              <a:chOff x="0" y="-120"/>
              <a:chExt cx="576" cy="816"/>
            </a:xfrm>
          </p:grpSpPr>
          <p:sp>
            <p:nvSpPr>
              <p:cNvPr id="14400" name="Line 39"/>
              <p:cNvSpPr>
                <a:spLocks noChangeShapeType="1"/>
              </p:cNvSpPr>
              <p:nvPr/>
            </p:nvSpPr>
            <p:spPr bwMode="auto">
              <a:xfrm>
                <a:off x="144" y="288"/>
                <a:ext cx="384" cy="0"/>
              </a:xfrm>
              <a:prstGeom prst="line">
                <a:avLst/>
              </a:prstGeom>
              <a:noFill/>
              <a:ln w="38100" cap="sq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01" name="Oval 40"/>
              <p:cNvSpPr>
                <a:spLocks noChangeArrowheads="1"/>
              </p:cNvSpPr>
              <p:nvPr/>
            </p:nvSpPr>
            <p:spPr bwMode="auto">
              <a:xfrm>
                <a:off x="0" y="-120"/>
                <a:ext cx="576" cy="816"/>
              </a:xfrm>
              <a:prstGeom prst="ellipse">
                <a:avLst/>
              </a:prstGeom>
              <a:solidFill>
                <a:schemeClr val="folHlink"/>
              </a:solidFill>
              <a:ln w="9525">
                <a:round/>
                <a:headEnd/>
                <a:tailEnd/>
              </a:ln>
              <a:scene3d>
                <a:camera prst="legacyObliqueTopRight">
                  <a:rot lat="0" lon="21299986" rev="0"/>
                </a:camera>
                <a:lightRig rig="legacyFlat3" dir="b"/>
              </a:scene3d>
              <a:sp3d extrusionH="176200" prstMaterial="legacyMatte">
                <a:bevelT w="13500" h="13500" prst="angle"/>
                <a:bevelB w="13500" h="13500" prst="angle"/>
                <a:extrusionClr>
                  <a:schemeClr val="folHlink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zh-CN" altLang="en-US"/>
              </a:p>
            </p:txBody>
          </p:sp>
          <p:sp>
            <p:nvSpPr>
              <p:cNvPr id="14402" name="Oval 41"/>
              <p:cNvSpPr>
                <a:spLocks noChangeArrowheads="1"/>
              </p:cNvSpPr>
              <p:nvPr/>
            </p:nvSpPr>
            <p:spPr bwMode="auto">
              <a:xfrm>
                <a:off x="240" y="-120"/>
                <a:ext cx="96" cy="816"/>
              </a:xfrm>
              <a:prstGeom prst="ellipse">
                <a:avLst/>
              </a:prstGeom>
              <a:solidFill>
                <a:schemeClr val="folHlink"/>
              </a:solidFill>
              <a:ln w="12700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4397" name="Line 42"/>
            <p:cNvSpPr>
              <a:spLocks noChangeShapeType="1"/>
            </p:cNvSpPr>
            <p:nvPr/>
          </p:nvSpPr>
          <p:spPr bwMode="auto">
            <a:xfrm>
              <a:off x="0" y="1307"/>
              <a:ext cx="288" cy="0"/>
            </a:xfrm>
            <a:prstGeom prst="line">
              <a:avLst/>
            </a:prstGeom>
            <a:noFill/>
            <a:ln w="38100" cap="sq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98" name="Line 43"/>
            <p:cNvSpPr>
              <a:spLocks noChangeShapeType="1"/>
            </p:cNvSpPr>
            <p:nvPr/>
          </p:nvSpPr>
          <p:spPr bwMode="auto">
            <a:xfrm>
              <a:off x="4032" y="443"/>
              <a:ext cx="624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99" name="Text Box 44"/>
            <p:cNvSpPr txBox="1">
              <a:spLocks noChangeArrowheads="1"/>
            </p:cNvSpPr>
            <p:nvPr/>
          </p:nvSpPr>
          <p:spPr bwMode="auto">
            <a:xfrm>
              <a:off x="4147" y="-83"/>
              <a:ext cx="363" cy="6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3200"/>
                <a:t>V</a:t>
              </a:r>
            </a:p>
          </p:txBody>
        </p:sp>
      </p:grpSp>
      <p:grpSp>
        <p:nvGrpSpPr>
          <p:cNvPr id="8" name="Group 45"/>
          <p:cNvGrpSpPr>
            <a:grpSpLocks noChangeAspect="1"/>
          </p:cNvGrpSpPr>
          <p:nvPr/>
        </p:nvGrpSpPr>
        <p:grpSpPr bwMode="auto">
          <a:xfrm>
            <a:off x="4102100" y="3871913"/>
            <a:ext cx="438150" cy="600075"/>
            <a:chOff x="0" y="18"/>
            <a:chExt cx="672" cy="1313"/>
          </a:xfrm>
        </p:grpSpPr>
        <p:sp>
          <p:nvSpPr>
            <p:cNvPr id="14387" name="未知"/>
            <p:cNvSpPr>
              <a:spLocks/>
            </p:cNvSpPr>
            <p:nvPr/>
          </p:nvSpPr>
          <p:spPr bwMode="auto">
            <a:xfrm>
              <a:off x="0" y="18"/>
              <a:ext cx="528" cy="732"/>
            </a:xfrm>
            <a:custGeom>
              <a:avLst/>
              <a:gdLst>
                <a:gd name="T0" fmla="*/ 0 w 384"/>
                <a:gd name="T1" fmla="*/ 0 h 768"/>
                <a:gd name="T2" fmla="*/ 894 w 384"/>
                <a:gd name="T3" fmla="*/ 38 h 768"/>
                <a:gd name="T4" fmla="*/ 2232 w 384"/>
                <a:gd name="T5" fmla="*/ 189 h 768"/>
                <a:gd name="T6" fmla="*/ 3120 w 384"/>
                <a:gd name="T7" fmla="*/ 378 h 768"/>
                <a:gd name="T8" fmla="*/ 3568 w 384"/>
                <a:gd name="T9" fmla="*/ 604 h 7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4"/>
                <a:gd name="T16" fmla="*/ 0 h 768"/>
                <a:gd name="T17" fmla="*/ 384 w 384"/>
                <a:gd name="T18" fmla="*/ 768 h 7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4" h="768">
                  <a:moveTo>
                    <a:pt x="0" y="0"/>
                  </a:moveTo>
                  <a:cubicBezTo>
                    <a:pt x="28" y="4"/>
                    <a:pt x="56" y="8"/>
                    <a:pt x="96" y="48"/>
                  </a:cubicBezTo>
                  <a:cubicBezTo>
                    <a:pt x="136" y="88"/>
                    <a:pt x="200" y="168"/>
                    <a:pt x="240" y="240"/>
                  </a:cubicBezTo>
                  <a:cubicBezTo>
                    <a:pt x="280" y="312"/>
                    <a:pt x="312" y="392"/>
                    <a:pt x="336" y="480"/>
                  </a:cubicBezTo>
                  <a:cubicBezTo>
                    <a:pt x="360" y="568"/>
                    <a:pt x="376" y="720"/>
                    <a:pt x="384" y="768"/>
                  </a:cubicBezTo>
                </a:path>
              </a:pathLst>
            </a:custGeom>
            <a:noFill/>
            <a:ln w="12700" cap="sq" cmpd="sng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88" name="Oval 47"/>
            <p:cNvSpPr>
              <a:spLocks noChangeArrowheads="1"/>
            </p:cNvSpPr>
            <p:nvPr/>
          </p:nvSpPr>
          <p:spPr bwMode="auto">
            <a:xfrm>
              <a:off x="384" y="301"/>
              <a:ext cx="288" cy="1030"/>
            </a:xfrm>
            <a:prstGeom prst="ellipse">
              <a:avLst/>
            </a:prstGeom>
            <a:gradFill rotWithShape="0">
              <a:gsLst>
                <a:gs pos="0">
                  <a:srgbClr val="FF3300"/>
                </a:gs>
                <a:gs pos="100000">
                  <a:srgbClr val="8F1D00"/>
                </a:gs>
              </a:gsLst>
              <a:path path="shape">
                <a:fillToRect l="50000" t="50000" r="50000" b="50000"/>
              </a:path>
            </a:gradFill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0" name="Group 48"/>
          <p:cNvGrpSpPr>
            <a:grpSpLocks noChangeAspect="1"/>
          </p:cNvGrpSpPr>
          <p:nvPr/>
        </p:nvGrpSpPr>
        <p:grpSpPr bwMode="auto">
          <a:xfrm>
            <a:off x="3721100" y="3973513"/>
            <a:ext cx="187325" cy="565150"/>
            <a:chOff x="0" y="0"/>
            <a:chExt cx="288" cy="1235"/>
          </a:xfrm>
        </p:grpSpPr>
        <p:sp>
          <p:nvSpPr>
            <p:cNvPr id="14385" name="Oval 49"/>
            <p:cNvSpPr>
              <a:spLocks noChangeArrowheads="1"/>
            </p:cNvSpPr>
            <p:nvPr/>
          </p:nvSpPr>
          <p:spPr bwMode="auto">
            <a:xfrm>
              <a:off x="0" y="206"/>
              <a:ext cx="288" cy="1029"/>
            </a:xfrm>
            <a:prstGeom prst="ellipse">
              <a:avLst/>
            </a:prstGeom>
            <a:gradFill rotWithShape="0">
              <a:gsLst>
                <a:gs pos="0">
                  <a:srgbClr val="FF3300"/>
                </a:gs>
                <a:gs pos="100000">
                  <a:srgbClr val="8F1D00"/>
                </a:gs>
              </a:gsLst>
              <a:path path="shape">
                <a:fillToRect l="50000" t="50000" r="50000" b="50000"/>
              </a:path>
            </a:gradFill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86" name="Line 50"/>
            <p:cNvSpPr>
              <a:spLocks noChangeShapeType="1"/>
            </p:cNvSpPr>
            <p:nvPr/>
          </p:nvSpPr>
          <p:spPr bwMode="auto">
            <a:xfrm>
              <a:off x="144" y="0"/>
              <a:ext cx="0" cy="57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6435" name="Oval 51"/>
          <p:cNvSpPr>
            <a:spLocks noChangeAspect="1" noChangeArrowheads="1"/>
          </p:cNvSpPr>
          <p:nvPr/>
        </p:nvSpPr>
        <p:spPr bwMode="auto">
          <a:xfrm>
            <a:off x="3721100" y="3422650"/>
            <a:ext cx="187325" cy="469900"/>
          </a:xfrm>
          <a:prstGeom prst="ellipse">
            <a:avLst/>
          </a:prstGeom>
          <a:gradFill rotWithShape="0">
            <a:gsLst>
              <a:gs pos="0">
                <a:srgbClr val="FF3300"/>
              </a:gs>
              <a:gs pos="100000">
                <a:srgbClr val="8F1D00"/>
              </a:gs>
            </a:gsLst>
            <a:path path="shape">
              <a:fillToRect l="50000" t="50000" r="50000" b="50000"/>
            </a:path>
          </a:gra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439" name="Text Box 55"/>
          <p:cNvSpPr txBox="1">
            <a:spLocks noChangeAspect="1" noChangeArrowheads="1"/>
          </p:cNvSpPr>
          <p:nvPr/>
        </p:nvSpPr>
        <p:spPr bwMode="auto">
          <a:xfrm>
            <a:off x="7454900" y="2830513"/>
            <a:ext cx="558800" cy="1004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9600">
                <a:solidFill>
                  <a:srgbClr val="0000FF"/>
                </a:solidFill>
                <a:sym typeface="Webdings" pitchFamily="18" charset="2"/>
              </a:rPr>
              <a:t></a:t>
            </a:r>
            <a:endParaRPr lang="zh-CN" altLang="en-US" sz="9600">
              <a:solidFill>
                <a:srgbClr val="0000FF"/>
              </a:solidFill>
            </a:endParaRPr>
          </a:p>
        </p:txBody>
      </p:sp>
      <p:sp>
        <p:nvSpPr>
          <p:cNvPr id="14384" name="Text Box 2"/>
          <p:cNvSpPr>
            <a:spLocks noChangeArrowheads="1"/>
          </p:cNvSpPr>
          <p:nvPr/>
        </p:nvSpPr>
        <p:spPr bwMode="auto">
          <a:xfrm>
            <a:off x="827088" y="915988"/>
            <a:ext cx="1938337" cy="400050"/>
          </a:xfrm>
          <a:prstGeom prst="homePlate">
            <a:avLst>
              <a:gd name="adj" fmla="val 50045"/>
            </a:avLst>
          </a:prstGeom>
          <a:solidFill>
            <a:srgbClr val="539A84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一、参考系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43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6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autoUpdateAnimBg="0"/>
      <p:bldP spid="9" grpId="0" build="p" autoUpdateAnimBg="0"/>
      <p:bldP spid="2" grpId="0" build="p" autoUpdateAnimBg="0"/>
      <p:bldP spid="16406" grpId="0" autoUpdateAnimBg="0"/>
      <p:bldP spid="16435" grpId="0" animBg="1"/>
      <p:bldP spid="16439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304800" y="1284288"/>
            <a:ext cx="830580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762000">
              <a:spcBef>
                <a:spcPct val="50000"/>
              </a:spcBef>
            </a:pPr>
            <a:r>
              <a:rPr lang="zh-CN" altLang="en-US" sz="1800" b="1">
                <a:latin typeface="华文中宋"/>
                <a:ea typeface="华文中宋"/>
                <a:cs typeface="华文中宋"/>
              </a:rPr>
              <a:t>要确定物体的运动性质，必须选另一物体或物体群作参考（或标准）</a:t>
            </a:r>
            <a:r>
              <a:rPr lang="zh-CN" altLang="en-US" sz="1800" b="1">
                <a:solidFill>
                  <a:srgbClr val="0066FF"/>
                </a:solidFill>
                <a:latin typeface="华文中宋"/>
                <a:ea typeface="华文中宋"/>
                <a:cs typeface="华文中宋"/>
              </a:rPr>
              <a:t>。</a:t>
            </a:r>
            <a:r>
              <a:rPr lang="zh-CN" altLang="en-US" sz="18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描述物体运动时被选作参考（标准）的物体或物体群</a:t>
            </a:r>
            <a:r>
              <a:rPr lang="en-US" altLang="zh-CN" sz="18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——</a:t>
            </a:r>
            <a:r>
              <a:rPr lang="zh-CN" altLang="en-US" sz="18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称为参考系。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228600" y="915988"/>
            <a:ext cx="19621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20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  <a:sym typeface="Wingdings 2" pitchFamily="18" charset="2"/>
              </a:rPr>
              <a:t>2</a:t>
            </a:r>
            <a:r>
              <a:rPr lang="zh-CN" altLang="en-US" sz="20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  <a:sym typeface="Wingdings 2" pitchFamily="18" charset="2"/>
              </a:rPr>
              <a:t>、</a:t>
            </a:r>
            <a:r>
              <a:rPr lang="zh-CN" altLang="en-US" sz="20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参考系</a:t>
            </a:r>
          </a:p>
        </p:txBody>
      </p:sp>
      <p:sp>
        <p:nvSpPr>
          <p:cNvPr id="17461" name="Oval 53"/>
          <p:cNvSpPr>
            <a:spLocks noChangeArrowheads="1"/>
          </p:cNvSpPr>
          <p:nvPr/>
        </p:nvSpPr>
        <p:spPr bwMode="auto">
          <a:xfrm>
            <a:off x="1603375" y="2816225"/>
            <a:ext cx="1206500" cy="90487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62" name="Oval 54"/>
          <p:cNvSpPr>
            <a:spLocks noChangeArrowheads="1"/>
          </p:cNvSpPr>
          <p:nvPr/>
        </p:nvSpPr>
        <p:spPr bwMode="auto">
          <a:xfrm>
            <a:off x="684213" y="2414588"/>
            <a:ext cx="6273800" cy="1676400"/>
          </a:xfrm>
          <a:prstGeom prst="ellipse">
            <a:avLst/>
          </a:prstGeom>
          <a:solidFill>
            <a:srgbClr val="FFFFFF"/>
          </a:solidFill>
          <a:ln w="508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63" name="Oval 55"/>
          <p:cNvSpPr>
            <a:spLocks noChangeArrowheads="1"/>
          </p:cNvSpPr>
          <p:nvPr/>
        </p:nvSpPr>
        <p:spPr bwMode="auto">
          <a:xfrm>
            <a:off x="1978025" y="3097213"/>
            <a:ext cx="381000" cy="285750"/>
          </a:xfrm>
          <a:prstGeom prst="ellipse">
            <a:avLst/>
          </a:prstGeom>
          <a:solidFill>
            <a:srgbClr val="FF0066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64" name="Line 56"/>
          <p:cNvSpPr>
            <a:spLocks noChangeShapeType="1"/>
          </p:cNvSpPr>
          <p:nvPr/>
        </p:nvSpPr>
        <p:spPr bwMode="auto">
          <a:xfrm>
            <a:off x="1673225" y="3268663"/>
            <a:ext cx="228600" cy="0"/>
          </a:xfrm>
          <a:prstGeom prst="line">
            <a:avLst/>
          </a:prstGeom>
          <a:noFill/>
          <a:ln w="12700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65" name="Line 57"/>
          <p:cNvSpPr>
            <a:spLocks noChangeShapeType="1"/>
          </p:cNvSpPr>
          <p:nvPr/>
        </p:nvSpPr>
        <p:spPr bwMode="auto">
          <a:xfrm>
            <a:off x="2206625" y="2868613"/>
            <a:ext cx="0" cy="171450"/>
          </a:xfrm>
          <a:prstGeom prst="line">
            <a:avLst/>
          </a:prstGeom>
          <a:noFill/>
          <a:ln w="12700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66" name="Line 58"/>
          <p:cNvSpPr>
            <a:spLocks noChangeShapeType="1"/>
          </p:cNvSpPr>
          <p:nvPr/>
        </p:nvSpPr>
        <p:spPr bwMode="auto">
          <a:xfrm flipV="1">
            <a:off x="2359025" y="2925763"/>
            <a:ext cx="304800" cy="171450"/>
          </a:xfrm>
          <a:prstGeom prst="line">
            <a:avLst/>
          </a:prstGeom>
          <a:noFill/>
          <a:ln w="12700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67" name="Line 59"/>
          <p:cNvSpPr>
            <a:spLocks noChangeShapeType="1"/>
          </p:cNvSpPr>
          <p:nvPr/>
        </p:nvSpPr>
        <p:spPr bwMode="auto">
          <a:xfrm>
            <a:off x="2359025" y="3382963"/>
            <a:ext cx="304800" cy="171450"/>
          </a:xfrm>
          <a:prstGeom prst="line">
            <a:avLst/>
          </a:prstGeom>
          <a:noFill/>
          <a:ln w="12700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68" name="Line 60"/>
          <p:cNvSpPr>
            <a:spLocks noChangeShapeType="1"/>
          </p:cNvSpPr>
          <p:nvPr/>
        </p:nvSpPr>
        <p:spPr bwMode="auto">
          <a:xfrm flipH="1" flipV="1">
            <a:off x="1749425" y="2925763"/>
            <a:ext cx="228600" cy="171450"/>
          </a:xfrm>
          <a:prstGeom prst="line">
            <a:avLst/>
          </a:prstGeom>
          <a:noFill/>
          <a:ln w="12700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69" name="Line 61"/>
          <p:cNvSpPr>
            <a:spLocks noChangeShapeType="1"/>
          </p:cNvSpPr>
          <p:nvPr/>
        </p:nvSpPr>
        <p:spPr bwMode="auto">
          <a:xfrm>
            <a:off x="2206625" y="3440113"/>
            <a:ext cx="0" cy="228600"/>
          </a:xfrm>
          <a:prstGeom prst="line">
            <a:avLst/>
          </a:prstGeom>
          <a:noFill/>
          <a:ln w="12700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70" name="Line 62"/>
          <p:cNvSpPr>
            <a:spLocks noChangeShapeType="1"/>
          </p:cNvSpPr>
          <p:nvPr/>
        </p:nvSpPr>
        <p:spPr bwMode="auto">
          <a:xfrm>
            <a:off x="2511425" y="3268663"/>
            <a:ext cx="152400" cy="0"/>
          </a:xfrm>
          <a:prstGeom prst="line">
            <a:avLst/>
          </a:prstGeom>
          <a:noFill/>
          <a:ln w="12700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71" name="Line 63"/>
          <p:cNvSpPr>
            <a:spLocks noChangeShapeType="1"/>
          </p:cNvSpPr>
          <p:nvPr/>
        </p:nvSpPr>
        <p:spPr bwMode="auto">
          <a:xfrm flipH="1">
            <a:off x="1825625" y="3382963"/>
            <a:ext cx="228600" cy="171450"/>
          </a:xfrm>
          <a:prstGeom prst="line">
            <a:avLst/>
          </a:prstGeom>
          <a:noFill/>
          <a:ln w="12700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72" name="Line 64"/>
          <p:cNvSpPr>
            <a:spLocks noChangeShapeType="1"/>
          </p:cNvSpPr>
          <p:nvPr/>
        </p:nvSpPr>
        <p:spPr bwMode="auto">
          <a:xfrm flipV="1">
            <a:off x="2511425" y="3097213"/>
            <a:ext cx="152400" cy="57150"/>
          </a:xfrm>
          <a:prstGeom prst="line">
            <a:avLst/>
          </a:prstGeom>
          <a:noFill/>
          <a:ln w="12700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73" name="Line 65"/>
          <p:cNvSpPr>
            <a:spLocks noChangeShapeType="1"/>
          </p:cNvSpPr>
          <p:nvPr/>
        </p:nvSpPr>
        <p:spPr bwMode="auto">
          <a:xfrm>
            <a:off x="2282825" y="3440113"/>
            <a:ext cx="76200" cy="114300"/>
          </a:xfrm>
          <a:prstGeom prst="line">
            <a:avLst/>
          </a:prstGeom>
          <a:noFill/>
          <a:ln w="12700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74" name="Line 66"/>
          <p:cNvSpPr>
            <a:spLocks noChangeShapeType="1"/>
          </p:cNvSpPr>
          <p:nvPr/>
        </p:nvSpPr>
        <p:spPr bwMode="auto">
          <a:xfrm flipH="1">
            <a:off x="1749425" y="3325813"/>
            <a:ext cx="228600" cy="57150"/>
          </a:xfrm>
          <a:prstGeom prst="line">
            <a:avLst/>
          </a:prstGeom>
          <a:noFill/>
          <a:ln w="12700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75" name="Line 67"/>
          <p:cNvSpPr>
            <a:spLocks noChangeShapeType="1"/>
          </p:cNvSpPr>
          <p:nvPr/>
        </p:nvSpPr>
        <p:spPr bwMode="auto">
          <a:xfrm flipH="1">
            <a:off x="2054225" y="3440113"/>
            <a:ext cx="76200" cy="114300"/>
          </a:xfrm>
          <a:prstGeom prst="line">
            <a:avLst/>
          </a:prstGeom>
          <a:noFill/>
          <a:ln w="12700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76" name="Line 68"/>
          <p:cNvSpPr>
            <a:spLocks noChangeShapeType="1"/>
          </p:cNvSpPr>
          <p:nvPr/>
        </p:nvSpPr>
        <p:spPr bwMode="auto">
          <a:xfrm>
            <a:off x="1673225" y="3097213"/>
            <a:ext cx="228600" cy="57150"/>
          </a:xfrm>
          <a:prstGeom prst="line">
            <a:avLst/>
          </a:prstGeom>
          <a:noFill/>
          <a:ln w="12700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77" name="Line 69"/>
          <p:cNvSpPr>
            <a:spLocks noChangeShapeType="1"/>
          </p:cNvSpPr>
          <p:nvPr/>
        </p:nvSpPr>
        <p:spPr bwMode="auto">
          <a:xfrm flipH="1" flipV="1">
            <a:off x="1978025" y="2925763"/>
            <a:ext cx="76200" cy="114300"/>
          </a:xfrm>
          <a:prstGeom prst="line">
            <a:avLst/>
          </a:prstGeom>
          <a:noFill/>
          <a:ln w="12700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78" name="Line 70"/>
          <p:cNvSpPr>
            <a:spLocks noChangeShapeType="1"/>
          </p:cNvSpPr>
          <p:nvPr/>
        </p:nvSpPr>
        <p:spPr bwMode="auto">
          <a:xfrm flipV="1">
            <a:off x="2282825" y="2868613"/>
            <a:ext cx="76200" cy="171450"/>
          </a:xfrm>
          <a:prstGeom prst="line">
            <a:avLst/>
          </a:prstGeom>
          <a:noFill/>
          <a:ln w="12700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79" name="Line 71"/>
          <p:cNvSpPr>
            <a:spLocks noChangeShapeType="1"/>
          </p:cNvSpPr>
          <p:nvPr/>
        </p:nvSpPr>
        <p:spPr bwMode="auto">
          <a:xfrm>
            <a:off x="2435225" y="3325813"/>
            <a:ext cx="152400" cy="57150"/>
          </a:xfrm>
          <a:prstGeom prst="line">
            <a:avLst/>
          </a:prstGeom>
          <a:noFill/>
          <a:ln w="12700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80" name="Rectangle 72"/>
          <p:cNvSpPr>
            <a:spLocks noChangeArrowheads="1"/>
          </p:cNvSpPr>
          <p:nvPr/>
        </p:nvSpPr>
        <p:spPr bwMode="auto">
          <a:xfrm>
            <a:off x="1597025" y="3438525"/>
            <a:ext cx="11096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zh-CN" altLang="en-US" sz="2400" b="1">
                <a:latin typeface="Arial" charset="0"/>
                <a:ea typeface="华文中宋"/>
                <a:cs typeface="华文中宋"/>
              </a:rPr>
              <a:t>日心系</a:t>
            </a:r>
          </a:p>
        </p:txBody>
      </p:sp>
      <p:graphicFrame>
        <p:nvGraphicFramePr>
          <p:cNvPr id="17482" name="Object 38"/>
          <p:cNvGraphicFramePr>
            <a:graphicFrameLocks/>
          </p:cNvGraphicFramePr>
          <p:nvPr/>
        </p:nvGraphicFramePr>
        <p:xfrm>
          <a:off x="6016625" y="2879725"/>
          <a:ext cx="1524000" cy="1181100"/>
        </p:xfrm>
        <a:graphic>
          <a:graphicData uri="http://schemas.openxmlformats.org/presentationml/2006/ole">
            <p:oleObj spid="_x0000_s15398" r:id="rId3" imgW="3660901" imgH="3636143" progId="">
              <p:embed/>
            </p:oleObj>
          </a:graphicData>
        </a:graphic>
      </p:graphicFrame>
      <p:sp>
        <p:nvSpPr>
          <p:cNvPr id="17483" name="Line 75"/>
          <p:cNvSpPr>
            <a:spLocks noChangeShapeType="1"/>
          </p:cNvSpPr>
          <p:nvPr/>
        </p:nvSpPr>
        <p:spPr bwMode="auto">
          <a:xfrm flipV="1">
            <a:off x="6778625" y="2308225"/>
            <a:ext cx="0" cy="1143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84" name="Line 76"/>
          <p:cNvSpPr>
            <a:spLocks noChangeShapeType="1"/>
          </p:cNvSpPr>
          <p:nvPr/>
        </p:nvSpPr>
        <p:spPr bwMode="auto">
          <a:xfrm>
            <a:off x="6778625" y="3451225"/>
            <a:ext cx="1676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85" name="Line 77"/>
          <p:cNvSpPr>
            <a:spLocks noChangeShapeType="1"/>
          </p:cNvSpPr>
          <p:nvPr/>
        </p:nvSpPr>
        <p:spPr bwMode="auto">
          <a:xfrm flipH="1">
            <a:off x="6092825" y="3451225"/>
            <a:ext cx="685800" cy="628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86" name="Rectangle 78"/>
          <p:cNvSpPr>
            <a:spLocks noChangeArrowheads="1"/>
          </p:cNvSpPr>
          <p:nvPr/>
        </p:nvSpPr>
        <p:spPr bwMode="auto">
          <a:xfrm>
            <a:off x="6838950" y="2090738"/>
            <a:ext cx="3254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zh-CN" b="1" i="1"/>
              <a:t>z</a:t>
            </a:r>
            <a:endParaRPr lang="en-US" altLang="zh-CN">
              <a:latin typeface="Bookman Old Style" pitchFamily="18" charset="0"/>
            </a:endParaRPr>
          </a:p>
        </p:txBody>
      </p:sp>
      <p:sp>
        <p:nvSpPr>
          <p:cNvPr id="17487" name="Rectangle 79"/>
          <p:cNvSpPr>
            <a:spLocks noChangeArrowheads="1"/>
          </p:cNvSpPr>
          <p:nvPr/>
        </p:nvSpPr>
        <p:spPr bwMode="auto">
          <a:xfrm>
            <a:off x="5848350" y="4057650"/>
            <a:ext cx="390525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zh-CN" sz="3200" b="1" i="1"/>
              <a:t>x</a:t>
            </a:r>
          </a:p>
        </p:txBody>
      </p:sp>
      <p:sp>
        <p:nvSpPr>
          <p:cNvPr id="17488" name="Rectangle 80"/>
          <p:cNvSpPr>
            <a:spLocks noChangeArrowheads="1"/>
          </p:cNvSpPr>
          <p:nvPr/>
        </p:nvSpPr>
        <p:spPr bwMode="auto">
          <a:xfrm>
            <a:off x="8362950" y="3429000"/>
            <a:ext cx="36830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zh-CN" sz="3200" b="1" i="1"/>
              <a:t>y</a:t>
            </a:r>
          </a:p>
        </p:txBody>
      </p:sp>
      <p:sp>
        <p:nvSpPr>
          <p:cNvPr id="17489" name="Rectangle 81"/>
          <p:cNvSpPr>
            <a:spLocks noChangeArrowheads="1"/>
          </p:cNvSpPr>
          <p:nvPr/>
        </p:nvSpPr>
        <p:spPr bwMode="auto">
          <a:xfrm>
            <a:off x="6610350" y="3963988"/>
            <a:ext cx="110966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zh-CN" altLang="en-US" sz="2400" b="1">
                <a:latin typeface="Arial" charset="0"/>
                <a:ea typeface="华文中宋"/>
                <a:cs typeface="华文中宋"/>
              </a:rPr>
              <a:t>地心系</a:t>
            </a:r>
          </a:p>
        </p:txBody>
      </p:sp>
      <p:sp>
        <p:nvSpPr>
          <p:cNvPr id="17490" name="Rectangle 82"/>
          <p:cNvSpPr>
            <a:spLocks noChangeArrowheads="1"/>
          </p:cNvSpPr>
          <p:nvPr/>
        </p:nvSpPr>
        <p:spPr bwMode="auto">
          <a:xfrm>
            <a:off x="6381750" y="3132138"/>
            <a:ext cx="417513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zh-CN" sz="3600" b="1" i="1"/>
              <a:t>o</a:t>
            </a:r>
          </a:p>
        </p:txBody>
      </p:sp>
      <p:sp>
        <p:nvSpPr>
          <p:cNvPr id="17492" name="Line 84"/>
          <p:cNvSpPr>
            <a:spLocks noChangeShapeType="1"/>
          </p:cNvSpPr>
          <p:nvPr/>
        </p:nvSpPr>
        <p:spPr bwMode="auto">
          <a:xfrm flipV="1">
            <a:off x="7265988" y="2868613"/>
            <a:ext cx="457200" cy="1714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93" name="Line 85"/>
          <p:cNvSpPr>
            <a:spLocks noChangeShapeType="1"/>
          </p:cNvSpPr>
          <p:nvPr/>
        </p:nvSpPr>
        <p:spPr bwMode="auto">
          <a:xfrm flipH="1" flipV="1">
            <a:off x="6961188" y="2754313"/>
            <a:ext cx="304800" cy="285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94" name="Line 86"/>
          <p:cNvSpPr>
            <a:spLocks noChangeShapeType="1"/>
          </p:cNvSpPr>
          <p:nvPr/>
        </p:nvSpPr>
        <p:spPr bwMode="auto">
          <a:xfrm flipH="1">
            <a:off x="7189788" y="3040063"/>
            <a:ext cx="76200" cy="285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95" name="Rectangle 87"/>
          <p:cNvSpPr>
            <a:spLocks noChangeArrowheads="1"/>
          </p:cNvSpPr>
          <p:nvPr/>
        </p:nvSpPr>
        <p:spPr bwMode="auto">
          <a:xfrm>
            <a:off x="7402513" y="2409825"/>
            <a:ext cx="11096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zh-CN" altLang="en-US" sz="2400" b="1">
                <a:latin typeface="Arial" charset="0"/>
                <a:ea typeface="华文中宋"/>
                <a:cs typeface="华文中宋"/>
              </a:rPr>
              <a:t>地面系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7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7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7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7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7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7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7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7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7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7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7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7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7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7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7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7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7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7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7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7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17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7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17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17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7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17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17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17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17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17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autoUpdateAnimBg="0"/>
      <p:bldP spid="17411" grpId="0" autoUpdateAnimBg="0"/>
      <p:bldP spid="17461" grpId="0" animBg="1"/>
      <p:bldP spid="17462" grpId="0" animBg="1"/>
      <p:bldP spid="17463" grpId="0" animBg="1"/>
      <p:bldP spid="17464" grpId="0" animBg="1"/>
      <p:bldP spid="17465" grpId="0" animBg="1"/>
      <p:bldP spid="17466" grpId="0" animBg="1"/>
      <p:bldP spid="17467" grpId="0" animBg="1"/>
      <p:bldP spid="17468" grpId="0" animBg="1"/>
      <p:bldP spid="17469" grpId="0" animBg="1"/>
      <p:bldP spid="17470" grpId="0" animBg="1"/>
      <p:bldP spid="17471" grpId="0" animBg="1"/>
      <p:bldP spid="17472" grpId="0" animBg="1"/>
      <p:bldP spid="17473" grpId="0" animBg="1"/>
      <p:bldP spid="17474" grpId="0" animBg="1"/>
      <p:bldP spid="17475" grpId="0" animBg="1"/>
      <p:bldP spid="17476" grpId="0" animBg="1"/>
      <p:bldP spid="17477" grpId="0" animBg="1"/>
      <p:bldP spid="17478" grpId="0" animBg="1"/>
      <p:bldP spid="17479" grpId="0" animBg="1"/>
      <p:bldP spid="17480" grpId="0"/>
      <p:bldP spid="17483" grpId="0" animBg="1"/>
      <p:bldP spid="17484" grpId="0" animBg="1"/>
      <p:bldP spid="17485" grpId="0" animBg="1"/>
      <p:bldP spid="17486" grpId="0"/>
      <p:bldP spid="17487" grpId="0"/>
      <p:bldP spid="17488" grpId="0"/>
      <p:bldP spid="17489" grpId="0"/>
      <p:bldP spid="17490" grpId="0"/>
      <p:bldP spid="17492" grpId="0" animBg="1"/>
      <p:bldP spid="17493" grpId="0" animBg="1"/>
      <p:bldP spid="17494" grpId="0" animBg="1"/>
      <p:bldP spid="1749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38"/>
          <p:cNvGrpSpPr>
            <a:grpSpLocks/>
          </p:cNvGrpSpPr>
          <p:nvPr/>
        </p:nvGrpSpPr>
        <p:grpSpPr bwMode="auto">
          <a:xfrm>
            <a:off x="1116013" y="1419225"/>
            <a:ext cx="2879725" cy="1730375"/>
            <a:chOff x="567" y="1162"/>
            <a:chExt cx="1814" cy="1452"/>
          </a:xfrm>
        </p:grpSpPr>
        <p:graphicFrame>
          <p:nvGraphicFramePr>
            <p:cNvPr id="16460" name="Object 76"/>
            <p:cNvGraphicFramePr>
              <a:graphicFrameLocks noChangeAspect="1"/>
            </p:cNvGraphicFramePr>
            <p:nvPr/>
          </p:nvGraphicFramePr>
          <p:xfrm>
            <a:off x="567" y="1162"/>
            <a:ext cx="1814" cy="1452"/>
          </p:xfrm>
          <a:graphic>
            <a:graphicData uri="http://schemas.openxmlformats.org/presentationml/2006/ole">
              <p:oleObj spid="_x0000_s16460" name="图片" r:id="rId3" imgW="2522220" imgH="1973580" progId="">
                <p:embed/>
              </p:oleObj>
            </a:graphicData>
          </a:graphic>
        </p:graphicFrame>
        <p:graphicFrame>
          <p:nvGraphicFramePr>
            <p:cNvPr id="16461" name="Object 77"/>
            <p:cNvGraphicFramePr>
              <a:graphicFrameLocks noChangeAspect="1"/>
            </p:cNvGraphicFramePr>
            <p:nvPr/>
          </p:nvGraphicFramePr>
          <p:xfrm>
            <a:off x="1760" y="1650"/>
            <a:ext cx="561" cy="167"/>
          </p:xfrm>
          <a:graphic>
            <a:graphicData uri="http://schemas.openxmlformats.org/presentationml/2006/ole">
              <p:oleObj spid="_x0000_s16461" r:id="rId4" imgW="748975" imgH="215806" progId="Equation.3">
                <p:embed/>
              </p:oleObj>
            </a:graphicData>
          </a:graphic>
        </p:graphicFrame>
        <p:sp>
          <p:nvSpPr>
            <p:cNvPr id="16523" name="Oval 6"/>
            <p:cNvSpPr>
              <a:spLocks noChangeArrowheads="1"/>
            </p:cNvSpPr>
            <p:nvPr/>
          </p:nvSpPr>
          <p:spPr bwMode="auto">
            <a:xfrm>
              <a:off x="1686" y="1661"/>
              <a:ext cx="30" cy="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526" name="Text Box 70"/>
          <p:cNvSpPr txBox="1">
            <a:spLocks noChangeArrowheads="1"/>
          </p:cNvSpPr>
          <p:nvPr/>
        </p:nvSpPr>
        <p:spPr bwMode="auto">
          <a:xfrm>
            <a:off x="1090613" y="1203325"/>
            <a:ext cx="701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  坐标系：是对参考系的数学表述，为定量地描述物体运动而引入。</a:t>
            </a:r>
            <a:endParaRPr lang="zh-CN" altLang="en-US" sz="1800" b="1">
              <a:latin typeface="华文中宋"/>
              <a:ea typeface="华文中宋"/>
              <a:cs typeface="华文中宋"/>
            </a:endParaRPr>
          </a:p>
        </p:txBody>
      </p:sp>
      <p:grpSp>
        <p:nvGrpSpPr>
          <p:cNvPr id="3" name="Group 135"/>
          <p:cNvGrpSpPr>
            <a:grpSpLocks noChangeAspect="1"/>
          </p:cNvGrpSpPr>
          <p:nvPr/>
        </p:nvGrpSpPr>
        <p:grpSpPr bwMode="auto">
          <a:xfrm>
            <a:off x="5003800" y="1533525"/>
            <a:ext cx="1674813" cy="933450"/>
            <a:chOff x="3703" y="438"/>
            <a:chExt cx="1261" cy="1307"/>
          </a:xfrm>
        </p:grpSpPr>
        <p:sp>
          <p:nvSpPr>
            <p:cNvPr id="16512" name="Line 136"/>
            <p:cNvSpPr>
              <a:spLocks noChangeShapeType="1"/>
            </p:cNvSpPr>
            <p:nvPr/>
          </p:nvSpPr>
          <p:spPr bwMode="auto">
            <a:xfrm>
              <a:off x="3830" y="1480"/>
              <a:ext cx="11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3" name="Line 137"/>
            <p:cNvSpPr>
              <a:spLocks noChangeShapeType="1"/>
            </p:cNvSpPr>
            <p:nvPr/>
          </p:nvSpPr>
          <p:spPr bwMode="auto">
            <a:xfrm flipV="1">
              <a:off x="3830" y="998"/>
              <a:ext cx="652" cy="482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4" name="Text Box 138"/>
            <p:cNvSpPr txBox="1">
              <a:spLocks noChangeArrowheads="1"/>
            </p:cNvSpPr>
            <p:nvPr/>
          </p:nvSpPr>
          <p:spPr bwMode="auto">
            <a:xfrm>
              <a:off x="3703" y="1435"/>
              <a:ext cx="19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800" b="1" i="1"/>
                <a:t>O</a:t>
              </a:r>
            </a:p>
          </p:txBody>
        </p:sp>
        <p:sp>
          <p:nvSpPr>
            <p:cNvPr id="16515" name="Rectangle 139"/>
            <p:cNvSpPr>
              <a:spLocks noChangeArrowheads="1"/>
            </p:cNvSpPr>
            <p:nvPr/>
          </p:nvSpPr>
          <p:spPr bwMode="auto">
            <a:xfrm>
              <a:off x="4766" y="1395"/>
              <a:ext cx="170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800" b="1" i="1"/>
                <a:t>x</a:t>
              </a:r>
            </a:p>
          </p:txBody>
        </p:sp>
        <p:sp>
          <p:nvSpPr>
            <p:cNvPr id="16516" name="Freeform 140"/>
            <p:cNvSpPr>
              <a:spLocks/>
            </p:cNvSpPr>
            <p:nvPr/>
          </p:nvSpPr>
          <p:spPr bwMode="auto">
            <a:xfrm>
              <a:off x="4000" y="1366"/>
              <a:ext cx="85" cy="114"/>
            </a:xfrm>
            <a:custGeom>
              <a:avLst/>
              <a:gdLst>
                <a:gd name="T0" fmla="*/ 0 w 85"/>
                <a:gd name="T1" fmla="*/ 0 h 114"/>
                <a:gd name="T2" fmla="*/ 57 w 85"/>
                <a:gd name="T3" fmla="*/ 28 h 114"/>
                <a:gd name="T4" fmla="*/ 85 w 85"/>
                <a:gd name="T5" fmla="*/ 114 h 114"/>
                <a:gd name="T6" fmla="*/ 0 60000 65536"/>
                <a:gd name="T7" fmla="*/ 0 60000 65536"/>
                <a:gd name="T8" fmla="*/ 0 60000 65536"/>
                <a:gd name="T9" fmla="*/ 0 w 85"/>
                <a:gd name="T10" fmla="*/ 0 h 114"/>
                <a:gd name="T11" fmla="*/ 85 w 85"/>
                <a:gd name="T12" fmla="*/ 114 h 1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5" h="114">
                  <a:moveTo>
                    <a:pt x="0" y="0"/>
                  </a:moveTo>
                  <a:cubicBezTo>
                    <a:pt x="21" y="4"/>
                    <a:pt x="43" y="9"/>
                    <a:pt x="57" y="28"/>
                  </a:cubicBezTo>
                  <a:cubicBezTo>
                    <a:pt x="71" y="47"/>
                    <a:pt x="78" y="80"/>
                    <a:pt x="85" y="11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7" name="Text Box 141"/>
            <p:cNvSpPr txBox="1">
              <a:spLocks noChangeArrowheads="1"/>
            </p:cNvSpPr>
            <p:nvPr/>
          </p:nvSpPr>
          <p:spPr bwMode="auto">
            <a:xfrm>
              <a:off x="4016" y="1278"/>
              <a:ext cx="17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800" b="1" i="1">
                  <a:latin typeface="Symbol" pitchFamily="18" charset="2"/>
                  <a:sym typeface="Symbol" pitchFamily="18" charset="2"/>
                </a:rPr>
                <a:t></a:t>
              </a:r>
            </a:p>
          </p:txBody>
        </p:sp>
        <p:graphicFrame>
          <p:nvGraphicFramePr>
            <p:cNvPr id="16462" name="Object 78"/>
            <p:cNvGraphicFramePr>
              <a:graphicFrameLocks noChangeAspect="1"/>
            </p:cNvGraphicFramePr>
            <p:nvPr/>
          </p:nvGraphicFramePr>
          <p:xfrm>
            <a:off x="4206" y="438"/>
            <a:ext cx="142" cy="214"/>
          </p:xfrm>
          <a:graphic>
            <a:graphicData uri="http://schemas.openxmlformats.org/presentationml/2006/ole">
              <p:oleObj spid="_x0000_s16462" name="Equation" r:id="rId5" imgW="152334" imgH="228501" progId="Equation.DSMT4">
                <p:embed/>
              </p:oleObj>
            </a:graphicData>
          </a:graphic>
        </p:graphicFrame>
        <p:graphicFrame>
          <p:nvGraphicFramePr>
            <p:cNvPr id="16463" name="Object 79"/>
            <p:cNvGraphicFramePr>
              <a:graphicFrameLocks noChangeAspect="1"/>
            </p:cNvGraphicFramePr>
            <p:nvPr/>
          </p:nvGraphicFramePr>
          <p:xfrm>
            <a:off x="4284" y="1126"/>
            <a:ext cx="133" cy="186"/>
          </p:xfrm>
          <a:graphic>
            <a:graphicData uri="http://schemas.openxmlformats.org/presentationml/2006/ole">
              <p:oleObj spid="_x0000_s16463" name="Equation" r:id="rId6" imgW="126725" imgH="177415" progId="Equation.DSMT4">
                <p:embed/>
              </p:oleObj>
            </a:graphicData>
          </a:graphic>
        </p:graphicFrame>
        <p:sp>
          <p:nvSpPr>
            <p:cNvPr id="16518" name="Text Box 144"/>
            <p:cNvSpPr txBox="1">
              <a:spLocks noChangeArrowheads="1"/>
            </p:cNvSpPr>
            <p:nvPr/>
          </p:nvSpPr>
          <p:spPr bwMode="auto">
            <a:xfrm>
              <a:off x="4482" y="916"/>
              <a:ext cx="184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800" b="1" i="1"/>
                <a:t>P</a:t>
              </a:r>
            </a:p>
          </p:txBody>
        </p:sp>
        <p:sp>
          <p:nvSpPr>
            <p:cNvPr id="16519" name="Line 145"/>
            <p:cNvSpPr>
              <a:spLocks noChangeShapeType="1"/>
            </p:cNvSpPr>
            <p:nvPr/>
          </p:nvSpPr>
          <p:spPr bwMode="auto">
            <a:xfrm flipV="1">
              <a:off x="3818" y="1338"/>
              <a:ext cx="198" cy="142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6464" name="Object 80"/>
            <p:cNvGraphicFramePr>
              <a:graphicFrameLocks noChangeAspect="1"/>
            </p:cNvGraphicFramePr>
            <p:nvPr/>
          </p:nvGraphicFramePr>
          <p:xfrm>
            <a:off x="3817" y="1100"/>
            <a:ext cx="167" cy="250"/>
          </p:xfrm>
          <a:graphic>
            <a:graphicData uri="http://schemas.openxmlformats.org/presentationml/2006/ole">
              <p:oleObj spid="_x0000_s16464" name="Equation" r:id="rId7" imgW="152334" imgH="228501" progId="Equation.DSMT4">
                <p:embed/>
              </p:oleObj>
            </a:graphicData>
          </a:graphic>
        </p:graphicFrame>
        <p:sp>
          <p:nvSpPr>
            <p:cNvPr id="16520" name="Line 147"/>
            <p:cNvSpPr>
              <a:spLocks noChangeShapeType="1"/>
            </p:cNvSpPr>
            <p:nvPr/>
          </p:nvSpPr>
          <p:spPr bwMode="auto">
            <a:xfrm flipH="1" flipV="1">
              <a:off x="4156" y="572"/>
              <a:ext cx="340" cy="4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6465" name="Object 81"/>
            <p:cNvGraphicFramePr>
              <a:graphicFrameLocks noChangeAspect="1"/>
            </p:cNvGraphicFramePr>
            <p:nvPr/>
          </p:nvGraphicFramePr>
          <p:xfrm>
            <a:off x="4186" y="759"/>
            <a:ext cx="171" cy="237"/>
          </p:xfrm>
          <a:graphic>
            <a:graphicData uri="http://schemas.openxmlformats.org/presentationml/2006/ole">
              <p:oleObj spid="_x0000_s16465" name="Equation" r:id="rId8" imgW="165028" imgH="228501" progId="Equation.DSMT4">
                <p:embed/>
              </p:oleObj>
            </a:graphicData>
          </a:graphic>
        </p:graphicFrame>
        <p:sp>
          <p:nvSpPr>
            <p:cNvPr id="16521" name="Line 149"/>
            <p:cNvSpPr>
              <a:spLocks noChangeShapeType="1"/>
            </p:cNvSpPr>
            <p:nvPr/>
          </p:nvSpPr>
          <p:spPr bwMode="auto">
            <a:xfrm flipH="1" flipV="1">
              <a:off x="4297" y="743"/>
              <a:ext cx="198" cy="256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22" name="Oval 150"/>
            <p:cNvSpPr>
              <a:spLocks noChangeArrowheads="1"/>
            </p:cNvSpPr>
            <p:nvPr/>
          </p:nvSpPr>
          <p:spPr bwMode="auto">
            <a:xfrm>
              <a:off x="4454" y="969"/>
              <a:ext cx="57" cy="57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 b="1">
                <a:solidFill>
                  <a:srgbClr val="000000"/>
                </a:solidFill>
              </a:endParaRPr>
            </a:p>
          </p:txBody>
        </p:sp>
      </p:grpSp>
      <p:sp>
        <p:nvSpPr>
          <p:cNvPr id="19551" name="Rectangle 97"/>
          <p:cNvSpPr>
            <a:spLocks noChangeAspect="1" noChangeArrowheads="1"/>
          </p:cNvSpPr>
          <p:nvPr/>
        </p:nvSpPr>
        <p:spPr bwMode="auto">
          <a:xfrm>
            <a:off x="5292725" y="2849563"/>
            <a:ext cx="1177925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1800" b="1">
                <a:latin typeface="华文中宋"/>
                <a:ea typeface="华文中宋"/>
                <a:cs typeface="华文中宋"/>
              </a:rPr>
              <a:t>平面极坐标系</a:t>
            </a:r>
            <a:endParaRPr lang="zh-CN" altLang="en-US" sz="1800" b="1">
              <a:latin typeface="华文中宋"/>
              <a:ea typeface="华文中宋"/>
              <a:cs typeface="华文中宋"/>
            </a:endParaRPr>
          </a:p>
        </p:txBody>
      </p:sp>
      <p:grpSp>
        <p:nvGrpSpPr>
          <p:cNvPr id="4" name="Group 169"/>
          <p:cNvGrpSpPr>
            <a:grpSpLocks noChangeAspect="1"/>
          </p:cNvGrpSpPr>
          <p:nvPr/>
        </p:nvGrpSpPr>
        <p:grpSpPr bwMode="auto">
          <a:xfrm>
            <a:off x="1247775" y="3286125"/>
            <a:ext cx="1736725" cy="906463"/>
            <a:chOff x="2965" y="366"/>
            <a:chExt cx="1323" cy="1267"/>
          </a:xfrm>
        </p:grpSpPr>
        <p:sp>
          <p:nvSpPr>
            <p:cNvPr id="16493" name="Line 170"/>
            <p:cNvSpPr>
              <a:spLocks noChangeShapeType="1"/>
            </p:cNvSpPr>
            <p:nvPr/>
          </p:nvSpPr>
          <p:spPr bwMode="auto">
            <a:xfrm>
              <a:off x="3277" y="1111"/>
              <a:ext cx="9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4" name="Line 171"/>
            <p:cNvSpPr>
              <a:spLocks noChangeShapeType="1"/>
            </p:cNvSpPr>
            <p:nvPr/>
          </p:nvSpPr>
          <p:spPr bwMode="auto">
            <a:xfrm flipH="1">
              <a:off x="2965" y="1128"/>
              <a:ext cx="313" cy="4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5" name="Line 172"/>
            <p:cNvSpPr>
              <a:spLocks noChangeShapeType="1"/>
            </p:cNvSpPr>
            <p:nvPr/>
          </p:nvSpPr>
          <p:spPr bwMode="auto">
            <a:xfrm flipV="1">
              <a:off x="3277" y="374"/>
              <a:ext cx="0" cy="7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6" name="Line 173"/>
            <p:cNvSpPr>
              <a:spLocks noChangeShapeType="1"/>
            </p:cNvSpPr>
            <p:nvPr/>
          </p:nvSpPr>
          <p:spPr bwMode="auto">
            <a:xfrm>
              <a:off x="3277" y="1139"/>
              <a:ext cx="578" cy="3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7" name="Line 174"/>
            <p:cNvSpPr>
              <a:spLocks noChangeShapeType="1"/>
            </p:cNvSpPr>
            <p:nvPr/>
          </p:nvSpPr>
          <p:spPr bwMode="auto">
            <a:xfrm>
              <a:off x="3277" y="572"/>
              <a:ext cx="578" cy="3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8" name="Line 175"/>
            <p:cNvSpPr>
              <a:spLocks noChangeShapeType="1"/>
            </p:cNvSpPr>
            <p:nvPr/>
          </p:nvSpPr>
          <p:spPr bwMode="auto">
            <a:xfrm flipV="1">
              <a:off x="3844" y="884"/>
              <a:ext cx="0" cy="5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9" name="Line 176"/>
            <p:cNvSpPr>
              <a:spLocks noChangeShapeType="1"/>
            </p:cNvSpPr>
            <p:nvPr/>
          </p:nvSpPr>
          <p:spPr bwMode="auto">
            <a:xfrm flipH="1">
              <a:off x="3844" y="1111"/>
              <a:ext cx="203" cy="3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00" name="Line 177"/>
            <p:cNvSpPr>
              <a:spLocks noChangeShapeType="1"/>
            </p:cNvSpPr>
            <p:nvPr/>
          </p:nvSpPr>
          <p:spPr bwMode="auto">
            <a:xfrm>
              <a:off x="3078" y="1451"/>
              <a:ext cx="77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01" name="Line 178"/>
            <p:cNvSpPr>
              <a:spLocks noChangeShapeType="1"/>
            </p:cNvSpPr>
            <p:nvPr/>
          </p:nvSpPr>
          <p:spPr bwMode="auto">
            <a:xfrm flipV="1">
              <a:off x="3277" y="884"/>
              <a:ext cx="564" cy="226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02" name="Text Box 179"/>
            <p:cNvSpPr txBox="1">
              <a:spLocks noChangeArrowheads="1"/>
            </p:cNvSpPr>
            <p:nvPr/>
          </p:nvSpPr>
          <p:spPr bwMode="auto">
            <a:xfrm>
              <a:off x="3560" y="884"/>
              <a:ext cx="17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lang="en-US" altLang="zh-CN" sz="1800" b="1" i="1">
                  <a:solidFill>
                    <a:srgbClr val="0000FF"/>
                  </a:solidFill>
                </a:rPr>
                <a:t>r</a:t>
              </a:r>
            </a:p>
          </p:txBody>
        </p:sp>
        <p:sp>
          <p:nvSpPr>
            <p:cNvPr id="16503" name="Text Box 180"/>
            <p:cNvSpPr txBox="1">
              <a:spLocks noChangeArrowheads="1"/>
            </p:cNvSpPr>
            <p:nvPr/>
          </p:nvSpPr>
          <p:spPr bwMode="auto">
            <a:xfrm>
              <a:off x="3236" y="1195"/>
              <a:ext cx="202" cy="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lang="en-US" altLang="zh-CN" sz="1800" b="1" i="1">
                  <a:solidFill>
                    <a:srgbClr val="0000FF"/>
                  </a:solidFill>
                  <a:sym typeface="Symbol" pitchFamily="18" charset="2"/>
                </a:rPr>
                <a:t></a:t>
              </a:r>
              <a:endParaRPr lang="en-US" altLang="zh-CN" sz="1800" b="1" i="1">
                <a:solidFill>
                  <a:srgbClr val="0000FF"/>
                </a:solidFill>
              </a:endParaRPr>
            </a:p>
          </p:txBody>
        </p:sp>
        <p:sp>
          <p:nvSpPr>
            <p:cNvPr id="16504" name="Text Box 181"/>
            <p:cNvSpPr txBox="1">
              <a:spLocks noChangeArrowheads="1"/>
            </p:cNvSpPr>
            <p:nvPr/>
          </p:nvSpPr>
          <p:spPr bwMode="auto">
            <a:xfrm>
              <a:off x="3255" y="788"/>
              <a:ext cx="19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lang="en-US" altLang="zh-CN" sz="1800" b="1" i="1">
                  <a:solidFill>
                    <a:srgbClr val="0000FF"/>
                  </a:solidFill>
                  <a:sym typeface="Symbol" pitchFamily="18" charset="2"/>
                </a:rPr>
                <a:t></a:t>
              </a:r>
              <a:endParaRPr lang="en-US" altLang="zh-CN" sz="1800" b="1" i="1">
                <a:solidFill>
                  <a:srgbClr val="0000FF"/>
                </a:solidFill>
              </a:endParaRPr>
            </a:p>
          </p:txBody>
        </p:sp>
        <p:sp>
          <p:nvSpPr>
            <p:cNvPr id="16505" name="Text Box 182"/>
            <p:cNvSpPr txBox="1">
              <a:spLocks noChangeArrowheads="1"/>
            </p:cNvSpPr>
            <p:nvPr/>
          </p:nvSpPr>
          <p:spPr bwMode="auto">
            <a:xfrm>
              <a:off x="2987" y="1440"/>
              <a:ext cx="142" cy="1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lang="en-US" altLang="zh-CN" sz="1800" b="1" i="1"/>
                <a:t>x</a:t>
              </a:r>
            </a:p>
          </p:txBody>
        </p:sp>
        <p:sp>
          <p:nvSpPr>
            <p:cNvPr id="16506" name="Text Box 183"/>
            <p:cNvSpPr txBox="1">
              <a:spLocks noChangeArrowheads="1"/>
            </p:cNvSpPr>
            <p:nvPr/>
          </p:nvSpPr>
          <p:spPr bwMode="auto">
            <a:xfrm>
              <a:off x="4089" y="1047"/>
              <a:ext cx="199" cy="2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lang="en-US" altLang="zh-CN" sz="1800" b="1" i="1"/>
                <a:t>y</a:t>
              </a:r>
            </a:p>
          </p:txBody>
        </p:sp>
        <p:sp>
          <p:nvSpPr>
            <p:cNvPr id="16507" name="Text Box 184"/>
            <p:cNvSpPr txBox="1">
              <a:spLocks noChangeArrowheads="1"/>
            </p:cNvSpPr>
            <p:nvPr/>
          </p:nvSpPr>
          <p:spPr bwMode="auto">
            <a:xfrm>
              <a:off x="3073" y="366"/>
              <a:ext cx="181" cy="2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lang="en-US" altLang="zh-CN" sz="1800" b="1" i="1"/>
                <a:t>z</a:t>
              </a:r>
            </a:p>
          </p:txBody>
        </p:sp>
        <p:sp>
          <p:nvSpPr>
            <p:cNvPr id="16508" name="Text Box 185"/>
            <p:cNvSpPr txBox="1">
              <a:spLocks noChangeArrowheads="1"/>
            </p:cNvSpPr>
            <p:nvPr/>
          </p:nvSpPr>
          <p:spPr bwMode="auto">
            <a:xfrm>
              <a:off x="3747" y="669"/>
              <a:ext cx="220" cy="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lang="en-US" altLang="zh-CN" sz="1800" b="1" i="1"/>
                <a:t>P</a:t>
              </a:r>
            </a:p>
          </p:txBody>
        </p:sp>
        <p:sp>
          <p:nvSpPr>
            <p:cNvPr id="16509" name="Freeform 186"/>
            <p:cNvSpPr>
              <a:spLocks/>
            </p:cNvSpPr>
            <p:nvPr/>
          </p:nvSpPr>
          <p:spPr bwMode="auto">
            <a:xfrm>
              <a:off x="3279" y="974"/>
              <a:ext cx="170" cy="80"/>
            </a:xfrm>
            <a:custGeom>
              <a:avLst/>
              <a:gdLst>
                <a:gd name="T0" fmla="*/ 0 w 199"/>
                <a:gd name="T1" fmla="*/ 3 h 94"/>
                <a:gd name="T2" fmla="*/ 3 w 199"/>
                <a:gd name="T3" fmla="*/ 3 h 94"/>
                <a:gd name="T4" fmla="*/ 3 w 199"/>
                <a:gd name="T5" fmla="*/ 3 h 94"/>
                <a:gd name="T6" fmla="*/ 0 60000 65536"/>
                <a:gd name="T7" fmla="*/ 0 60000 65536"/>
                <a:gd name="T8" fmla="*/ 0 60000 65536"/>
                <a:gd name="T9" fmla="*/ 0 w 199"/>
                <a:gd name="T10" fmla="*/ 0 h 94"/>
                <a:gd name="T11" fmla="*/ 199 w 199"/>
                <a:gd name="T12" fmla="*/ 94 h 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9" h="94">
                  <a:moveTo>
                    <a:pt x="0" y="37"/>
                  </a:moveTo>
                  <a:cubicBezTo>
                    <a:pt x="40" y="18"/>
                    <a:pt x="81" y="0"/>
                    <a:pt x="114" y="9"/>
                  </a:cubicBezTo>
                  <a:cubicBezTo>
                    <a:pt x="147" y="18"/>
                    <a:pt x="185" y="80"/>
                    <a:pt x="199" y="9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0" name="Freeform 187"/>
            <p:cNvSpPr>
              <a:spLocks/>
            </p:cNvSpPr>
            <p:nvPr/>
          </p:nvSpPr>
          <p:spPr bwMode="auto">
            <a:xfrm>
              <a:off x="3183" y="1224"/>
              <a:ext cx="217" cy="55"/>
            </a:xfrm>
            <a:custGeom>
              <a:avLst/>
              <a:gdLst>
                <a:gd name="T0" fmla="*/ 0 w 255"/>
                <a:gd name="T1" fmla="*/ 3 h 65"/>
                <a:gd name="T2" fmla="*/ 3 w 255"/>
                <a:gd name="T3" fmla="*/ 3 h 65"/>
                <a:gd name="T4" fmla="*/ 3 w 255"/>
                <a:gd name="T5" fmla="*/ 0 h 65"/>
                <a:gd name="T6" fmla="*/ 0 60000 65536"/>
                <a:gd name="T7" fmla="*/ 0 60000 65536"/>
                <a:gd name="T8" fmla="*/ 0 60000 65536"/>
                <a:gd name="T9" fmla="*/ 0 w 255"/>
                <a:gd name="T10" fmla="*/ 0 h 65"/>
                <a:gd name="T11" fmla="*/ 255 w 255"/>
                <a:gd name="T12" fmla="*/ 65 h 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5" h="65">
                  <a:moveTo>
                    <a:pt x="0" y="56"/>
                  </a:moveTo>
                  <a:cubicBezTo>
                    <a:pt x="50" y="60"/>
                    <a:pt x="100" y="65"/>
                    <a:pt x="142" y="56"/>
                  </a:cubicBezTo>
                  <a:cubicBezTo>
                    <a:pt x="184" y="47"/>
                    <a:pt x="219" y="23"/>
                    <a:pt x="255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1" name="Oval 188"/>
            <p:cNvSpPr>
              <a:spLocks noChangeArrowheads="1"/>
            </p:cNvSpPr>
            <p:nvPr/>
          </p:nvSpPr>
          <p:spPr bwMode="auto">
            <a:xfrm>
              <a:off x="3816" y="856"/>
              <a:ext cx="56" cy="5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 b="1">
                <a:solidFill>
                  <a:srgbClr val="000000"/>
                </a:solidFill>
              </a:endParaRPr>
            </a:p>
          </p:txBody>
        </p:sp>
      </p:grpSp>
      <p:sp>
        <p:nvSpPr>
          <p:cNvPr id="19573" name="Rectangle 97"/>
          <p:cNvSpPr>
            <a:spLocks noChangeAspect="1" noChangeArrowheads="1"/>
          </p:cNvSpPr>
          <p:nvPr/>
        </p:nvSpPr>
        <p:spPr bwMode="auto">
          <a:xfrm>
            <a:off x="1835150" y="4289425"/>
            <a:ext cx="10033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1800" b="1">
                <a:latin typeface="华文中宋"/>
                <a:ea typeface="华文中宋"/>
                <a:cs typeface="华文中宋"/>
              </a:rPr>
              <a:t>球极坐标系</a:t>
            </a:r>
            <a:endParaRPr lang="zh-CN" altLang="en-US" sz="1800" b="1">
              <a:latin typeface="华文中宋"/>
              <a:ea typeface="华文中宋"/>
              <a:cs typeface="华文中宋"/>
            </a:endParaRPr>
          </a:p>
        </p:txBody>
      </p:sp>
      <p:grpSp>
        <p:nvGrpSpPr>
          <p:cNvPr id="5" name="Group 189"/>
          <p:cNvGrpSpPr>
            <a:grpSpLocks noChangeAspect="1"/>
          </p:cNvGrpSpPr>
          <p:nvPr/>
        </p:nvGrpSpPr>
        <p:grpSpPr bwMode="auto">
          <a:xfrm>
            <a:off x="4787900" y="3403600"/>
            <a:ext cx="2233613" cy="785813"/>
            <a:chOff x="3447" y="1704"/>
            <a:chExt cx="1875" cy="1029"/>
          </a:xfrm>
        </p:grpSpPr>
        <p:sp>
          <p:nvSpPr>
            <p:cNvPr id="16480" name="Line 206"/>
            <p:cNvSpPr>
              <a:spLocks noChangeShapeType="1"/>
            </p:cNvSpPr>
            <p:nvPr/>
          </p:nvSpPr>
          <p:spPr bwMode="auto">
            <a:xfrm flipH="1">
              <a:off x="4638" y="1905"/>
              <a:ext cx="28" cy="22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1" name="Line 201"/>
            <p:cNvSpPr>
              <a:spLocks noChangeShapeType="1"/>
            </p:cNvSpPr>
            <p:nvPr/>
          </p:nvSpPr>
          <p:spPr bwMode="auto">
            <a:xfrm flipV="1">
              <a:off x="4042" y="1914"/>
              <a:ext cx="227" cy="11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2" name="Line 202"/>
            <p:cNvSpPr>
              <a:spLocks noChangeShapeType="1"/>
            </p:cNvSpPr>
            <p:nvPr/>
          </p:nvSpPr>
          <p:spPr bwMode="auto">
            <a:xfrm>
              <a:off x="4042" y="2047"/>
              <a:ext cx="114" cy="22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6466" name="Object 82"/>
            <p:cNvGraphicFramePr>
              <a:graphicFrameLocks noChangeAspect="1"/>
            </p:cNvGraphicFramePr>
            <p:nvPr/>
          </p:nvGraphicFramePr>
          <p:xfrm>
            <a:off x="4099" y="1737"/>
            <a:ext cx="148" cy="200"/>
          </p:xfrm>
          <a:graphic>
            <a:graphicData uri="http://schemas.openxmlformats.org/presentationml/2006/ole">
              <p:oleObj spid="_x0000_s16466" name="Equation" r:id="rId9" imgW="177646" imgH="228402" progId="Equation.DSMT4">
                <p:embed/>
              </p:oleObj>
            </a:graphicData>
          </a:graphic>
        </p:graphicFrame>
        <p:graphicFrame>
          <p:nvGraphicFramePr>
            <p:cNvPr id="16467" name="Object 83"/>
            <p:cNvGraphicFramePr>
              <a:graphicFrameLocks noChangeAspect="1"/>
            </p:cNvGraphicFramePr>
            <p:nvPr/>
          </p:nvGraphicFramePr>
          <p:xfrm>
            <a:off x="4182" y="2137"/>
            <a:ext cx="145" cy="179"/>
          </p:xfrm>
          <a:graphic>
            <a:graphicData uri="http://schemas.openxmlformats.org/presentationml/2006/ole">
              <p:oleObj spid="_x0000_s16467" name="Equation" r:id="rId10" imgW="190500" imgH="228600" progId="Equation.DSMT4">
                <p:embed/>
              </p:oleObj>
            </a:graphicData>
          </a:graphic>
        </p:graphicFrame>
        <p:graphicFrame>
          <p:nvGraphicFramePr>
            <p:cNvPr id="16468" name="Object 84"/>
            <p:cNvGraphicFramePr>
              <a:graphicFrameLocks noChangeAspect="1"/>
            </p:cNvGraphicFramePr>
            <p:nvPr/>
          </p:nvGraphicFramePr>
          <p:xfrm>
            <a:off x="4793" y="1704"/>
            <a:ext cx="144" cy="215"/>
          </p:xfrm>
          <a:graphic>
            <a:graphicData uri="http://schemas.openxmlformats.org/presentationml/2006/ole">
              <p:oleObj spid="_x0000_s16468" name="Equation" r:id="rId11" imgW="177646" imgH="228402" progId="Equation.DSMT4">
                <p:embed/>
              </p:oleObj>
            </a:graphicData>
          </a:graphic>
        </p:graphicFrame>
        <p:graphicFrame>
          <p:nvGraphicFramePr>
            <p:cNvPr id="16469" name="Object 85"/>
            <p:cNvGraphicFramePr>
              <a:graphicFrameLocks noChangeAspect="1"/>
            </p:cNvGraphicFramePr>
            <p:nvPr/>
          </p:nvGraphicFramePr>
          <p:xfrm>
            <a:off x="4610" y="2049"/>
            <a:ext cx="171" cy="212"/>
          </p:xfrm>
          <a:graphic>
            <a:graphicData uri="http://schemas.openxmlformats.org/presentationml/2006/ole">
              <p:oleObj spid="_x0000_s16469" name="Equation" r:id="rId12" imgW="190500" imgH="228600" progId="Equation.DSMT4">
                <p:embed/>
              </p:oleObj>
            </a:graphicData>
          </a:graphic>
        </p:graphicFrame>
        <p:sp>
          <p:nvSpPr>
            <p:cNvPr id="16483" name="Freeform 194"/>
            <p:cNvSpPr>
              <a:spLocks/>
            </p:cNvSpPr>
            <p:nvPr/>
          </p:nvSpPr>
          <p:spPr bwMode="auto">
            <a:xfrm>
              <a:off x="3504" y="1905"/>
              <a:ext cx="1686" cy="769"/>
            </a:xfrm>
            <a:custGeom>
              <a:avLst/>
              <a:gdLst>
                <a:gd name="T0" fmla="*/ 0 w 1686"/>
                <a:gd name="T1" fmla="*/ 769 h 769"/>
                <a:gd name="T2" fmla="*/ 198 w 1686"/>
                <a:gd name="T3" fmla="*/ 372 h 769"/>
                <a:gd name="T4" fmla="*/ 595 w 1686"/>
                <a:gd name="T5" fmla="*/ 117 h 769"/>
                <a:gd name="T6" fmla="*/ 1058 w 1686"/>
                <a:gd name="T7" fmla="*/ 0 h 769"/>
                <a:gd name="T8" fmla="*/ 1686 w 1686"/>
                <a:gd name="T9" fmla="*/ 115 h 7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86"/>
                <a:gd name="T16" fmla="*/ 0 h 769"/>
                <a:gd name="T17" fmla="*/ 1686 w 1686"/>
                <a:gd name="T18" fmla="*/ 769 h 7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86" h="769">
                  <a:moveTo>
                    <a:pt x="0" y="769"/>
                  </a:moveTo>
                  <a:cubicBezTo>
                    <a:pt x="49" y="625"/>
                    <a:pt x="99" y="481"/>
                    <a:pt x="198" y="372"/>
                  </a:cubicBezTo>
                  <a:cubicBezTo>
                    <a:pt x="297" y="263"/>
                    <a:pt x="452" y="179"/>
                    <a:pt x="595" y="117"/>
                  </a:cubicBezTo>
                  <a:cubicBezTo>
                    <a:pt x="738" y="55"/>
                    <a:pt x="876" y="0"/>
                    <a:pt x="1058" y="0"/>
                  </a:cubicBezTo>
                  <a:cubicBezTo>
                    <a:pt x="1240" y="0"/>
                    <a:pt x="1555" y="91"/>
                    <a:pt x="1686" y="115"/>
                  </a:cubicBezTo>
                </a:path>
              </a:pathLst>
            </a:custGeom>
            <a:noFill/>
            <a:ln w="19050">
              <a:solidFill>
                <a:srgbClr val="00B0F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4" name="Oval 195"/>
            <p:cNvSpPr>
              <a:spLocks noChangeArrowheads="1"/>
            </p:cNvSpPr>
            <p:nvPr/>
          </p:nvSpPr>
          <p:spPr bwMode="auto">
            <a:xfrm>
              <a:off x="3645" y="2273"/>
              <a:ext cx="57" cy="5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 b="1">
                <a:solidFill>
                  <a:srgbClr val="000000"/>
                </a:solidFill>
              </a:endParaRPr>
            </a:p>
          </p:txBody>
        </p:sp>
        <p:sp>
          <p:nvSpPr>
            <p:cNvPr id="16485" name="Rectangle 196"/>
            <p:cNvSpPr>
              <a:spLocks noChangeArrowheads="1"/>
            </p:cNvSpPr>
            <p:nvPr/>
          </p:nvSpPr>
          <p:spPr bwMode="auto">
            <a:xfrm>
              <a:off x="3447" y="2132"/>
              <a:ext cx="221" cy="2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800" b="1" i="1"/>
                <a:t>O</a:t>
              </a:r>
            </a:p>
          </p:txBody>
        </p:sp>
        <p:sp>
          <p:nvSpPr>
            <p:cNvPr id="16486" name="Rectangle 197"/>
            <p:cNvSpPr>
              <a:spLocks noChangeArrowheads="1"/>
            </p:cNvSpPr>
            <p:nvPr/>
          </p:nvSpPr>
          <p:spPr bwMode="auto">
            <a:xfrm>
              <a:off x="3532" y="2443"/>
              <a:ext cx="401" cy="2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1800" b="1"/>
                <a:t>s &lt; 0</a:t>
              </a:r>
            </a:p>
          </p:txBody>
        </p:sp>
        <p:sp>
          <p:nvSpPr>
            <p:cNvPr id="16487" name="Oval 198"/>
            <p:cNvSpPr>
              <a:spLocks noChangeArrowheads="1"/>
            </p:cNvSpPr>
            <p:nvPr/>
          </p:nvSpPr>
          <p:spPr bwMode="auto">
            <a:xfrm>
              <a:off x="4013" y="2019"/>
              <a:ext cx="57" cy="57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 b="1">
                <a:solidFill>
                  <a:srgbClr val="000000"/>
                </a:solidFill>
              </a:endParaRPr>
            </a:p>
          </p:txBody>
        </p:sp>
        <p:sp>
          <p:nvSpPr>
            <p:cNvPr id="16488" name="Oval 199"/>
            <p:cNvSpPr>
              <a:spLocks noChangeArrowheads="1"/>
            </p:cNvSpPr>
            <p:nvPr/>
          </p:nvSpPr>
          <p:spPr bwMode="auto">
            <a:xfrm>
              <a:off x="4638" y="1877"/>
              <a:ext cx="57" cy="57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 b="1">
                <a:solidFill>
                  <a:srgbClr val="000000"/>
                </a:solidFill>
              </a:endParaRPr>
            </a:p>
          </p:txBody>
        </p:sp>
        <p:sp>
          <p:nvSpPr>
            <p:cNvPr id="16489" name="Rectangle 200"/>
            <p:cNvSpPr>
              <a:spLocks noChangeArrowheads="1"/>
            </p:cNvSpPr>
            <p:nvPr/>
          </p:nvSpPr>
          <p:spPr bwMode="auto">
            <a:xfrm>
              <a:off x="4921" y="1923"/>
              <a:ext cx="401" cy="2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800" b="1"/>
                <a:t>s &gt; 0</a:t>
              </a:r>
            </a:p>
          </p:txBody>
        </p:sp>
        <p:sp>
          <p:nvSpPr>
            <p:cNvPr id="16490" name="Text Box 203"/>
            <p:cNvSpPr txBox="1">
              <a:spLocks noChangeArrowheads="1"/>
            </p:cNvSpPr>
            <p:nvPr/>
          </p:nvSpPr>
          <p:spPr bwMode="auto">
            <a:xfrm>
              <a:off x="3851" y="1880"/>
              <a:ext cx="221" cy="2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800" b="1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16491" name="Text Box 204"/>
            <p:cNvSpPr txBox="1">
              <a:spLocks noChangeArrowheads="1"/>
            </p:cNvSpPr>
            <p:nvPr/>
          </p:nvSpPr>
          <p:spPr bwMode="auto">
            <a:xfrm>
              <a:off x="4496" y="1710"/>
              <a:ext cx="213" cy="2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800" b="1" i="1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16492" name="Line 205"/>
            <p:cNvSpPr>
              <a:spLocks noChangeShapeType="1"/>
            </p:cNvSpPr>
            <p:nvPr/>
          </p:nvSpPr>
          <p:spPr bwMode="auto">
            <a:xfrm>
              <a:off x="4694" y="1905"/>
              <a:ext cx="227" cy="2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593" name="Rectangle 97"/>
          <p:cNvSpPr>
            <a:spLocks noChangeAspect="1" noChangeArrowheads="1"/>
          </p:cNvSpPr>
          <p:nvPr/>
        </p:nvSpPr>
        <p:spPr bwMode="auto">
          <a:xfrm>
            <a:off x="5397500" y="4295775"/>
            <a:ext cx="1003300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1800" b="1">
                <a:latin typeface="华文中宋"/>
                <a:ea typeface="华文中宋"/>
                <a:cs typeface="华文中宋"/>
              </a:rPr>
              <a:t>自然坐标系</a:t>
            </a:r>
            <a:endParaRPr lang="zh-CN" altLang="en-US" sz="1800" b="1">
              <a:latin typeface="华文中宋"/>
              <a:ea typeface="华文中宋"/>
              <a:cs typeface="华文中宋"/>
            </a:endParaRPr>
          </a:p>
        </p:txBody>
      </p:sp>
      <p:sp>
        <p:nvSpPr>
          <p:cNvPr id="19595" name="Rectangle 97"/>
          <p:cNvSpPr>
            <a:spLocks noChangeAspect="1" noChangeArrowheads="1"/>
          </p:cNvSpPr>
          <p:nvPr/>
        </p:nvSpPr>
        <p:spPr bwMode="auto">
          <a:xfrm>
            <a:off x="1868488" y="2998788"/>
            <a:ext cx="10033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1800" b="1">
                <a:latin typeface="华文中宋"/>
                <a:ea typeface="华文中宋"/>
                <a:cs typeface="华文中宋"/>
              </a:rPr>
              <a:t>直角坐标系</a:t>
            </a:r>
            <a:endParaRPr lang="en-US" altLang="zh-CN" sz="1800" b="1">
              <a:latin typeface="华文中宋"/>
              <a:ea typeface="华文中宋"/>
              <a:cs typeface="华文中宋"/>
            </a:endParaRPr>
          </a:p>
        </p:txBody>
      </p:sp>
      <p:sp>
        <p:nvSpPr>
          <p:cNvPr id="66" name="Text Box 2"/>
          <p:cNvSpPr>
            <a:spLocks noChangeArrowheads="1"/>
          </p:cNvSpPr>
          <p:nvPr/>
        </p:nvSpPr>
        <p:spPr bwMode="auto">
          <a:xfrm>
            <a:off x="833438" y="874713"/>
            <a:ext cx="1938337" cy="401637"/>
          </a:xfrm>
          <a:prstGeom prst="homePlate">
            <a:avLst>
              <a:gd name="adj" fmla="val 49847"/>
            </a:avLst>
          </a:prstGeom>
          <a:solidFill>
            <a:srgbClr val="539A84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二、坐标系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9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9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9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26" grpId="0" autoUpdateAnimBg="0"/>
      <p:bldP spid="19551" grpId="0"/>
      <p:bldP spid="19573" grpId="0"/>
      <p:bldP spid="19593" grpId="0"/>
      <p:bldP spid="19595" grpId="0"/>
      <p:bldP spid="66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381000" y="1349375"/>
            <a:ext cx="83820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 b="1" dirty="0">
                <a:latin typeface="华文中宋"/>
                <a:ea typeface="华文中宋"/>
                <a:cs typeface="华文中宋"/>
              </a:rPr>
              <a:t>      为确定物体最基本的运动规律，对真实的物理过程和对象，根据所讨论的问题的基本要求对其进行理想化的简化，抽象为可以用数学方法描述的理想模型。</a:t>
            </a: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1619672" y="2203450"/>
            <a:ext cx="2723728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*关于物理模型的提出</a:t>
            </a:r>
          </a:p>
        </p:txBody>
      </p:sp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442913" y="2643188"/>
            <a:ext cx="324802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1800" b="1" dirty="0">
                <a:latin typeface="华文中宋"/>
                <a:ea typeface="华文中宋"/>
                <a:cs typeface="华文中宋"/>
                <a:sym typeface="Monotype Sorts"/>
              </a:rPr>
              <a:t>（１）明确所提问题；</a:t>
            </a:r>
            <a:endParaRPr lang="zh-CN" altLang="en-US" sz="1800" b="1" dirty="0">
              <a:latin typeface="华文中宋"/>
              <a:ea typeface="华文中宋"/>
              <a:cs typeface="华文中宋"/>
            </a:endParaRPr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457200" y="3367088"/>
            <a:ext cx="5392738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1800" b="1">
                <a:latin typeface="华文中宋"/>
                <a:ea typeface="华文中宋"/>
                <a:cs typeface="华文中宋"/>
                <a:sym typeface="Monotype Sorts"/>
              </a:rPr>
              <a:t>（３）突出主要因素，提出理想模型；</a:t>
            </a:r>
            <a:endParaRPr lang="zh-CN" altLang="en-US" sz="1800" b="1">
              <a:latin typeface="华文中宋"/>
              <a:ea typeface="华文中宋"/>
              <a:cs typeface="华文中宋"/>
            </a:endParaRPr>
          </a:p>
        </p:txBody>
      </p:sp>
      <p:sp>
        <p:nvSpPr>
          <p:cNvPr id="20487" name="Rectangle 7"/>
          <p:cNvSpPr>
            <a:spLocks noChangeArrowheads="1"/>
          </p:cNvSpPr>
          <p:nvPr/>
        </p:nvSpPr>
        <p:spPr bwMode="auto">
          <a:xfrm>
            <a:off x="355600" y="4084638"/>
            <a:ext cx="72405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800" b="1">
                <a:latin typeface="华文中宋"/>
                <a:ea typeface="华文中宋"/>
                <a:cs typeface="华文中宋"/>
              </a:rPr>
              <a:t>注：理想模型是对所考察的问题来说的，不具有绝对意义</a:t>
            </a:r>
          </a:p>
        </p:txBody>
      </p:sp>
      <p:sp>
        <p:nvSpPr>
          <p:cNvPr id="20488" name="Rectangle 8"/>
          <p:cNvSpPr>
            <a:spLocks noChangeArrowheads="1"/>
          </p:cNvSpPr>
          <p:nvPr/>
        </p:nvSpPr>
        <p:spPr bwMode="auto">
          <a:xfrm>
            <a:off x="471488" y="3017838"/>
            <a:ext cx="60055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 b="1" dirty="0">
                <a:latin typeface="华文中宋"/>
                <a:ea typeface="华文中宋"/>
                <a:cs typeface="华文中宋"/>
                <a:sym typeface="Monotype Sorts"/>
              </a:rPr>
              <a:t>（２）分析各种因素在所提问题中的主次；</a:t>
            </a:r>
          </a:p>
        </p:txBody>
      </p:sp>
      <p:sp>
        <p:nvSpPr>
          <p:cNvPr id="20489" name="Rectangle 9"/>
          <p:cNvSpPr>
            <a:spLocks noChangeArrowheads="1"/>
          </p:cNvSpPr>
          <p:nvPr/>
        </p:nvSpPr>
        <p:spPr bwMode="auto">
          <a:xfrm>
            <a:off x="488950" y="3738563"/>
            <a:ext cx="26352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 b="1">
                <a:latin typeface="华文中宋"/>
                <a:ea typeface="华文中宋"/>
                <a:cs typeface="华文中宋"/>
                <a:sym typeface="Monotype Sorts"/>
              </a:rPr>
              <a:t>（４）实验验证。</a:t>
            </a:r>
          </a:p>
        </p:txBody>
      </p:sp>
      <p:sp>
        <p:nvSpPr>
          <p:cNvPr id="10" name="Text Box 2"/>
          <p:cNvSpPr>
            <a:spLocks noChangeArrowheads="1"/>
          </p:cNvSpPr>
          <p:nvPr/>
        </p:nvSpPr>
        <p:spPr bwMode="auto">
          <a:xfrm>
            <a:off x="833438" y="874713"/>
            <a:ext cx="1938337" cy="401637"/>
          </a:xfrm>
          <a:prstGeom prst="homePlate">
            <a:avLst>
              <a:gd name="adj" fmla="val 49847"/>
            </a:avLst>
          </a:prstGeom>
          <a:solidFill>
            <a:srgbClr val="539A84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三、物理模型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544" y="2211710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 smtClean="0"/>
              <a:t>（</a:t>
            </a:r>
            <a:r>
              <a:rPr lang="zh-CN" altLang="en-US" sz="1800" dirty="0" smtClean="0">
                <a:hlinkClick r:id="rId2" action="ppaction://hlinksldjump"/>
              </a:rPr>
              <a:t>跳进</a:t>
            </a:r>
            <a:r>
              <a:rPr lang="zh-CN" altLang="en-US" sz="1800" dirty="0" smtClean="0"/>
              <a:t>）</a:t>
            </a: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4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4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autoUpdateAnimBg="0"/>
      <p:bldP spid="20484" grpId="0" autoUpdateAnimBg="0"/>
      <p:bldP spid="20485" grpId="0" autoUpdateAnimBg="0"/>
      <p:bldP spid="20486" grpId="0" autoUpdateAnimBg="0"/>
      <p:bldP spid="20487" grpId="0" autoUpdateAnimBg="0"/>
      <p:bldP spid="20488" grpId="0" autoUpdateAnimBg="0"/>
      <p:bldP spid="20489" grpId="0" autoUpdateAnimBg="0"/>
      <p:bldP spid="10" grpId="0" bldLvl="0" animBg="1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228600" y="842963"/>
            <a:ext cx="91678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 </a:t>
            </a:r>
            <a:r>
              <a:rPr lang="en-US" altLang="zh-CN" sz="20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1</a:t>
            </a:r>
            <a:r>
              <a:rPr lang="zh-CN" altLang="en-US" sz="20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、 理想质点模型</a:t>
            </a:r>
            <a:r>
              <a:rPr lang="en-US" altLang="zh-CN" sz="20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:</a:t>
            </a:r>
            <a:r>
              <a:rPr lang="zh-CN" altLang="en-US" sz="20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具有质量的几何点。</a:t>
            </a:r>
            <a:r>
              <a:rPr lang="en-US" altLang="zh-CN" sz="200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</a:t>
            </a:r>
            <a:endParaRPr lang="en-US" altLang="zh-CN" sz="2000" b="1">
              <a:solidFill>
                <a:srgbClr val="000080"/>
              </a:solidFill>
              <a:latin typeface="华文中宋"/>
              <a:ea typeface="华文中宋"/>
              <a:cs typeface="华文中宋"/>
            </a:endParaRP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468313" y="2397125"/>
            <a:ext cx="8229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  <a:sym typeface="Wingdings 2" pitchFamily="18" charset="2"/>
              </a:rPr>
              <a:t>注：</a:t>
            </a:r>
            <a:r>
              <a:rPr lang="zh-CN" altLang="en-US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真实的物体不满足上述条件时，则可将其视为满足第一个条件的质点系。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533400" y="1382713"/>
            <a:ext cx="5910263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前提条件：</a:t>
            </a:r>
            <a:r>
              <a:rPr lang="zh-CN" altLang="en-US" sz="1800" b="1">
                <a:solidFill>
                  <a:srgbClr val="000080"/>
                </a:solidFill>
                <a:latin typeface="华文中宋"/>
                <a:ea typeface="华文中宋"/>
                <a:cs typeface="华文中宋"/>
              </a:rPr>
              <a:t>   </a:t>
            </a:r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381000" y="1889125"/>
            <a:ext cx="8458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 b="1">
                <a:solidFill>
                  <a:srgbClr val="000080"/>
                </a:solidFill>
                <a:latin typeface="华文中宋"/>
                <a:ea typeface="华文中宋"/>
                <a:cs typeface="华文中宋"/>
              </a:rPr>
              <a:t>    物体自身线度与所研究的物体运动的空间范围比可以忽略；</a:t>
            </a:r>
            <a:r>
              <a:rPr lang="zh-CN" altLang="en-US" sz="18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或者</a:t>
            </a:r>
            <a:r>
              <a:rPr lang="zh-CN" altLang="en-US" sz="1800" b="1">
                <a:solidFill>
                  <a:srgbClr val="000080"/>
                </a:solidFill>
                <a:latin typeface="华文中宋"/>
                <a:ea typeface="华文中宋"/>
                <a:cs typeface="华文中宋"/>
              </a:rPr>
              <a:t>物体作平动。</a:t>
            </a:r>
          </a:p>
        </p:txBody>
      </p:sp>
      <p:sp>
        <p:nvSpPr>
          <p:cNvPr id="21522" name="Text Box 18"/>
          <p:cNvSpPr txBox="1">
            <a:spLocks noChangeArrowheads="1"/>
          </p:cNvSpPr>
          <p:nvPr/>
        </p:nvSpPr>
        <p:spPr bwMode="auto">
          <a:xfrm>
            <a:off x="438150" y="2905125"/>
            <a:ext cx="77343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2</a:t>
            </a:r>
            <a:r>
              <a:rPr lang="zh-CN" altLang="en-US" sz="20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、理想刚体模型：</a:t>
            </a:r>
            <a:r>
              <a:rPr lang="zh-CN" altLang="en-US" sz="20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没有任何形变的物体。</a:t>
            </a:r>
            <a:endParaRPr lang="zh-CN" altLang="en-US" sz="2000">
              <a:solidFill>
                <a:srgbClr val="FF0000"/>
              </a:solidFill>
              <a:latin typeface="华文中宋"/>
              <a:ea typeface="华文中宋"/>
              <a:cs typeface="华文中宋"/>
            </a:endParaRPr>
          </a:p>
        </p:txBody>
      </p:sp>
      <p:sp>
        <p:nvSpPr>
          <p:cNvPr id="21523" name="Text Box 19"/>
          <p:cNvSpPr txBox="1">
            <a:spLocks noChangeArrowheads="1"/>
          </p:cNvSpPr>
          <p:nvPr/>
        </p:nvSpPr>
        <p:spPr bwMode="auto">
          <a:xfrm>
            <a:off x="361950" y="3443288"/>
            <a:ext cx="845820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 b="1">
                <a:solidFill>
                  <a:srgbClr val="000080"/>
                </a:solidFill>
                <a:latin typeface="华文中宋"/>
                <a:ea typeface="华文中宋"/>
                <a:cs typeface="华文中宋"/>
              </a:rPr>
              <a:t>    当物体自身线度与所研究的物体运动的空间范围比不可以忽略；物体又不作平动时，即必须考虑物体的空间方位。</a:t>
            </a:r>
          </a:p>
        </p:txBody>
      </p:sp>
      <p:sp>
        <p:nvSpPr>
          <p:cNvPr id="21524" name="Text Box 20"/>
          <p:cNvSpPr txBox="1">
            <a:spLocks noChangeArrowheads="1"/>
          </p:cNvSpPr>
          <p:nvPr/>
        </p:nvSpPr>
        <p:spPr bwMode="auto">
          <a:xfrm>
            <a:off x="395288" y="4227513"/>
            <a:ext cx="82296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 b="1">
                <a:latin typeface="华文中宋"/>
                <a:ea typeface="华文中宋"/>
                <a:cs typeface="华文中宋"/>
              </a:rPr>
              <a:t>注：刚体也是一个各质点之间无相对位置变化且质量连续分布的质点系。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5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5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15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15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5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15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autoUpdateAnimBg="0"/>
      <p:bldP spid="21507" grpId="0" autoUpdateAnimBg="0"/>
      <p:bldP spid="21508" grpId="0" autoUpdateAnimBg="0"/>
      <p:bldP spid="21509" grpId="0" autoUpdateAnimBg="0"/>
      <p:bldP spid="21522" grpId="0" autoUpdateAnimBg="0"/>
      <p:bldP spid="21523" grpId="0" autoUpdateAnimBg="0"/>
      <p:bldP spid="21524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607" name="Object 23"/>
          <p:cNvGraphicFramePr>
            <a:graphicFrameLocks noChangeAspect="1"/>
          </p:cNvGraphicFramePr>
          <p:nvPr/>
        </p:nvGraphicFramePr>
        <p:xfrm>
          <a:off x="2698750" y="1652588"/>
          <a:ext cx="2952750" cy="1719262"/>
        </p:xfrm>
        <a:graphic>
          <a:graphicData uri="http://schemas.openxmlformats.org/presentationml/2006/ole">
            <p:oleObj spid="_x0000_s19479" r:id="rId3" imgW="2522220" imgH="1973580" progId="">
              <p:embed/>
            </p:oleObj>
          </a:graphicData>
        </a:graphic>
      </p:graphicFrame>
      <p:sp>
        <p:nvSpPr>
          <p:cNvPr id="23608" name="Text Box 56"/>
          <p:cNvSpPr txBox="1">
            <a:spLocks noChangeArrowheads="1"/>
          </p:cNvSpPr>
          <p:nvPr/>
        </p:nvSpPr>
        <p:spPr bwMode="auto">
          <a:xfrm>
            <a:off x="504825" y="3209925"/>
            <a:ext cx="1570038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直角坐标系：</a:t>
            </a:r>
            <a:endParaRPr lang="zh-CN" altLang="en-US" sz="1800">
              <a:latin typeface="华文中宋"/>
              <a:ea typeface="华文中宋"/>
              <a:cs typeface="华文中宋"/>
            </a:endParaRPr>
          </a:p>
        </p:txBody>
      </p:sp>
      <p:graphicFrame>
        <p:nvGraphicFramePr>
          <p:cNvPr id="23609" name="Object 24"/>
          <p:cNvGraphicFramePr>
            <a:graphicFrameLocks noChangeAspect="1"/>
          </p:cNvGraphicFramePr>
          <p:nvPr/>
        </p:nvGraphicFramePr>
        <p:xfrm>
          <a:off x="2484438" y="3128963"/>
          <a:ext cx="2374900" cy="442912"/>
        </p:xfrm>
        <a:graphic>
          <a:graphicData uri="http://schemas.openxmlformats.org/presentationml/2006/ole">
            <p:oleObj spid="_x0000_s19480" name="Equation" r:id="rId4" imgW="1028254" imgH="253890" progId="Equation.DSMT4">
              <p:embed/>
            </p:oleObj>
          </a:graphicData>
        </a:graphic>
      </p:graphicFrame>
      <p:graphicFrame>
        <p:nvGraphicFramePr>
          <p:cNvPr id="23610" name="Object 25"/>
          <p:cNvGraphicFramePr>
            <a:graphicFrameLocks noChangeAspect="1"/>
          </p:cNvGraphicFramePr>
          <p:nvPr/>
        </p:nvGraphicFramePr>
        <p:xfrm>
          <a:off x="5307013" y="3076575"/>
          <a:ext cx="2849562" cy="531813"/>
        </p:xfrm>
        <a:graphic>
          <a:graphicData uri="http://schemas.openxmlformats.org/presentationml/2006/ole">
            <p:oleObj spid="_x0000_s19481" name="Equation" r:id="rId5" imgW="1167893" imgH="291973" progId="Equation.DSMT4">
              <p:embed/>
            </p:oleObj>
          </a:graphicData>
        </a:graphic>
      </p:graphicFrame>
      <p:sp>
        <p:nvSpPr>
          <p:cNvPr id="23611" name="Text Box 59"/>
          <p:cNvSpPr txBox="1">
            <a:spLocks noChangeArrowheads="1"/>
          </p:cNvSpPr>
          <p:nvPr/>
        </p:nvSpPr>
        <p:spPr bwMode="auto">
          <a:xfrm>
            <a:off x="304800" y="1266825"/>
            <a:ext cx="85883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800" b="1" dirty="0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1</a:t>
            </a:r>
            <a:r>
              <a:rPr lang="zh-CN" altLang="en-US" sz="1800" b="1" dirty="0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、定义：</a:t>
            </a:r>
            <a:r>
              <a:rPr lang="zh-CN" altLang="en-US" sz="1800" b="1" dirty="0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由坐标原点引向考察点的矢量，简称位矢或矢径。</a:t>
            </a:r>
            <a:r>
              <a:rPr lang="zh-CN" altLang="en-US" sz="1800" b="1" dirty="0">
                <a:latin typeface="华文中宋"/>
                <a:ea typeface="华文中宋"/>
                <a:cs typeface="华文中宋"/>
              </a:rPr>
              <a:t> </a:t>
            </a:r>
          </a:p>
        </p:txBody>
      </p:sp>
      <p:sp>
        <p:nvSpPr>
          <p:cNvPr id="23612" name="Text Box 60"/>
          <p:cNvSpPr txBox="1">
            <a:spLocks noChangeArrowheads="1"/>
          </p:cNvSpPr>
          <p:nvPr/>
        </p:nvSpPr>
        <p:spPr bwMode="auto">
          <a:xfrm>
            <a:off x="541338" y="3641725"/>
            <a:ext cx="14128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方向余弦： </a:t>
            </a:r>
          </a:p>
        </p:txBody>
      </p:sp>
      <p:graphicFrame>
        <p:nvGraphicFramePr>
          <p:cNvPr id="23613" name="Object 26"/>
          <p:cNvGraphicFramePr>
            <a:graphicFrameLocks noChangeAspect="1"/>
          </p:cNvGraphicFramePr>
          <p:nvPr/>
        </p:nvGraphicFramePr>
        <p:xfrm>
          <a:off x="2292350" y="3544888"/>
          <a:ext cx="1298575" cy="641350"/>
        </p:xfrm>
        <a:graphic>
          <a:graphicData uri="http://schemas.openxmlformats.org/presentationml/2006/ole">
            <p:oleObj spid="_x0000_s19482" name="Equation" r:id="rId6" imgW="672808" imgH="444307" progId="Equation.DSMT4">
              <p:embed/>
            </p:oleObj>
          </a:graphicData>
        </a:graphic>
      </p:graphicFrame>
      <p:graphicFrame>
        <p:nvGraphicFramePr>
          <p:cNvPr id="23614" name="Object 27"/>
          <p:cNvGraphicFramePr>
            <a:graphicFrameLocks noChangeAspect="1"/>
          </p:cNvGraphicFramePr>
          <p:nvPr/>
        </p:nvGraphicFramePr>
        <p:xfrm>
          <a:off x="4032250" y="3571875"/>
          <a:ext cx="1268413" cy="633413"/>
        </p:xfrm>
        <a:graphic>
          <a:graphicData uri="http://schemas.openxmlformats.org/presentationml/2006/ole">
            <p:oleObj spid="_x0000_s19483" name="Equation" r:id="rId7" imgW="660113" imgH="444307" progId="Equation.DSMT4">
              <p:embed/>
            </p:oleObj>
          </a:graphicData>
        </a:graphic>
      </p:graphicFrame>
      <p:graphicFrame>
        <p:nvGraphicFramePr>
          <p:cNvPr id="23615" name="Object 28"/>
          <p:cNvGraphicFramePr>
            <a:graphicFrameLocks noChangeAspect="1"/>
          </p:cNvGraphicFramePr>
          <p:nvPr/>
        </p:nvGraphicFramePr>
        <p:xfrm>
          <a:off x="5822950" y="3519488"/>
          <a:ext cx="1422400" cy="728662"/>
        </p:xfrm>
        <a:graphic>
          <a:graphicData uri="http://schemas.openxmlformats.org/presentationml/2006/ole">
            <p:oleObj spid="_x0000_s19484" name="Equation" r:id="rId8" imgW="647419" imgH="444307" progId="Equation.DSMT4">
              <p:embed/>
            </p:oleObj>
          </a:graphicData>
        </a:graphic>
      </p:graphicFrame>
      <p:graphicFrame>
        <p:nvGraphicFramePr>
          <p:cNvPr id="23616" name="Object 29"/>
          <p:cNvGraphicFramePr>
            <a:graphicFrameLocks noChangeAspect="1"/>
          </p:cNvGraphicFramePr>
          <p:nvPr/>
        </p:nvGraphicFramePr>
        <p:xfrm>
          <a:off x="2943225" y="4248150"/>
          <a:ext cx="3587750" cy="373063"/>
        </p:xfrm>
        <a:graphic>
          <a:graphicData uri="http://schemas.openxmlformats.org/presentationml/2006/ole">
            <p:oleObj spid="_x0000_s19485" name="Equation" r:id="rId9" imgW="1676400" imgH="228600" progId="Equation.DSMT4">
              <p:embed/>
            </p:oleObj>
          </a:graphicData>
        </a:graphic>
      </p:graphicFrame>
      <p:grpSp>
        <p:nvGrpSpPr>
          <p:cNvPr id="19490" name="组合 2"/>
          <p:cNvGrpSpPr>
            <a:grpSpLocks/>
          </p:cNvGrpSpPr>
          <p:nvPr/>
        </p:nvGrpSpPr>
        <p:grpSpPr bwMode="auto">
          <a:xfrm>
            <a:off x="788988" y="857249"/>
            <a:ext cx="2054225" cy="401638"/>
            <a:chOff x="827584" y="857885"/>
            <a:chExt cx="2055366" cy="401637"/>
          </a:xfrm>
        </p:grpSpPr>
        <p:sp>
          <p:nvSpPr>
            <p:cNvPr id="19491" name="Text Box 2"/>
            <p:cNvSpPr>
              <a:spLocks noChangeArrowheads="1"/>
            </p:cNvSpPr>
            <p:nvPr/>
          </p:nvSpPr>
          <p:spPr bwMode="auto">
            <a:xfrm>
              <a:off x="827584" y="857885"/>
              <a:ext cx="2055366" cy="401637"/>
            </a:xfrm>
            <a:prstGeom prst="homePlate">
              <a:avLst>
                <a:gd name="adj" fmla="val 49848"/>
              </a:avLst>
            </a:prstGeom>
            <a:solidFill>
              <a:srgbClr val="539A84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lang="zh-CN" altLang="en-US" sz="20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一、位置矢量</a:t>
              </a:r>
            </a:p>
          </p:txBody>
        </p:sp>
        <p:graphicFrame>
          <p:nvGraphicFramePr>
            <p:cNvPr id="19486" name="Object 30"/>
            <p:cNvGraphicFramePr>
              <a:graphicFrameLocks noChangeAspect="1"/>
            </p:cNvGraphicFramePr>
            <p:nvPr/>
          </p:nvGraphicFramePr>
          <p:xfrm>
            <a:off x="2450579" y="911662"/>
            <a:ext cx="360363" cy="294084"/>
          </p:xfrm>
          <a:graphic>
            <a:graphicData uri="http://schemas.openxmlformats.org/presentationml/2006/ole">
              <p:oleObj spid="_x0000_s19486" name="Equation" r:id="rId10" imgW="126725" imgH="177415" progId="Equation.DSMT4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6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36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6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6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3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3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3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3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3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08" grpId="0" autoUpdateAnimBg="0"/>
      <p:bldP spid="23611" grpId="0" autoUpdateAnimBg="0"/>
      <p:bldP spid="236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228600" y="828675"/>
            <a:ext cx="40386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18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2</a:t>
            </a:r>
            <a:r>
              <a:rPr lang="zh-CN" altLang="en-US" sz="18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、运动方程和轨迹方程</a:t>
            </a:r>
          </a:p>
        </p:txBody>
      </p:sp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914400" y="2251075"/>
            <a:ext cx="11811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分量式：</a:t>
            </a:r>
            <a:r>
              <a:rPr lang="zh-CN" altLang="en-US" sz="1800" b="1">
                <a:latin typeface="华文中宋"/>
                <a:ea typeface="华文中宋"/>
                <a:cs typeface="华文中宋"/>
              </a:rPr>
              <a:t> </a:t>
            </a:r>
          </a:p>
        </p:txBody>
      </p:sp>
      <p:graphicFrame>
        <p:nvGraphicFramePr>
          <p:cNvPr id="25605" name="Object 14"/>
          <p:cNvGraphicFramePr>
            <a:graphicFrameLocks noChangeAspect="1"/>
          </p:cNvGraphicFramePr>
          <p:nvPr/>
        </p:nvGraphicFramePr>
        <p:xfrm>
          <a:off x="2843213" y="2212975"/>
          <a:ext cx="4176712" cy="358775"/>
        </p:xfrm>
        <a:graphic>
          <a:graphicData uri="http://schemas.openxmlformats.org/presentationml/2006/ole">
            <p:oleObj spid="_x0000_s20494" name="Equation" r:id="rId3" imgW="1765300" imgH="203200" progId="Equation.DSMT4">
              <p:embed/>
            </p:oleObj>
          </a:graphicData>
        </a:graphic>
      </p:graphicFrame>
      <p:graphicFrame>
        <p:nvGraphicFramePr>
          <p:cNvPr id="25607" name="Object 15"/>
          <p:cNvGraphicFramePr>
            <a:graphicFrameLocks noChangeAspect="1"/>
          </p:cNvGraphicFramePr>
          <p:nvPr/>
        </p:nvGraphicFramePr>
        <p:xfrm>
          <a:off x="2857500" y="1724025"/>
          <a:ext cx="4162425" cy="415925"/>
        </p:xfrm>
        <a:graphic>
          <a:graphicData uri="http://schemas.openxmlformats.org/presentationml/2006/ole">
            <p:oleObj spid="_x0000_s20495" name="Equation" r:id="rId4" imgW="1954951" imgH="253890" progId="Equation.DSMT4">
              <p:embed/>
            </p:oleObj>
          </a:graphicData>
        </a:graphic>
      </p:graphicFrame>
      <p:sp>
        <p:nvSpPr>
          <p:cNvPr id="25608" name="Text Box 8"/>
          <p:cNvSpPr txBox="1">
            <a:spLocks noChangeArrowheads="1"/>
          </p:cNvSpPr>
          <p:nvPr/>
        </p:nvSpPr>
        <p:spPr bwMode="auto">
          <a:xfrm>
            <a:off x="971550" y="2724150"/>
            <a:ext cx="31908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18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运动方程是时间</a:t>
            </a:r>
            <a:r>
              <a:rPr lang="en-US" altLang="zh-CN" sz="1800" b="1" i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t </a:t>
            </a:r>
            <a:r>
              <a:rPr lang="zh-CN" altLang="en-US" sz="18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的显函数。 </a:t>
            </a:r>
          </a:p>
        </p:txBody>
      </p:sp>
      <p:sp>
        <p:nvSpPr>
          <p:cNvPr id="25609" name="Text Box 9"/>
          <p:cNvSpPr txBox="1">
            <a:spLocks noChangeArrowheads="1"/>
          </p:cNvSpPr>
          <p:nvPr/>
        </p:nvSpPr>
        <p:spPr bwMode="auto">
          <a:xfrm>
            <a:off x="228600" y="1301750"/>
            <a:ext cx="891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18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运动方程：</a:t>
            </a:r>
            <a:r>
              <a:rPr lang="zh-CN" altLang="en-US" sz="18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质点在运动过程中，空间位置随时间变化的函数式。</a:t>
            </a:r>
          </a:p>
        </p:txBody>
      </p:sp>
      <p:sp>
        <p:nvSpPr>
          <p:cNvPr id="25610" name="Text Box 10"/>
          <p:cNvSpPr txBox="1">
            <a:spLocks noChangeArrowheads="1"/>
          </p:cNvSpPr>
          <p:nvPr/>
        </p:nvSpPr>
        <p:spPr bwMode="auto">
          <a:xfrm>
            <a:off x="76200" y="3198813"/>
            <a:ext cx="54102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</a:t>
            </a:r>
            <a:r>
              <a:rPr lang="zh-CN" altLang="en-US" sz="18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轨迹方程：</a:t>
            </a:r>
            <a:r>
              <a:rPr lang="zh-CN" altLang="en-US" sz="18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质点在空间所经过的路径或运动轨迹。</a:t>
            </a:r>
            <a:r>
              <a:rPr lang="zh-CN" altLang="en-US" sz="1800" b="1">
                <a:latin typeface="华文中宋"/>
                <a:ea typeface="华文中宋"/>
                <a:cs typeface="华文中宋"/>
              </a:rPr>
              <a:t> </a:t>
            </a:r>
          </a:p>
        </p:txBody>
      </p:sp>
      <p:sp>
        <p:nvSpPr>
          <p:cNvPr id="25611" name="Text Box 11"/>
          <p:cNvSpPr txBox="1">
            <a:spLocks noChangeArrowheads="1"/>
          </p:cNvSpPr>
          <p:nvPr/>
        </p:nvSpPr>
        <p:spPr bwMode="auto">
          <a:xfrm>
            <a:off x="900113" y="3671888"/>
            <a:ext cx="69500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运动方程中消去时间 </a:t>
            </a:r>
            <a:r>
              <a:rPr lang="en-US" altLang="zh-CN" sz="1800" b="1" i="1">
                <a:solidFill>
                  <a:srgbClr val="000000"/>
                </a:solidFill>
                <a:ea typeface="华文中宋"/>
                <a:cs typeface="Times New Roman" pitchFamily="18" charset="0"/>
              </a:rPr>
              <a:t>t </a:t>
            </a:r>
            <a:r>
              <a:rPr lang="zh-CN" altLang="en-US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即可得到轨迹方程。</a:t>
            </a:r>
            <a:endParaRPr lang="zh-CN" altLang="en-US" sz="1800" b="1">
              <a:latin typeface="华文中宋"/>
              <a:ea typeface="华文中宋"/>
              <a:cs typeface="华文中宋"/>
            </a:endParaRPr>
          </a:p>
        </p:txBody>
      </p:sp>
      <p:sp>
        <p:nvSpPr>
          <p:cNvPr id="25612" name="Text Box 12"/>
          <p:cNvSpPr txBox="1">
            <a:spLocks noChangeArrowheads="1"/>
          </p:cNvSpPr>
          <p:nvPr/>
        </p:nvSpPr>
        <p:spPr bwMode="auto">
          <a:xfrm>
            <a:off x="1093788" y="4146550"/>
            <a:ext cx="6934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轨道方程不是时间 </a:t>
            </a:r>
            <a:r>
              <a:rPr lang="en-US" altLang="zh-CN" sz="1800" b="1" i="1">
                <a:solidFill>
                  <a:srgbClr val="FF0000"/>
                </a:solidFill>
                <a:ea typeface="华文中宋"/>
                <a:cs typeface="Times New Roman" pitchFamily="18" charset="0"/>
              </a:rPr>
              <a:t>t </a:t>
            </a:r>
            <a:r>
              <a:rPr lang="zh-CN" altLang="en-US" sz="18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显函数。</a:t>
            </a:r>
          </a:p>
        </p:txBody>
      </p:sp>
      <p:sp>
        <p:nvSpPr>
          <p:cNvPr id="25613" name="Text Box 13"/>
          <p:cNvSpPr txBox="1">
            <a:spLocks noChangeArrowheads="1"/>
          </p:cNvSpPr>
          <p:nvPr/>
        </p:nvSpPr>
        <p:spPr bwMode="auto">
          <a:xfrm>
            <a:off x="900113" y="1776413"/>
            <a:ext cx="11811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矢量式：</a:t>
            </a:r>
            <a:r>
              <a:rPr lang="zh-CN" altLang="en-US" sz="1800" b="1">
                <a:latin typeface="华文中宋"/>
                <a:ea typeface="华文中宋"/>
                <a:cs typeface="华文中宋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utoUpdateAnimBg="0"/>
      <p:bldP spid="25604" grpId="0"/>
      <p:bldP spid="25608" grpId="0" autoUpdateAnimBg="0"/>
      <p:bldP spid="25609" grpId="0" autoUpdateAnimBg="0"/>
      <p:bldP spid="25610" grpId="0" autoUpdateAnimBg="0"/>
      <p:bldP spid="25611" grpId="0" autoUpdateAnimBg="0"/>
      <p:bldP spid="25612" grpId="0" autoUpdateAnimBg="0"/>
      <p:bldP spid="256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539750" y="1131888"/>
            <a:ext cx="2944813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8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例</a:t>
            </a:r>
            <a:r>
              <a:rPr lang="en-US" altLang="zh-CN" sz="18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   </a:t>
            </a:r>
            <a:r>
              <a:rPr lang="zh-CN" altLang="en-US" sz="18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平抛运动的运动方程为</a:t>
            </a:r>
          </a:p>
        </p:txBody>
      </p:sp>
      <p:graphicFrame>
        <p:nvGraphicFramePr>
          <p:cNvPr id="26627" name="Object 14"/>
          <p:cNvGraphicFramePr>
            <a:graphicFrameLocks noChangeAspect="1"/>
          </p:cNvGraphicFramePr>
          <p:nvPr/>
        </p:nvGraphicFramePr>
        <p:xfrm>
          <a:off x="3492500" y="763588"/>
          <a:ext cx="1677988" cy="1160462"/>
        </p:xfrm>
        <a:graphic>
          <a:graphicData uri="http://schemas.openxmlformats.org/presentationml/2006/ole">
            <p:oleObj spid="_x0000_s21518" name="公式" r:id="rId3" imgW="710891" imgH="660113" progId="Equation.3">
              <p:embed/>
            </p:oleObj>
          </a:graphicData>
        </a:graphic>
      </p:graphicFrame>
      <p:graphicFrame>
        <p:nvGraphicFramePr>
          <p:cNvPr id="26628" name="Object 15"/>
          <p:cNvGraphicFramePr>
            <a:graphicFrameLocks noChangeAspect="1"/>
          </p:cNvGraphicFramePr>
          <p:nvPr/>
        </p:nvGraphicFramePr>
        <p:xfrm>
          <a:off x="3563938" y="1881188"/>
          <a:ext cx="1778000" cy="835025"/>
        </p:xfrm>
        <a:graphic>
          <a:graphicData uri="http://schemas.openxmlformats.org/presentationml/2006/ole">
            <p:oleObj spid="_x0000_s21519" name="公式" r:id="rId4" imgW="710891" imgH="444307" progId="Equation.3">
              <p:embed/>
            </p:oleObj>
          </a:graphicData>
        </a:graphic>
      </p:graphicFrame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1279525" y="2130425"/>
            <a:ext cx="13382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800" b="1">
                <a:latin typeface="华文中宋"/>
                <a:ea typeface="华文中宋"/>
                <a:cs typeface="华文中宋"/>
              </a:rPr>
              <a:t>轨迹方程为</a:t>
            </a:r>
          </a:p>
        </p:txBody>
      </p:sp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561975" y="2749550"/>
            <a:ext cx="27146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8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例   一质点的运动方程为</a:t>
            </a:r>
          </a:p>
        </p:txBody>
      </p:sp>
      <p:graphicFrame>
        <p:nvGraphicFramePr>
          <p:cNvPr id="26631" name="Object 16"/>
          <p:cNvGraphicFramePr>
            <a:graphicFrameLocks noChangeAspect="1"/>
          </p:cNvGraphicFramePr>
          <p:nvPr/>
        </p:nvGraphicFramePr>
        <p:xfrm>
          <a:off x="3635375" y="2716213"/>
          <a:ext cx="4176713" cy="419100"/>
        </p:xfrm>
        <a:graphic>
          <a:graphicData uri="http://schemas.openxmlformats.org/presentationml/2006/ole">
            <p:oleObj spid="_x0000_s21520" name="Equation" r:id="rId5" imgW="1586811" imgH="253890" progId="Equation.DSMT4">
              <p:embed/>
            </p:oleObj>
          </a:graphicData>
        </a:graphic>
      </p:graphicFrame>
      <p:sp>
        <p:nvSpPr>
          <p:cNvPr id="26632" name="Text Box 8"/>
          <p:cNvSpPr txBox="1">
            <a:spLocks noChangeArrowheads="1"/>
          </p:cNvSpPr>
          <p:nvPr/>
        </p:nvSpPr>
        <p:spPr bwMode="auto">
          <a:xfrm>
            <a:off x="1495425" y="3508375"/>
            <a:ext cx="20955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800" b="1">
                <a:latin typeface="华文中宋"/>
                <a:ea typeface="华文中宋"/>
                <a:cs typeface="华文中宋"/>
              </a:rPr>
              <a:t>消去</a:t>
            </a:r>
            <a:r>
              <a:rPr lang="en-US" altLang="zh-CN" sz="1800" b="1" i="1">
                <a:ea typeface="华文中宋"/>
                <a:cs typeface="Times New Roman" pitchFamily="18" charset="0"/>
              </a:rPr>
              <a:t>t</a:t>
            </a:r>
            <a:r>
              <a:rPr lang="zh-CN" altLang="en-US" sz="1800" b="1">
                <a:latin typeface="华文中宋"/>
                <a:ea typeface="华文中宋"/>
                <a:cs typeface="华文中宋"/>
              </a:rPr>
              <a:t>，得轨道方程</a:t>
            </a:r>
          </a:p>
        </p:txBody>
      </p:sp>
      <p:graphicFrame>
        <p:nvGraphicFramePr>
          <p:cNvPr id="26633" name="Object 17"/>
          <p:cNvGraphicFramePr>
            <a:graphicFrameLocks noChangeAspect="1"/>
          </p:cNvGraphicFramePr>
          <p:nvPr/>
        </p:nvGraphicFramePr>
        <p:xfrm>
          <a:off x="3649663" y="3970338"/>
          <a:ext cx="2578100" cy="406400"/>
        </p:xfrm>
        <a:graphic>
          <a:graphicData uri="http://schemas.openxmlformats.org/presentationml/2006/ole">
            <p:oleObj spid="_x0000_s21521" name="公式" r:id="rId6" imgW="838200" imgH="228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6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6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66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66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autoUpdateAnimBg="0"/>
      <p:bldP spid="26629" grpId="0" autoUpdateAnimBg="0"/>
      <p:bldP spid="26630" grpId="0" autoUpdateAnimBg="0"/>
      <p:bldP spid="26632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4" name="Text Box 6"/>
          <p:cNvSpPr txBox="1">
            <a:spLocks noChangeArrowheads="1"/>
          </p:cNvSpPr>
          <p:nvPr/>
        </p:nvSpPr>
        <p:spPr bwMode="auto">
          <a:xfrm>
            <a:off x="741363" y="1266825"/>
            <a:ext cx="81518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1</a:t>
            </a:r>
            <a:r>
              <a:rPr lang="zh-CN" altLang="en-US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、定义</a:t>
            </a:r>
            <a:r>
              <a:rPr lang="zh-CN" altLang="en-US" sz="1800" b="1">
                <a:latin typeface="华文中宋"/>
                <a:ea typeface="华文中宋"/>
                <a:cs typeface="华文中宋"/>
              </a:rPr>
              <a:t> ：</a:t>
            </a:r>
            <a:r>
              <a:rPr lang="zh-CN" altLang="en-US" sz="18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由起始位置指向终了位置的有向线段；△</a:t>
            </a:r>
            <a:r>
              <a:rPr lang="en-US" altLang="zh-CN" sz="18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t</a:t>
            </a:r>
            <a:r>
              <a:rPr lang="zh-CN" altLang="en-US" sz="18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时间内位置矢量的增量</a:t>
            </a:r>
          </a:p>
        </p:txBody>
      </p:sp>
      <p:graphicFrame>
        <p:nvGraphicFramePr>
          <p:cNvPr id="27656" name="Object 84"/>
          <p:cNvGraphicFramePr>
            <a:graphicFrameLocks noChangeAspect="1"/>
          </p:cNvGraphicFramePr>
          <p:nvPr/>
        </p:nvGraphicFramePr>
        <p:xfrm>
          <a:off x="1835150" y="2787650"/>
          <a:ext cx="1612900" cy="327025"/>
        </p:xfrm>
        <a:graphic>
          <a:graphicData uri="http://schemas.openxmlformats.org/presentationml/2006/ole">
            <p:oleObj spid="_x0000_s22612" name="Equation" r:id="rId3" imgW="698500" imgH="228600" progId="Equation.DSMT4">
              <p:embed/>
            </p:oleObj>
          </a:graphicData>
        </a:graphic>
      </p:graphicFrame>
      <p:graphicFrame>
        <p:nvGraphicFramePr>
          <p:cNvPr id="27663" name="Object 85"/>
          <p:cNvGraphicFramePr>
            <a:graphicFrameLocks noChangeAspect="1"/>
          </p:cNvGraphicFramePr>
          <p:nvPr/>
        </p:nvGraphicFramePr>
        <p:xfrm>
          <a:off x="1763713" y="3579813"/>
          <a:ext cx="7337425" cy="582612"/>
        </p:xfrm>
        <a:graphic>
          <a:graphicData uri="http://schemas.openxmlformats.org/presentationml/2006/ole">
            <p:oleObj spid="_x0000_s22613" name="Equation" r:id="rId4" imgW="3111500" imgH="330200" progId="Equation.DSMT4">
              <p:embed/>
            </p:oleObj>
          </a:graphicData>
        </a:graphic>
      </p:graphicFrame>
      <p:graphicFrame>
        <p:nvGraphicFramePr>
          <p:cNvPr id="27664" name="Object 86"/>
          <p:cNvGraphicFramePr>
            <a:graphicFrameLocks noChangeAspect="1"/>
          </p:cNvGraphicFramePr>
          <p:nvPr/>
        </p:nvGraphicFramePr>
        <p:xfrm>
          <a:off x="6015038" y="2716213"/>
          <a:ext cx="1797050" cy="346075"/>
        </p:xfrm>
        <a:graphic>
          <a:graphicData uri="http://schemas.openxmlformats.org/presentationml/2006/ole">
            <p:oleObj spid="_x0000_s22614" name="Equation" r:id="rId5" imgW="889000" imgH="228600" progId="Equation.DSMT4">
              <p:embed/>
            </p:oleObj>
          </a:graphicData>
        </a:graphic>
      </p:graphicFrame>
      <p:grpSp>
        <p:nvGrpSpPr>
          <p:cNvPr id="3" name="Group 96"/>
          <p:cNvGrpSpPr>
            <a:grpSpLocks/>
          </p:cNvGrpSpPr>
          <p:nvPr/>
        </p:nvGrpSpPr>
        <p:grpSpPr bwMode="auto">
          <a:xfrm>
            <a:off x="1100138" y="1571625"/>
            <a:ext cx="3327400" cy="1395413"/>
            <a:chOff x="920" y="1575"/>
            <a:chExt cx="1752" cy="1280"/>
          </a:xfrm>
        </p:grpSpPr>
        <p:grpSp>
          <p:nvGrpSpPr>
            <p:cNvPr id="22656" name="Group 18"/>
            <p:cNvGrpSpPr>
              <a:grpSpLocks/>
            </p:cNvGrpSpPr>
            <p:nvPr/>
          </p:nvGrpSpPr>
          <p:grpSpPr bwMode="auto">
            <a:xfrm>
              <a:off x="920" y="1710"/>
              <a:ext cx="1752" cy="1145"/>
              <a:chOff x="0" y="0"/>
              <a:chExt cx="1840" cy="1334"/>
            </a:xfrm>
          </p:grpSpPr>
          <p:grpSp>
            <p:nvGrpSpPr>
              <p:cNvPr id="22668" name="Group 19"/>
              <p:cNvGrpSpPr>
                <a:grpSpLocks/>
              </p:cNvGrpSpPr>
              <p:nvPr/>
            </p:nvGrpSpPr>
            <p:grpSpPr bwMode="auto">
              <a:xfrm>
                <a:off x="0" y="0"/>
                <a:ext cx="1840" cy="1296"/>
                <a:chOff x="0" y="0"/>
                <a:chExt cx="1840" cy="1296"/>
              </a:xfrm>
            </p:grpSpPr>
            <p:sp>
              <p:nvSpPr>
                <p:cNvPr id="22669" name="Line 20"/>
                <p:cNvSpPr>
                  <a:spLocks noChangeShapeType="1"/>
                </p:cNvSpPr>
                <p:nvPr/>
              </p:nvSpPr>
              <p:spPr bwMode="auto">
                <a:xfrm>
                  <a:off x="438" y="896"/>
                  <a:ext cx="140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70" name="Line 21"/>
                <p:cNvSpPr>
                  <a:spLocks noChangeShapeType="1"/>
                </p:cNvSpPr>
                <p:nvPr/>
              </p:nvSpPr>
              <p:spPr bwMode="auto">
                <a:xfrm flipH="1">
                  <a:off x="0" y="889"/>
                  <a:ext cx="439" cy="40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71" name="Line 22"/>
                <p:cNvSpPr>
                  <a:spLocks noChangeShapeType="1"/>
                </p:cNvSpPr>
                <p:nvPr/>
              </p:nvSpPr>
              <p:spPr bwMode="auto">
                <a:xfrm flipV="1">
                  <a:off x="435" y="0"/>
                  <a:ext cx="0" cy="88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22615" name="Object 87"/>
              <p:cNvGraphicFramePr>
                <a:graphicFrameLocks noChangeAspect="1"/>
              </p:cNvGraphicFramePr>
              <p:nvPr/>
            </p:nvGraphicFramePr>
            <p:xfrm>
              <a:off x="96" y="1200"/>
              <a:ext cx="144" cy="134"/>
            </p:xfrm>
            <a:graphic>
              <a:graphicData uri="http://schemas.openxmlformats.org/presentationml/2006/ole">
                <p:oleObj spid="_x0000_s22615" r:id="rId6" imgW="177800" imgH="165100" progId="Equation.3">
                  <p:embed/>
                </p:oleObj>
              </a:graphicData>
            </a:graphic>
          </p:graphicFrame>
          <p:graphicFrame>
            <p:nvGraphicFramePr>
              <p:cNvPr id="22616" name="Object 88"/>
              <p:cNvGraphicFramePr>
                <a:graphicFrameLocks noChangeAspect="1"/>
              </p:cNvGraphicFramePr>
              <p:nvPr/>
            </p:nvGraphicFramePr>
            <p:xfrm>
              <a:off x="1695" y="960"/>
              <a:ext cx="113" cy="134"/>
            </p:xfrm>
            <a:graphic>
              <a:graphicData uri="http://schemas.openxmlformats.org/presentationml/2006/ole">
                <p:oleObj spid="_x0000_s22616" r:id="rId7" imgW="139821" imgH="165243" progId="Equation.3">
                  <p:embed/>
                </p:oleObj>
              </a:graphicData>
            </a:graphic>
          </p:graphicFrame>
          <p:graphicFrame>
            <p:nvGraphicFramePr>
              <p:cNvPr id="22617" name="Object 89"/>
              <p:cNvGraphicFramePr>
                <a:graphicFrameLocks noChangeAspect="1"/>
              </p:cNvGraphicFramePr>
              <p:nvPr/>
            </p:nvGraphicFramePr>
            <p:xfrm>
              <a:off x="283" y="0"/>
              <a:ext cx="124" cy="134"/>
            </p:xfrm>
            <a:graphic>
              <a:graphicData uri="http://schemas.openxmlformats.org/presentationml/2006/ole">
                <p:oleObj spid="_x0000_s22617" r:id="rId8" imgW="152532" imgH="165243" progId="Equation.3">
                  <p:embed/>
                </p:oleObj>
              </a:graphicData>
            </a:graphic>
          </p:graphicFrame>
        </p:grpSp>
        <p:sp>
          <p:nvSpPr>
            <p:cNvPr id="22657" name="未知"/>
            <p:cNvSpPr>
              <a:spLocks/>
            </p:cNvSpPr>
            <p:nvPr/>
          </p:nvSpPr>
          <p:spPr bwMode="auto">
            <a:xfrm>
              <a:off x="992" y="1719"/>
              <a:ext cx="1418" cy="357"/>
            </a:xfrm>
            <a:custGeom>
              <a:avLst/>
              <a:gdLst>
                <a:gd name="T0" fmla="*/ 0 w 3545"/>
                <a:gd name="T1" fmla="*/ 1 h 894"/>
                <a:gd name="T2" fmla="*/ 1 w 3545"/>
                <a:gd name="T3" fmla="*/ 2 h 894"/>
                <a:gd name="T4" fmla="*/ 2 w 3545"/>
                <a:gd name="T5" fmla="*/ 1 h 894"/>
                <a:gd name="T6" fmla="*/ 4 w 3545"/>
                <a:gd name="T7" fmla="*/ 0 h 894"/>
                <a:gd name="T8" fmla="*/ 5 w 3545"/>
                <a:gd name="T9" fmla="*/ 1 h 894"/>
                <a:gd name="T10" fmla="*/ 6 w 3545"/>
                <a:gd name="T11" fmla="*/ 1 h 89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545"/>
                <a:gd name="T19" fmla="*/ 0 h 894"/>
                <a:gd name="T20" fmla="*/ 3545 w 3545"/>
                <a:gd name="T21" fmla="*/ 894 h 89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545" h="894">
                  <a:moveTo>
                    <a:pt x="0" y="655"/>
                  </a:moveTo>
                  <a:cubicBezTo>
                    <a:pt x="113" y="694"/>
                    <a:pt x="468" y="880"/>
                    <a:pt x="681" y="887"/>
                  </a:cubicBezTo>
                  <a:cubicBezTo>
                    <a:pt x="894" y="894"/>
                    <a:pt x="1028" y="840"/>
                    <a:pt x="1281" y="695"/>
                  </a:cubicBezTo>
                  <a:cubicBezTo>
                    <a:pt x="1534" y="550"/>
                    <a:pt x="1896" y="0"/>
                    <a:pt x="2201" y="15"/>
                  </a:cubicBezTo>
                  <a:cubicBezTo>
                    <a:pt x="2506" y="30"/>
                    <a:pt x="2889" y="703"/>
                    <a:pt x="3113" y="783"/>
                  </a:cubicBezTo>
                  <a:cubicBezTo>
                    <a:pt x="3337" y="863"/>
                    <a:pt x="3455" y="555"/>
                    <a:pt x="3545" y="495"/>
                  </a:cubicBezTo>
                </a:path>
              </a:pathLst>
            </a:custGeom>
            <a:noFill/>
            <a:ln w="28575" cap="flat" cmpd="sng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2658" name="Group 27"/>
            <p:cNvGrpSpPr>
              <a:grpSpLocks/>
            </p:cNvGrpSpPr>
            <p:nvPr/>
          </p:nvGrpSpPr>
          <p:grpSpPr bwMode="auto">
            <a:xfrm>
              <a:off x="1312" y="1927"/>
              <a:ext cx="304" cy="567"/>
              <a:chOff x="0" y="0"/>
              <a:chExt cx="304" cy="567"/>
            </a:xfrm>
          </p:grpSpPr>
          <p:grpSp>
            <p:nvGrpSpPr>
              <p:cNvPr id="22665" name="Group 28"/>
              <p:cNvGrpSpPr>
                <a:grpSpLocks/>
              </p:cNvGrpSpPr>
              <p:nvPr/>
            </p:nvGrpSpPr>
            <p:grpSpPr bwMode="auto">
              <a:xfrm>
                <a:off x="25" y="0"/>
                <a:ext cx="279" cy="567"/>
                <a:chOff x="0" y="0"/>
                <a:chExt cx="279" cy="567"/>
              </a:xfrm>
            </p:grpSpPr>
            <p:sp>
              <p:nvSpPr>
                <p:cNvPr id="22666" name="Oval 29"/>
                <p:cNvSpPr>
                  <a:spLocks noChangeArrowheads="1"/>
                </p:cNvSpPr>
                <p:nvPr/>
              </p:nvSpPr>
              <p:spPr bwMode="auto">
                <a:xfrm>
                  <a:off x="183" y="0"/>
                  <a:ext cx="96" cy="9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CC00"/>
                    </a:gs>
                    <a:gs pos="100000">
                      <a:srgbClr val="765E00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667" name="Line 30"/>
                <p:cNvSpPr>
                  <a:spLocks noChangeShapeType="1"/>
                </p:cNvSpPr>
                <p:nvPr/>
              </p:nvSpPr>
              <p:spPr bwMode="auto">
                <a:xfrm flipV="1">
                  <a:off x="0" y="24"/>
                  <a:ext cx="231" cy="543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 type="triangle" w="sm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22618" name="Object 90"/>
              <p:cNvGraphicFramePr>
                <a:graphicFrameLocks noChangeAspect="1"/>
              </p:cNvGraphicFramePr>
              <p:nvPr/>
            </p:nvGraphicFramePr>
            <p:xfrm>
              <a:off x="0" y="113"/>
              <a:ext cx="153" cy="274"/>
            </p:xfrm>
            <a:graphic>
              <a:graphicData uri="http://schemas.openxmlformats.org/presentationml/2006/ole">
                <p:oleObj spid="_x0000_s22618" name="Equation" r:id="rId9" imgW="126890" imgH="228402" progId="Equation.DSMT4">
                  <p:embed/>
                </p:oleObj>
              </a:graphicData>
            </a:graphic>
          </p:graphicFrame>
        </p:grpSp>
        <p:grpSp>
          <p:nvGrpSpPr>
            <p:cNvPr id="22659" name="Group 32"/>
            <p:cNvGrpSpPr>
              <a:grpSpLocks/>
            </p:cNvGrpSpPr>
            <p:nvPr/>
          </p:nvGrpSpPr>
          <p:grpSpPr bwMode="auto">
            <a:xfrm>
              <a:off x="1352" y="1887"/>
              <a:ext cx="800" cy="592"/>
              <a:chOff x="0" y="0"/>
              <a:chExt cx="800" cy="592"/>
            </a:xfrm>
          </p:grpSpPr>
          <p:grpSp>
            <p:nvGrpSpPr>
              <p:cNvPr id="22662" name="Group 33"/>
              <p:cNvGrpSpPr>
                <a:grpSpLocks/>
              </p:cNvGrpSpPr>
              <p:nvPr/>
            </p:nvGrpSpPr>
            <p:grpSpPr bwMode="auto">
              <a:xfrm>
                <a:off x="0" y="0"/>
                <a:ext cx="800" cy="592"/>
                <a:chOff x="0" y="0"/>
                <a:chExt cx="800" cy="592"/>
              </a:xfrm>
            </p:grpSpPr>
            <p:sp>
              <p:nvSpPr>
                <p:cNvPr id="22663" name="Oval 34"/>
                <p:cNvSpPr>
                  <a:spLocks noChangeArrowheads="1"/>
                </p:cNvSpPr>
                <p:nvPr/>
              </p:nvSpPr>
              <p:spPr bwMode="auto">
                <a:xfrm>
                  <a:off x="704" y="0"/>
                  <a:ext cx="96" cy="9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CC00"/>
                    </a:gs>
                    <a:gs pos="100000">
                      <a:srgbClr val="765E00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664" name="Line 35"/>
                <p:cNvSpPr>
                  <a:spLocks noChangeShapeType="1"/>
                </p:cNvSpPr>
                <p:nvPr/>
              </p:nvSpPr>
              <p:spPr bwMode="auto">
                <a:xfrm flipV="1">
                  <a:off x="0" y="48"/>
                  <a:ext cx="752" cy="544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 type="triangle" w="sm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22619" name="Object 91"/>
              <p:cNvGraphicFramePr>
                <a:graphicFrameLocks noChangeAspect="1"/>
              </p:cNvGraphicFramePr>
              <p:nvPr/>
            </p:nvGraphicFramePr>
            <p:xfrm>
              <a:off x="368" y="232"/>
              <a:ext cx="168" cy="276"/>
            </p:xfrm>
            <a:graphic>
              <a:graphicData uri="http://schemas.openxmlformats.org/presentationml/2006/ole">
                <p:oleObj spid="_x0000_s22619" name="Equation" r:id="rId10" imgW="139700" imgH="228600" progId="Equation.DSMT4">
                  <p:embed/>
                </p:oleObj>
              </a:graphicData>
            </a:graphic>
          </p:graphicFrame>
        </p:grpSp>
        <p:grpSp>
          <p:nvGrpSpPr>
            <p:cNvPr id="22660" name="Group 37"/>
            <p:cNvGrpSpPr>
              <a:grpSpLocks/>
            </p:cNvGrpSpPr>
            <p:nvPr/>
          </p:nvGrpSpPr>
          <p:grpSpPr bwMode="auto">
            <a:xfrm>
              <a:off x="1435" y="1786"/>
              <a:ext cx="862" cy="347"/>
              <a:chOff x="-45" y="-5"/>
              <a:chExt cx="862" cy="347"/>
            </a:xfrm>
          </p:grpSpPr>
          <p:sp>
            <p:nvSpPr>
              <p:cNvPr id="22661" name="Line 38"/>
              <p:cNvSpPr>
                <a:spLocks noChangeShapeType="1"/>
              </p:cNvSpPr>
              <p:nvPr/>
            </p:nvSpPr>
            <p:spPr bwMode="auto">
              <a:xfrm>
                <a:off x="96" y="144"/>
                <a:ext cx="528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2620" name="Object 92"/>
              <p:cNvGraphicFramePr>
                <a:graphicFrameLocks noChangeAspect="1"/>
              </p:cNvGraphicFramePr>
              <p:nvPr/>
            </p:nvGraphicFramePr>
            <p:xfrm>
              <a:off x="192" y="146"/>
              <a:ext cx="240" cy="196"/>
            </p:xfrm>
            <a:graphic>
              <a:graphicData uri="http://schemas.openxmlformats.org/presentationml/2006/ole">
                <p:oleObj spid="_x0000_s22620" name="Equation" r:id="rId11" imgW="215619" imgH="177569" progId="Equation.DSMT4">
                  <p:embed/>
                </p:oleObj>
              </a:graphicData>
            </a:graphic>
          </p:graphicFrame>
          <p:graphicFrame>
            <p:nvGraphicFramePr>
              <p:cNvPr id="22621" name="Object 93"/>
              <p:cNvGraphicFramePr>
                <a:graphicFrameLocks noChangeAspect="1"/>
              </p:cNvGraphicFramePr>
              <p:nvPr/>
            </p:nvGraphicFramePr>
            <p:xfrm>
              <a:off x="-45" y="0"/>
              <a:ext cx="141" cy="153"/>
            </p:xfrm>
            <a:graphic>
              <a:graphicData uri="http://schemas.openxmlformats.org/presentationml/2006/ole">
                <p:oleObj spid="_x0000_s22621" r:id="rId12" imgW="152532" imgH="165243" progId="Equation.3">
                  <p:embed/>
                </p:oleObj>
              </a:graphicData>
            </a:graphic>
          </p:graphicFrame>
          <p:graphicFrame>
            <p:nvGraphicFramePr>
              <p:cNvPr id="22622" name="Object 94"/>
              <p:cNvGraphicFramePr>
                <a:graphicFrameLocks noChangeAspect="1"/>
              </p:cNvGraphicFramePr>
              <p:nvPr/>
            </p:nvGraphicFramePr>
            <p:xfrm>
              <a:off x="672" y="-5"/>
              <a:ext cx="145" cy="157"/>
            </p:xfrm>
            <a:graphic>
              <a:graphicData uri="http://schemas.openxmlformats.org/presentationml/2006/ole">
                <p:oleObj spid="_x0000_s22622" r:id="rId13" imgW="152532" imgH="165243" progId="Equation.3">
                  <p:embed/>
                </p:oleObj>
              </a:graphicData>
            </a:graphic>
          </p:graphicFrame>
        </p:grpSp>
        <p:graphicFrame>
          <p:nvGraphicFramePr>
            <p:cNvPr id="22623" name="Object 95"/>
            <p:cNvGraphicFramePr>
              <a:graphicFrameLocks noChangeAspect="1"/>
            </p:cNvGraphicFramePr>
            <p:nvPr/>
          </p:nvGraphicFramePr>
          <p:xfrm>
            <a:off x="1720" y="1575"/>
            <a:ext cx="216" cy="168"/>
          </p:xfrm>
          <a:graphic>
            <a:graphicData uri="http://schemas.openxmlformats.org/presentationml/2006/ole">
              <p:oleObj spid="_x0000_s22623" r:id="rId14" imgW="228600" imgH="177800" progId="Equation.3">
                <p:embed/>
              </p:oleObj>
            </a:graphicData>
          </a:graphic>
        </p:graphicFrame>
      </p:grpSp>
      <p:grpSp>
        <p:nvGrpSpPr>
          <p:cNvPr id="11" name="Group 95"/>
          <p:cNvGrpSpPr>
            <a:grpSpLocks/>
          </p:cNvGrpSpPr>
          <p:nvPr/>
        </p:nvGrpSpPr>
        <p:grpSpPr bwMode="auto">
          <a:xfrm>
            <a:off x="5127625" y="1714500"/>
            <a:ext cx="3352800" cy="1009650"/>
            <a:chOff x="3281" y="1871"/>
            <a:chExt cx="1603" cy="703"/>
          </a:xfrm>
        </p:grpSpPr>
        <p:grpSp>
          <p:nvGrpSpPr>
            <p:cNvPr id="22642" name="Group 43"/>
            <p:cNvGrpSpPr>
              <a:grpSpLocks/>
            </p:cNvGrpSpPr>
            <p:nvPr/>
          </p:nvGrpSpPr>
          <p:grpSpPr bwMode="auto">
            <a:xfrm>
              <a:off x="3281" y="2007"/>
              <a:ext cx="279" cy="567"/>
              <a:chOff x="25" y="0"/>
              <a:chExt cx="279" cy="567"/>
            </a:xfrm>
          </p:grpSpPr>
          <p:grpSp>
            <p:nvGrpSpPr>
              <p:cNvPr id="22653" name="Group 44"/>
              <p:cNvGrpSpPr>
                <a:grpSpLocks/>
              </p:cNvGrpSpPr>
              <p:nvPr/>
            </p:nvGrpSpPr>
            <p:grpSpPr bwMode="auto">
              <a:xfrm>
                <a:off x="25" y="0"/>
                <a:ext cx="279" cy="567"/>
                <a:chOff x="0" y="0"/>
                <a:chExt cx="279" cy="567"/>
              </a:xfrm>
            </p:grpSpPr>
            <p:sp>
              <p:nvSpPr>
                <p:cNvPr id="22654" name="Oval 45"/>
                <p:cNvSpPr>
                  <a:spLocks noChangeArrowheads="1"/>
                </p:cNvSpPr>
                <p:nvPr/>
              </p:nvSpPr>
              <p:spPr bwMode="auto">
                <a:xfrm>
                  <a:off x="183" y="0"/>
                  <a:ext cx="96" cy="9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CC00"/>
                    </a:gs>
                    <a:gs pos="100000">
                      <a:srgbClr val="765E00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655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0" y="24"/>
                  <a:ext cx="231" cy="543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 type="triangle" w="sm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22624" name="Object 96"/>
              <p:cNvGraphicFramePr>
                <a:graphicFrameLocks noChangeAspect="1"/>
              </p:cNvGraphicFramePr>
              <p:nvPr/>
            </p:nvGraphicFramePr>
            <p:xfrm>
              <a:off x="35" y="95"/>
              <a:ext cx="139" cy="203"/>
            </p:xfrm>
            <a:graphic>
              <a:graphicData uri="http://schemas.openxmlformats.org/presentationml/2006/ole">
                <p:oleObj spid="_x0000_s22624" name="Equation" r:id="rId15" imgW="126890" imgH="228402" progId="Equation.DSMT4">
                  <p:embed/>
                </p:oleObj>
              </a:graphicData>
            </a:graphic>
          </p:graphicFrame>
        </p:grpSp>
        <p:grpSp>
          <p:nvGrpSpPr>
            <p:cNvPr id="22643" name="Group 48"/>
            <p:cNvGrpSpPr>
              <a:grpSpLocks/>
            </p:cNvGrpSpPr>
            <p:nvPr/>
          </p:nvGrpSpPr>
          <p:grpSpPr bwMode="auto">
            <a:xfrm>
              <a:off x="3296" y="1975"/>
              <a:ext cx="800" cy="592"/>
              <a:chOff x="0" y="0"/>
              <a:chExt cx="800" cy="592"/>
            </a:xfrm>
          </p:grpSpPr>
          <p:grpSp>
            <p:nvGrpSpPr>
              <p:cNvPr id="22650" name="Group 49"/>
              <p:cNvGrpSpPr>
                <a:grpSpLocks/>
              </p:cNvGrpSpPr>
              <p:nvPr/>
            </p:nvGrpSpPr>
            <p:grpSpPr bwMode="auto">
              <a:xfrm>
                <a:off x="0" y="0"/>
                <a:ext cx="800" cy="592"/>
                <a:chOff x="0" y="0"/>
                <a:chExt cx="800" cy="592"/>
              </a:xfrm>
            </p:grpSpPr>
            <p:sp>
              <p:nvSpPr>
                <p:cNvPr id="22651" name="Oval 50"/>
                <p:cNvSpPr>
                  <a:spLocks noChangeArrowheads="1"/>
                </p:cNvSpPr>
                <p:nvPr/>
              </p:nvSpPr>
              <p:spPr bwMode="auto">
                <a:xfrm>
                  <a:off x="704" y="0"/>
                  <a:ext cx="96" cy="9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CC00"/>
                    </a:gs>
                    <a:gs pos="100000">
                      <a:srgbClr val="765E00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652" name="Line 51"/>
                <p:cNvSpPr>
                  <a:spLocks noChangeShapeType="1"/>
                </p:cNvSpPr>
                <p:nvPr/>
              </p:nvSpPr>
              <p:spPr bwMode="auto">
                <a:xfrm flipV="1">
                  <a:off x="0" y="48"/>
                  <a:ext cx="752" cy="544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 type="triangle" w="sm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22625" name="Object 97"/>
              <p:cNvGraphicFramePr>
                <a:graphicFrameLocks noChangeAspect="1"/>
              </p:cNvGraphicFramePr>
              <p:nvPr/>
            </p:nvGraphicFramePr>
            <p:xfrm>
              <a:off x="368" y="293"/>
              <a:ext cx="119" cy="195"/>
            </p:xfrm>
            <a:graphic>
              <a:graphicData uri="http://schemas.openxmlformats.org/presentationml/2006/ole">
                <p:oleObj spid="_x0000_s22625" name="Equation" r:id="rId16" imgW="139700" imgH="228600" progId="Equation.DSMT4">
                  <p:embed/>
                </p:oleObj>
              </a:graphicData>
            </a:graphic>
          </p:graphicFrame>
        </p:grpSp>
        <p:grpSp>
          <p:nvGrpSpPr>
            <p:cNvPr id="22644" name="Group 53"/>
            <p:cNvGrpSpPr>
              <a:grpSpLocks/>
            </p:cNvGrpSpPr>
            <p:nvPr/>
          </p:nvGrpSpPr>
          <p:grpSpPr bwMode="auto">
            <a:xfrm>
              <a:off x="3394" y="1871"/>
              <a:ext cx="805" cy="144"/>
              <a:chOff x="-22" y="80"/>
              <a:chExt cx="805" cy="144"/>
            </a:xfrm>
          </p:grpSpPr>
          <p:sp>
            <p:nvSpPr>
              <p:cNvPr id="22649" name="Line 54"/>
              <p:cNvSpPr>
                <a:spLocks noChangeShapeType="1"/>
              </p:cNvSpPr>
              <p:nvPr/>
            </p:nvSpPr>
            <p:spPr bwMode="auto">
              <a:xfrm>
                <a:off x="96" y="224"/>
                <a:ext cx="528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2626" name="Object 98"/>
              <p:cNvGraphicFramePr>
                <a:graphicFrameLocks noChangeAspect="1"/>
              </p:cNvGraphicFramePr>
              <p:nvPr/>
            </p:nvGraphicFramePr>
            <p:xfrm>
              <a:off x="288" y="91"/>
              <a:ext cx="157" cy="130"/>
            </p:xfrm>
            <a:graphic>
              <a:graphicData uri="http://schemas.openxmlformats.org/presentationml/2006/ole">
                <p:oleObj spid="_x0000_s22626" name="Equation" r:id="rId17" imgW="215619" imgH="177569" progId="Equation.DSMT4">
                  <p:embed/>
                </p:oleObj>
              </a:graphicData>
            </a:graphic>
          </p:graphicFrame>
          <p:graphicFrame>
            <p:nvGraphicFramePr>
              <p:cNvPr id="22627" name="Object 99"/>
              <p:cNvGraphicFramePr>
                <a:graphicFrameLocks noChangeAspect="1"/>
              </p:cNvGraphicFramePr>
              <p:nvPr/>
            </p:nvGraphicFramePr>
            <p:xfrm>
              <a:off x="-22" y="80"/>
              <a:ext cx="118" cy="128"/>
            </p:xfrm>
            <a:graphic>
              <a:graphicData uri="http://schemas.openxmlformats.org/presentationml/2006/ole">
                <p:oleObj spid="_x0000_s22627" r:id="rId18" imgW="152532" imgH="165243" progId="Equation.3">
                  <p:embed/>
                </p:oleObj>
              </a:graphicData>
            </a:graphic>
          </p:graphicFrame>
          <p:graphicFrame>
            <p:nvGraphicFramePr>
              <p:cNvPr id="22628" name="Object 100"/>
              <p:cNvGraphicFramePr>
                <a:graphicFrameLocks noChangeAspect="1"/>
              </p:cNvGraphicFramePr>
              <p:nvPr/>
            </p:nvGraphicFramePr>
            <p:xfrm>
              <a:off x="672" y="100"/>
              <a:ext cx="111" cy="120"/>
            </p:xfrm>
            <a:graphic>
              <a:graphicData uri="http://schemas.openxmlformats.org/presentationml/2006/ole">
                <p:oleObj spid="_x0000_s22628" r:id="rId19" imgW="152532" imgH="165243" progId="Equation.3">
                  <p:embed/>
                </p:oleObj>
              </a:graphicData>
            </a:graphic>
          </p:graphicFrame>
        </p:grpSp>
        <p:grpSp>
          <p:nvGrpSpPr>
            <p:cNvPr id="22645" name="Group 58"/>
            <p:cNvGrpSpPr>
              <a:grpSpLocks/>
            </p:cNvGrpSpPr>
            <p:nvPr/>
          </p:nvGrpSpPr>
          <p:grpSpPr bwMode="auto">
            <a:xfrm>
              <a:off x="3496" y="2023"/>
              <a:ext cx="288" cy="225"/>
              <a:chOff x="0" y="0"/>
              <a:chExt cx="288" cy="225"/>
            </a:xfrm>
          </p:grpSpPr>
          <p:sp>
            <p:nvSpPr>
              <p:cNvPr id="22648" name="Line 59"/>
              <p:cNvSpPr>
                <a:spLocks noChangeShapeType="1"/>
              </p:cNvSpPr>
              <p:nvPr/>
            </p:nvSpPr>
            <p:spPr bwMode="auto">
              <a:xfrm>
                <a:off x="0" y="0"/>
                <a:ext cx="288" cy="20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2629" name="Object 101"/>
              <p:cNvGraphicFramePr>
                <a:graphicFrameLocks noChangeAspect="1"/>
              </p:cNvGraphicFramePr>
              <p:nvPr/>
            </p:nvGraphicFramePr>
            <p:xfrm>
              <a:off x="0" y="51"/>
              <a:ext cx="164" cy="174"/>
            </p:xfrm>
            <a:graphic>
              <a:graphicData uri="http://schemas.openxmlformats.org/presentationml/2006/ole">
                <p:oleObj spid="_x0000_s22629" name="Equation" r:id="rId20" imgW="215806" imgH="228501" progId="Equation.DSMT4">
                  <p:embed/>
                </p:oleObj>
              </a:graphicData>
            </a:graphic>
          </p:graphicFrame>
        </p:grpSp>
        <p:grpSp>
          <p:nvGrpSpPr>
            <p:cNvPr id="22646" name="Group 61"/>
            <p:cNvGrpSpPr>
              <a:grpSpLocks/>
            </p:cNvGrpSpPr>
            <p:nvPr/>
          </p:nvGrpSpPr>
          <p:grpSpPr bwMode="auto">
            <a:xfrm>
              <a:off x="3760" y="2031"/>
              <a:ext cx="1124" cy="289"/>
              <a:chOff x="0" y="0"/>
              <a:chExt cx="1124" cy="289"/>
            </a:xfrm>
          </p:grpSpPr>
          <p:sp>
            <p:nvSpPr>
              <p:cNvPr id="22647" name="Line 62"/>
              <p:cNvSpPr>
                <a:spLocks noChangeShapeType="1"/>
              </p:cNvSpPr>
              <p:nvPr/>
            </p:nvSpPr>
            <p:spPr bwMode="auto">
              <a:xfrm flipV="1">
                <a:off x="0" y="0"/>
                <a:ext cx="280" cy="19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2630" name="Object 102"/>
              <p:cNvGraphicFramePr>
                <a:graphicFrameLocks noChangeAspect="1"/>
              </p:cNvGraphicFramePr>
              <p:nvPr/>
            </p:nvGraphicFramePr>
            <p:xfrm>
              <a:off x="206" y="96"/>
              <a:ext cx="918" cy="193"/>
            </p:xfrm>
            <a:graphic>
              <a:graphicData uri="http://schemas.openxmlformats.org/presentationml/2006/ole">
                <p:oleObj spid="_x0000_s22630" name="Equation" r:id="rId21" imgW="1205977" imgH="253890" progId="Equation.DSMT4">
                  <p:embed/>
                </p:oleObj>
              </a:graphicData>
            </a:graphic>
          </p:graphicFrame>
        </p:grpSp>
      </p:grpSp>
      <p:sp>
        <p:nvSpPr>
          <p:cNvPr id="27745" name="Rectangle 97"/>
          <p:cNvSpPr>
            <a:spLocks noChangeArrowheads="1"/>
          </p:cNvSpPr>
          <p:nvPr/>
        </p:nvSpPr>
        <p:spPr bwMode="auto">
          <a:xfrm>
            <a:off x="395288" y="3714750"/>
            <a:ext cx="11080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位移的模</a:t>
            </a:r>
          </a:p>
        </p:txBody>
      </p:sp>
      <p:sp>
        <p:nvSpPr>
          <p:cNvPr id="27746" name="Rectangle 98"/>
          <p:cNvSpPr>
            <a:spLocks noChangeArrowheads="1"/>
          </p:cNvSpPr>
          <p:nvPr/>
        </p:nvSpPr>
        <p:spPr bwMode="auto">
          <a:xfrm>
            <a:off x="395288" y="4227513"/>
            <a:ext cx="11080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模的增量</a:t>
            </a:r>
          </a:p>
        </p:txBody>
      </p:sp>
      <p:graphicFrame>
        <p:nvGraphicFramePr>
          <p:cNvPr id="27747" name="Object 103"/>
          <p:cNvGraphicFramePr>
            <a:graphicFrameLocks noChangeAspect="1"/>
          </p:cNvGraphicFramePr>
          <p:nvPr/>
        </p:nvGraphicFramePr>
        <p:xfrm>
          <a:off x="1941513" y="4127500"/>
          <a:ext cx="6878637" cy="531813"/>
        </p:xfrm>
        <a:graphic>
          <a:graphicData uri="http://schemas.openxmlformats.org/presentationml/2006/ole">
            <p:oleObj spid="_x0000_s22631" name="Equation" r:id="rId22" imgW="2819400" imgH="292100" progId="Equation.DSMT4">
              <p:embed/>
            </p:oleObj>
          </a:graphicData>
        </a:graphic>
      </p:graphicFrame>
      <p:sp>
        <p:nvSpPr>
          <p:cNvPr id="27748" name="Rectangle 100"/>
          <p:cNvSpPr>
            <a:spLocks noChangeArrowheads="1"/>
          </p:cNvSpPr>
          <p:nvPr/>
        </p:nvSpPr>
        <p:spPr bwMode="auto">
          <a:xfrm>
            <a:off x="409575" y="3182938"/>
            <a:ext cx="15700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800" b="1">
                <a:latin typeface="华文中宋"/>
                <a:ea typeface="华文中宋"/>
                <a:cs typeface="华文中宋"/>
              </a:rPr>
              <a:t>直角坐标系中</a:t>
            </a:r>
          </a:p>
        </p:txBody>
      </p:sp>
      <p:graphicFrame>
        <p:nvGraphicFramePr>
          <p:cNvPr id="27749" name="Object 104"/>
          <p:cNvGraphicFramePr>
            <a:graphicFrameLocks noChangeAspect="1"/>
          </p:cNvGraphicFramePr>
          <p:nvPr/>
        </p:nvGraphicFramePr>
        <p:xfrm>
          <a:off x="3095625" y="3124200"/>
          <a:ext cx="3379788" cy="474663"/>
        </p:xfrm>
        <a:graphic>
          <a:graphicData uri="http://schemas.openxmlformats.org/presentationml/2006/ole">
            <p:oleObj spid="_x0000_s22632" name="Equation" r:id="rId23" imgW="1358310" imgH="253890" progId="Equation.DSMT4">
              <p:embed/>
            </p:oleObj>
          </a:graphicData>
        </a:graphic>
      </p:graphicFrame>
      <p:grpSp>
        <p:nvGrpSpPr>
          <p:cNvPr id="22640" name="组合 61"/>
          <p:cNvGrpSpPr>
            <a:grpSpLocks/>
          </p:cNvGrpSpPr>
          <p:nvPr/>
        </p:nvGrpSpPr>
        <p:grpSpPr bwMode="auto">
          <a:xfrm>
            <a:off x="827088" y="857250"/>
            <a:ext cx="1911350" cy="401638"/>
            <a:chOff x="827584" y="857886"/>
            <a:chExt cx="2055366" cy="401637"/>
          </a:xfrm>
        </p:grpSpPr>
        <p:sp>
          <p:nvSpPr>
            <p:cNvPr id="22641" name="Text Box 2"/>
            <p:cNvSpPr>
              <a:spLocks noChangeArrowheads="1"/>
            </p:cNvSpPr>
            <p:nvPr/>
          </p:nvSpPr>
          <p:spPr bwMode="auto">
            <a:xfrm>
              <a:off x="827584" y="857886"/>
              <a:ext cx="2055366" cy="401637"/>
            </a:xfrm>
            <a:prstGeom prst="homePlate">
              <a:avLst>
                <a:gd name="adj" fmla="val 49848"/>
              </a:avLst>
            </a:prstGeom>
            <a:solidFill>
              <a:srgbClr val="539A84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lang="zh-CN" altLang="en-US" sz="2000" b="1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二、位移</a:t>
              </a:r>
            </a:p>
          </p:txBody>
        </p:sp>
        <p:graphicFrame>
          <p:nvGraphicFramePr>
            <p:cNvPr id="22633" name="Object 105"/>
            <p:cNvGraphicFramePr>
              <a:graphicFrameLocks noChangeAspect="1"/>
            </p:cNvGraphicFramePr>
            <p:nvPr/>
          </p:nvGraphicFramePr>
          <p:xfrm>
            <a:off x="2037874" y="906736"/>
            <a:ext cx="612775" cy="296862"/>
          </p:xfrm>
          <a:graphic>
            <a:graphicData uri="http://schemas.openxmlformats.org/presentationml/2006/ole">
              <p:oleObj spid="_x0000_s22633" name="Equation" r:id="rId24" imgW="215619" imgH="177569" progId="Equation.DSMT4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7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7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7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7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76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76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7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7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7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4" grpId="0" autoUpdateAnimBg="0"/>
      <p:bldP spid="27745" grpId="0"/>
      <p:bldP spid="27746" grpId="0"/>
      <p:bldP spid="2774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684213" y="947738"/>
            <a:ext cx="37433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2</a:t>
            </a:r>
            <a:r>
              <a:rPr lang="zh-CN" altLang="en-US" sz="20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、位移与路程的区别与联系</a:t>
            </a:r>
            <a:endParaRPr lang="en-US" altLang="zh-CN" sz="2000" b="1">
              <a:solidFill>
                <a:schemeClr val="accent2"/>
              </a:solidFill>
              <a:latin typeface="华文中宋"/>
              <a:ea typeface="华文中宋"/>
              <a:cs typeface="华文中宋"/>
            </a:endParaRPr>
          </a:p>
        </p:txBody>
      </p:sp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663575" y="1868488"/>
            <a:ext cx="9556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 b="1">
                <a:solidFill>
                  <a:srgbClr val="0000FF"/>
                </a:solidFill>
                <a:latin typeface="华文中宋"/>
                <a:ea typeface="华文中宋"/>
                <a:cs typeface="华文中宋"/>
                <a:sym typeface="Wingdings 2" pitchFamily="18" charset="2"/>
              </a:rPr>
              <a:t>区别：</a:t>
            </a:r>
            <a:endParaRPr lang="zh-CN" altLang="en-US" sz="1800">
              <a:solidFill>
                <a:srgbClr val="0000FF"/>
              </a:solidFill>
              <a:latin typeface="华文中宋"/>
              <a:ea typeface="华文中宋"/>
              <a:cs typeface="华文中宋"/>
            </a:endParaRPr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495300" y="3048000"/>
            <a:ext cx="34290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联系：</a:t>
            </a:r>
            <a:r>
              <a:rPr lang="zh-CN" altLang="en-US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在△</a:t>
            </a:r>
            <a:r>
              <a:rPr lang="en-US" altLang="zh-CN" sz="1800" b="1" i="1">
                <a:solidFill>
                  <a:srgbClr val="000000"/>
                </a:solidFill>
                <a:ea typeface="华文中宋"/>
                <a:cs typeface="华文中宋"/>
              </a:rPr>
              <a:t>t</a:t>
            </a:r>
            <a:r>
              <a:rPr lang="en-US" altLang="zh-CN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→</a:t>
            </a:r>
            <a:r>
              <a:rPr lang="en-US" altLang="zh-CN" sz="1800" b="1">
                <a:solidFill>
                  <a:srgbClr val="000000"/>
                </a:solidFill>
                <a:ea typeface="华文中宋"/>
                <a:cs typeface="华文中宋"/>
              </a:rPr>
              <a:t>0</a:t>
            </a:r>
            <a:r>
              <a:rPr lang="zh-CN" altLang="en-US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时，</a:t>
            </a:r>
          </a:p>
        </p:txBody>
      </p:sp>
      <p:graphicFrame>
        <p:nvGraphicFramePr>
          <p:cNvPr id="28680" name="Object 44"/>
          <p:cNvGraphicFramePr>
            <a:graphicFrameLocks noChangeAspect="1"/>
          </p:cNvGraphicFramePr>
          <p:nvPr/>
        </p:nvGraphicFramePr>
        <p:xfrm>
          <a:off x="2843213" y="3049588"/>
          <a:ext cx="1296987" cy="444500"/>
        </p:xfrm>
        <a:graphic>
          <a:graphicData uri="http://schemas.openxmlformats.org/presentationml/2006/ole">
            <p:oleObj spid="_x0000_s23596" name="Equation" r:id="rId3" imgW="545626" imgH="253780" progId="Equation.DSMT4">
              <p:embed/>
            </p:oleObj>
          </a:graphicData>
        </a:graphic>
      </p:graphicFrame>
      <p:graphicFrame>
        <p:nvGraphicFramePr>
          <p:cNvPr id="28681" name="Object 45"/>
          <p:cNvGraphicFramePr>
            <a:graphicFrameLocks noChangeAspect="1"/>
          </p:cNvGraphicFramePr>
          <p:nvPr/>
        </p:nvGraphicFramePr>
        <p:xfrm>
          <a:off x="4422775" y="3048000"/>
          <a:ext cx="1368425" cy="469900"/>
        </p:xfrm>
        <a:graphic>
          <a:graphicData uri="http://schemas.openxmlformats.org/presentationml/2006/ole">
            <p:oleObj spid="_x0000_s23597" name="Equation" r:id="rId4" imgW="545626" imgH="253780" progId="Equation.DSMT4">
              <p:embed/>
            </p:oleObj>
          </a:graphicData>
        </a:graphic>
      </p:graphicFrame>
      <p:sp>
        <p:nvSpPr>
          <p:cNvPr id="28682" name="Text Box 10"/>
          <p:cNvSpPr txBox="1">
            <a:spLocks noChangeArrowheads="1"/>
          </p:cNvSpPr>
          <p:nvPr/>
        </p:nvSpPr>
        <p:spPr bwMode="auto">
          <a:xfrm>
            <a:off x="468313" y="1409700"/>
            <a:ext cx="5384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路程：</a:t>
            </a:r>
            <a:r>
              <a:rPr lang="zh-CN" altLang="en-US" sz="18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△</a:t>
            </a:r>
            <a:r>
              <a:rPr lang="en-US" altLang="zh-CN" sz="1800" b="1" i="1">
                <a:solidFill>
                  <a:srgbClr val="FF0000"/>
                </a:solidFill>
                <a:ea typeface="华文中宋"/>
                <a:cs typeface="Times New Roman" pitchFamily="18" charset="0"/>
              </a:rPr>
              <a:t>t </a:t>
            </a:r>
            <a:r>
              <a:rPr lang="zh-CN" altLang="en-US" sz="18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时间内质点在空间内实际运行的路径距离</a:t>
            </a:r>
          </a:p>
        </p:txBody>
      </p:sp>
      <p:graphicFrame>
        <p:nvGraphicFramePr>
          <p:cNvPr id="28685" name="Object 46"/>
          <p:cNvGraphicFramePr>
            <a:graphicFrameLocks noChangeAspect="1"/>
          </p:cNvGraphicFramePr>
          <p:nvPr/>
        </p:nvGraphicFramePr>
        <p:xfrm>
          <a:off x="1619250" y="2033588"/>
          <a:ext cx="565150" cy="347662"/>
        </p:xfrm>
        <a:graphic>
          <a:graphicData uri="http://schemas.openxmlformats.org/presentationml/2006/ole">
            <p:oleObj spid="_x0000_s23598" name="Equation" r:id="rId5" imgW="215619" imgH="177569" progId="Equation.DSMT4">
              <p:embed/>
            </p:oleObj>
          </a:graphicData>
        </a:graphic>
      </p:graphicFrame>
      <p:sp>
        <p:nvSpPr>
          <p:cNvPr id="28686" name="Rectangle 14"/>
          <p:cNvSpPr>
            <a:spLocks noChangeArrowheads="1"/>
          </p:cNvSpPr>
          <p:nvPr/>
        </p:nvSpPr>
        <p:spPr bwMode="auto">
          <a:xfrm>
            <a:off x="1423988" y="2065338"/>
            <a:ext cx="77200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       只与始末位置有关；△</a:t>
            </a:r>
            <a:r>
              <a:rPr lang="en-US" altLang="zh-CN" sz="1800" b="1" i="1">
                <a:solidFill>
                  <a:srgbClr val="000000"/>
                </a:solidFill>
                <a:ea typeface="华文中宋"/>
                <a:cs typeface="华文中宋"/>
              </a:rPr>
              <a:t>S</a:t>
            </a:r>
            <a:r>
              <a:rPr lang="zh-CN" altLang="en-US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与轨道形状和往返次数有关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611188" y="2500313"/>
            <a:ext cx="3556000" cy="431800"/>
            <a:chOff x="0" y="251"/>
            <a:chExt cx="2241" cy="363"/>
          </a:xfrm>
        </p:grpSpPr>
        <p:graphicFrame>
          <p:nvGraphicFramePr>
            <p:cNvPr id="23599" name="Object 47"/>
            <p:cNvGraphicFramePr>
              <a:graphicFrameLocks noChangeAspect="1"/>
            </p:cNvGraphicFramePr>
            <p:nvPr/>
          </p:nvGraphicFramePr>
          <p:xfrm>
            <a:off x="1407" y="251"/>
            <a:ext cx="834" cy="363"/>
          </p:xfrm>
          <a:graphic>
            <a:graphicData uri="http://schemas.openxmlformats.org/presentationml/2006/ole">
              <p:oleObj spid="_x0000_s23599" name="Equation" r:id="rId6" imgW="583947" imgH="253890" progId="Equation.DSMT4">
                <p:embed/>
              </p:oleObj>
            </a:graphicData>
          </a:graphic>
        </p:graphicFrame>
        <p:sp>
          <p:nvSpPr>
            <p:cNvPr id="23627" name="Rectangle 17"/>
            <p:cNvSpPr>
              <a:spLocks noChangeArrowheads="1"/>
            </p:cNvSpPr>
            <p:nvPr/>
          </p:nvSpPr>
          <p:spPr bwMode="auto">
            <a:xfrm>
              <a:off x="0" y="299"/>
              <a:ext cx="2208" cy="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zh-CN" altLang="en-US" sz="1800" b="1">
                  <a:solidFill>
                    <a:srgbClr val="000000"/>
                  </a:solidFill>
                  <a:latin typeface="华文中宋"/>
                  <a:ea typeface="华文中宋"/>
                  <a:cs typeface="华文中宋"/>
                </a:rPr>
                <a:t>  因此，一般情况下</a:t>
              </a: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1611313" y="1708150"/>
            <a:ext cx="2724150" cy="368300"/>
            <a:chOff x="53" y="17"/>
            <a:chExt cx="1716" cy="310"/>
          </a:xfrm>
        </p:grpSpPr>
        <p:graphicFrame>
          <p:nvGraphicFramePr>
            <p:cNvPr id="23600" name="Object 48"/>
            <p:cNvGraphicFramePr>
              <a:graphicFrameLocks noChangeAspect="1"/>
            </p:cNvGraphicFramePr>
            <p:nvPr/>
          </p:nvGraphicFramePr>
          <p:xfrm>
            <a:off x="53" y="22"/>
            <a:ext cx="323" cy="266"/>
          </p:xfrm>
          <a:graphic>
            <a:graphicData uri="http://schemas.openxmlformats.org/presentationml/2006/ole">
              <p:oleObj spid="_x0000_s23600" name="Equation" r:id="rId7" imgW="215619" imgH="177569" progId="Equation.DSMT4">
                <p:embed/>
              </p:oleObj>
            </a:graphicData>
          </a:graphic>
        </p:graphicFrame>
        <p:sp>
          <p:nvSpPr>
            <p:cNvPr id="23626" name="Rectangle 20"/>
            <p:cNvSpPr>
              <a:spLocks noChangeArrowheads="1"/>
            </p:cNvSpPr>
            <p:nvPr/>
          </p:nvSpPr>
          <p:spPr bwMode="auto">
            <a:xfrm>
              <a:off x="320" y="17"/>
              <a:ext cx="144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800" b="1">
                  <a:solidFill>
                    <a:srgbClr val="000000"/>
                  </a:solidFill>
                  <a:latin typeface="华文中宋"/>
                  <a:ea typeface="华文中宋"/>
                  <a:cs typeface="华文中宋"/>
                </a:rPr>
                <a:t>是矢量，</a:t>
              </a:r>
              <a:r>
                <a:rPr lang="zh-CN" altLang="en-US" sz="1800" b="1">
                  <a:solidFill>
                    <a:srgbClr val="000000"/>
                  </a:solidFill>
                  <a:latin typeface="华文中宋"/>
                  <a:ea typeface="华文中宋"/>
                  <a:cs typeface="华文中宋"/>
                  <a:sym typeface="Symbol" pitchFamily="18" charset="2"/>
                </a:rPr>
                <a:t></a:t>
              </a:r>
              <a:r>
                <a:rPr lang="en-US" altLang="zh-CN" sz="1800" b="1" i="1">
                  <a:solidFill>
                    <a:srgbClr val="000000"/>
                  </a:solidFill>
                  <a:ea typeface="华文中宋"/>
                  <a:cs typeface="华文中宋"/>
                  <a:sym typeface="Symbol" pitchFamily="18" charset="2"/>
                </a:rPr>
                <a:t>S</a:t>
              </a:r>
              <a:r>
                <a:rPr lang="zh-CN" altLang="en-US" sz="1800" b="1">
                  <a:solidFill>
                    <a:srgbClr val="000000"/>
                  </a:solidFill>
                  <a:latin typeface="华文中宋"/>
                  <a:ea typeface="华文中宋"/>
                  <a:cs typeface="华文中宋"/>
                  <a:sym typeface="Symbol" pitchFamily="18" charset="2"/>
                </a:rPr>
                <a:t>是</a:t>
              </a:r>
              <a:r>
                <a:rPr lang="zh-CN" altLang="en-US" sz="1800" b="1">
                  <a:solidFill>
                    <a:srgbClr val="000000"/>
                  </a:solidFill>
                  <a:latin typeface="华文中宋"/>
                  <a:ea typeface="华文中宋"/>
                  <a:cs typeface="华文中宋"/>
                </a:rPr>
                <a:t>标量；</a:t>
              </a:r>
            </a:p>
          </p:txBody>
        </p:sp>
      </p:grpSp>
      <p:sp>
        <p:nvSpPr>
          <p:cNvPr id="28693" name="Rectangle 21"/>
          <p:cNvSpPr>
            <a:spLocks noChangeArrowheads="1"/>
          </p:cNvSpPr>
          <p:nvPr/>
        </p:nvSpPr>
        <p:spPr bwMode="auto">
          <a:xfrm>
            <a:off x="539750" y="3486150"/>
            <a:ext cx="950913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8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总之： </a:t>
            </a:r>
          </a:p>
        </p:txBody>
      </p:sp>
      <p:grpSp>
        <p:nvGrpSpPr>
          <p:cNvPr id="4" name="Group 62"/>
          <p:cNvGrpSpPr>
            <a:grpSpLocks/>
          </p:cNvGrpSpPr>
          <p:nvPr/>
        </p:nvGrpSpPr>
        <p:grpSpPr bwMode="auto">
          <a:xfrm>
            <a:off x="5795963" y="2714625"/>
            <a:ext cx="2592387" cy="1520825"/>
            <a:chOff x="3470" y="2457"/>
            <a:chExt cx="1451" cy="1093"/>
          </a:xfrm>
        </p:grpSpPr>
        <p:sp>
          <p:nvSpPr>
            <p:cNvPr id="23615" name="Line 47"/>
            <p:cNvSpPr>
              <a:spLocks noChangeShapeType="1"/>
            </p:cNvSpPr>
            <p:nvPr/>
          </p:nvSpPr>
          <p:spPr bwMode="auto">
            <a:xfrm flipV="1">
              <a:off x="3470" y="2991"/>
              <a:ext cx="982" cy="3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6" name="Line 48"/>
            <p:cNvSpPr>
              <a:spLocks noChangeShapeType="1"/>
            </p:cNvSpPr>
            <p:nvPr/>
          </p:nvSpPr>
          <p:spPr bwMode="auto">
            <a:xfrm flipV="1">
              <a:off x="3470" y="3207"/>
              <a:ext cx="1043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7" name="Arc 49"/>
            <p:cNvSpPr>
              <a:spLocks/>
            </p:cNvSpPr>
            <p:nvPr/>
          </p:nvSpPr>
          <p:spPr bwMode="auto">
            <a:xfrm rot="1666223">
              <a:off x="3996" y="2828"/>
              <a:ext cx="595" cy="683"/>
            </a:xfrm>
            <a:custGeom>
              <a:avLst/>
              <a:gdLst>
                <a:gd name="T0" fmla="*/ 0 w 22583"/>
                <a:gd name="T1" fmla="*/ 0 h 21600"/>
                <a:gd name="T2" fmla="*/ 0 w 22583"/>
                <a:gd name="T3" fmla="*/ 0 h 21600"/>
                <a:gd name="T4" fmla="*/ 0 w 22583"/>
                <a:gd name="T5" fmla="*/ 0 h 21600"/>
                <a:gd name="T6" fmla="*/ 0 60000 65536"/>
                <a:gd name="T7" fmla="*/ 0 60000 65536"/>
                <a:gd name="T8" fmla="*/ 0 60000 65536"/>
                <a:gd name="T9" fmla="*/ 0 w 22583"/>
                <a:gd name="T10" fmla="*/ 0 h 21600"/>
                <a:gd name="T11" fmla="*/ 22583 w 2258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583" h="21600" fill="none" extrusionOk="0">
                  <a:moveTo>
                    <a:pt x="0" y="94"/>
                  </a:moveTo>
                  <a:cubicBezTo>
                    <a:pt x="670" y="31"/>
                    <a:pt x="1343" y="-1"/>
                    <a:pt x="2017" y="0"/>
                  </a:cubicBezTo>
                  <a:cubicBezTo>
                    <a:pt x="11402" y="0"/>
                    <a:pt x="19714" y="6061"/>
                    <a:pt x="22583" y="14997"/>
                  </a:cubicBezTo>
                </a:path>
                <a:path w="22583" h="21600" stroke="0" extrusionOk="0">
                  <a:moveTo>
                    <a:pt x="0" y="94"/>
                  </a:moveTo>
                  <a:cubicBezTo>
                    <a:pt x="670" y="31"/>
                    <a:pt x="1343" y="-1"/>
                    <a:pt x="2017" y="0"/>
                  </a:cubicBezTo>
                  <a:cubicBezTo>
                    <a:pt x="11402" y="0"/>
                    <a:pt x="19714" y="6061"/>
                    <a:pt x="22583" y="14997"/>
                  </a:cubicBezTo>
                  <a:lnTo>
                    <a:pt x="2017" y="21600"/>
                  </a:lnTo>
                  <a:lnTo>
                    <a:pt x="0" y="94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8" name="未知"/>
            <p:cNvSpPr>
              <a:spLocks/>
            </p:cNvSpPr>
            <p:nvPr/>
          </p:nvSpPr>
          <p:spPr bwMode="auto">
            <a:xfrm>
              <a:off x="3768" y="3244"/>
              <a:ext cx="74" cy="74"/>
            </a:xfrm>
            <a:custGeom>
              <a:avLst/>
              <a:gdLst>
                <a:gd name="T0" fmla="*/ 0 w 58"/>
                <a:gd name="T1" fmla="*/ 0 h 49"/>
                <a:gd name="T2" fmla="*/ 278 w 58"/>
                <a:gd name="T3" fmla="*/ 426 h 49"/>
                <a:gd name="T4" fmla="*/ 318 w 58"/>
                <a:gd name="T5" fmla="*/ 877 h 49"/>
                <a:gd name="T6" fmla="*/ 0 60000 65536"/>
                <a:gd name="T7" fmla="*/ 0 60000 65536"/>
                <a:gd name="T8" fmla="*/ 0 60000 65536"/>
                <a:gd name="T9" fmla="*/ 0 w 58"/>
                <a:gd name="T10" fmla="*/ 0 h 49"/>
                <a:gd name="T11" fmla="*/ 58 w 58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" h="49">
                  <a:moveTo>
                    <a:pt x="0" y="0"/>
                  </a:moveTo>
                  <a:cubicBezTo>
                    <a:pt x="16" y="5"/>
                    <a:pt x="39" y="10"/>
                    <a:pt x="50" y="24"/>
                  </a:cubicBezTo>
                  <a:cubicBezTo>
                    <a:pt x="55" y="31"/>
                    <a:pt x="58" y="49"/>
                    <a:pt x="58" y="49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3601" name="Object 49"/>
            <p:cNvGraphicFramePr>
              <a:graphicFrameLocks noChangeAspect="1"/>
            </p:cNvGraphicFramePr>
            <p:nvPr/>
          </p:nvGraphicFramePr>
          <p:xfrm>
            <a:off x="3581" y="2782"/>
            <a:ext cx="246" cy="223"/>
          </p:xfrm>
          <a:graphic>
            <a:graphicData uri="http://schemas.openxmlformats.org/presentationml/2006/ole">
              <p:oleObj spid="_x0000_s23601" name="公式" r:id="rId8" imgW="228402" imgH="177646" progId="Equation.3">
                <p:embed/>
              </p:oleObj>
            </a:graphicData>
          </a:graphic>
        </p:graphicFrame>
        <p:sp>
          <p:nvSpPr>
            <p:cNvPr id="23619" name="Line 52"/>
            <p:cNvSpPr>
              <a:spLocks noChangeShapeType="1"/>
            </p:cNvSpPr>
            <p:nvPr/>
          </p:nvSpPr>
          <p:spPr bwMode="auto">
            <a:xfrm>
              <a:off x="3765" y="2973"/>
              <a:ext cx="18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3620" name="Group 53"/>
            <p:cNvGrpSpPr>
              <a:grpSpLocks/>
            </p:cNvGrpSpPr>
            <p:nvPr/>
          </p:nvGrpSpPr>
          <p:grpSpPr bwMode="auto">
            <a:xfrm>
              <a:off x="4450" y="3005"/>
              <a:ext cx="471" cy="545"/>
              <a:chOff x="0" y="0"/>
              <a:chExt cx="368" cy="364"/>
            </a:xfrm>
          </p:grpSpPr>
          <p:sp>
            <p:nvSpPr>
              <p:cNvPr id="23624" name="Line 54"/>
              <p:cNvSpPr>
                <a:spLocks noChangeShapeType="1"/>
              </p:cNvSpPr>
              <p:nvPr/>
            </p:nvSpPr>
            <p:spPr bwMode="auto">
              <a:xfrm>
                <a:off x="0" y="0"/>
                <a:ext cx="48" cy="14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3602" name="Object 50"/>
              <p:cNvGraphicFramePr>
                <a:graphicFrameLocks noChangeAspect="1"/>
              </p:cNvGraphicFramePr>
              <p:nvPr/>
            </p:nvGraphicFramePr>
            <p:xfrm>
              <a:off x="160" y="170"/>
              <a:ext cx="208" cy="194"/>
            </p:xfrm>
            <a:graphic>
              <a:graphicData uri="http://schemas.openxmlformats.org/presentationml/2006/ole">
                <p:oleObj spid="_x0000_s23602" name="Equation" r:id="rId9" imgW="203112" imgH="190417" progId="Equation.DSMT4">
                  <p:embed/>
                </p:oleObj>
              </a:graphicData>
            </a:graphic>
          </p:graphicFrame>
          <p:sp>
            <p:nvSpPr>
              <p:cNvPr id="23625" name="Line 56"/>
              <p:cNvSpPr>
                <a:spLocks noChangeShapeType="1"/>
              </p:cNvSpPr>
              <p:nvPr/>
            </p:nvSpPr>
            <p:spPr bwMode="auto">
              <a:xfrm>
                <a:off x="64" y="128"/>
                <a:ext cx="144" cy="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621" name="Group 57"/>
            <p:cNvGrpSpPr>
              <a:grpSpLocks/>
            </p:cNvGrpSpPr>
            <p:nvPr/>
          </p:nvGrpSpPr>
          <p:grpSpPr bwMode="auto">
            <a:xfrm>
              <a:off x="4468" y="2457"/>
              <a:ext cx="228" cy="519"/>
              <a:chOff x="0" y="0"/>
              <a:chExt cx="247" cy="520"/>
            </a:xfrm>
          </p:grpSpPr>
          <p:graphicFrame>
            <p:nvGraphicFramePr>
              <p:cNvPr id="23603" name="Object 51"/>
              <p:cNvGraphicFramePr>
                <a:graphicFrameLocks noChangeAspect="1"/>
              </p:cNvGraphicFramePr>
              <p:nvPr/>
            </p:nvGraphicFramePr>
            <p:xfrm>
              <a:off x="48" y="0"/>
              <a:ext cx="199" cy="201"/>
            </p:xfrm>
            <a:graphic>
              <a:graphicData uri="http://schemas.openxmlformats.org/presentationml/2006/ole">
                <p:oleObj spid="_x0000_s23603" name="公式" r:id="rId10" imgW="190335" imgH="177646" progId="Equation.3">
                  <p:embed/>
                </p:oleObj>
              </a:graphicData>
            </a:graphic>
          </p:graphicFrame>
          <p:sp>
            <p:nvSpPr>
              <p:cNvPr id="23622" name="Line 59"/>
              <p:cNvSpPr>
                <a:spLocks noChangeShapeType="1"/>
              </p:cNvSpPr>
              <p:nvPr/>
            </p:nvSpPr>
            <p:spPr bwMode="auto">
              <a:xfrm>
                <a:off x="114" y="216"/>
                <a:ext cx="0" cy="21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23" name="Line 60"/>
              <p:cNvSpPr>
                <a:spLocks noChangeShapeType="1"/>
              </p:cNvSpPr>
              <p:nvPr/>
            </p:nvSpPr>
            <p:spPr bwMode="auto">
              <a:xfrm flipV="1">
                <a:off x="0" y="472"/>
                <a:ext cx="144" cy="4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8735" name="Object 52"/>
          <p:cNvGraphicFramePr>
            <a:graphicFrameLocks noChangeAspect="1"/>
          </p:cNvGraphicFramePr>
          <p:nvPr/>
        </p:nvGraphicFramePr>
        <p:xfrm>
          <a:off x="1852613" y="3506788"/>
          <a:ext cx="2414587" cy="414337"/>
        </p:xfrm>
        <a:graphic>
          <a:graphicData uri="http://schemas.openxmlformats.org/presentationml/2006/ole">
            <p:oleObj spid="_x0000_s23604" name="Equation" r:id="rId11" imgW="888614" imgH="253890" progId="Equation.DSMT4">
              <p:embed/>
            </p:oleObj>
          </a:graphicData>
        </a:graphic>
      </p:graphicFrame>
      <p:graphicFrame>
        <p:nvGraphicFramePr>
          <p:cNvPr id="28736" name="Object 53"/>
          <p:cNvGraphicFramePr>
            <a:graphicFrameLocks noChangeAspect="1"/>
          </p:cNvGraphicFramePr>
          <p:nvPr/>
        </p:nvGraphicFramePr>
        <p:xfrm>
          <a:off x="1833563" y="4184650"/>
          <a:ext cx="2451100" cy="403225"/>
        </p:xfrm>
        <a:graphic>
          <a:graphicData uri="http://schemas.openxmlformats.org/presentationml/2006/ole">
            <p:oleObj spid="_x0000_s23605" name="Equation" r:id="rId12" imgW="837836" imgH="25389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8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8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86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86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8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8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86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86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28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8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8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87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87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7" grpId="0" autoUpdateAnimBg="0"/>
      <p:bldP spid="28678" grpId="0" autoUpdateAnimBg="0"/>
      <p:bldP spid="28679" grpId="0" autoUpdateAnimBg="0"/>
      <p:bldP spid="28682" grpId="0" autoUpdateAnimBg="0"/>
      <p:bldP spid="28686" grpId="0"/>
      <p:bldP spid="2869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228600" y="2066925"/>
            <a:ext cx="27098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1</a:t>
            </a:r>
            <a:r>
              <a:rPr lang="zh-CN" altLang="en-US" sz="18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、平均速度与平均速率</a:t>
            </a:r>
            <a:r>
              <a:rPr lang="zh-CN" altLang="en-US" sz="1800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 </a:t>
            </a:r>
          </a:p>
        </p:txBody>
      </p:sp>
      <p:graphicFrame>
        <p:nvGraphicFramePr>
          <p:cNvPr id="29700" name="Object 21"/>
          <p:cNvGraphicFramePr>
            <a:graphicFrameLocks noChangeAspect="1"/>
          </p:cNvGraphicFramePr>
          <p:nvPr/>
        </p:nvGraphicFramePr>
        <p:xfrm>
          <a:off x="1979613" y="2579688"/>
          <a:ext cx="922337" cy="576262"/>
        </p:xfrm>
        <a:graphic>
          <a:graphicData uri="http://schemas.openxmlformats.org/presentationml/2006/ole">
            <p:oleObj spid="_x0000_s24597" name="Equation" r:id="rId3" imgW="482391" imgH="393529" progId="Equation.DSMT4">
              <p:embed/>
            </p:oleObj>
          </a:graphicData>
        </a:graphic>
      </p:graphicFrame>
      <p:sp>
        <p:nvSpPr>
          <p:cNvPr id="29707" name="Text Box 11"/>
          <p:cNvSpPr txBox="1">
            <a:spLocks noChangeArrowheads="1"/>
          </p:cNvSpPr>
          <p:nvPr/>
        </p:nvSpPr>
        <p:spPr bwMode="auto">
          <a:xfrm>
            <a:off x="533400" y="1554163"/>
            <a:ext cx="46434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描述质点位置变化和方向变化快慢的物理量</a:t>
            </a:r>
            <a:r>
              <a:rPr lang="zh-CN" altLang="en-US" sz="1800" b="1">
                <a:latin typeface="华文中宋"/>
                <a:ea typeface="华文中宋"/>
                <a:cs typeface="华文中宋"/>
              </a:rPr>
              <a:t> </a:t>
            </a:r>
          </a:p>
        </p:txBody>
      </p:sp>
      <p:sp>
        <p:nvSpPr>
          <p:cNvPr id="23568" name="Text Box 28"/>
          <p:cNvSpPr txBox="1">
            <a:spLocks noChangeArrowheads="1"/>
          </p:cNvSpPr>
          <p:nvPr/>
        </p:nvSpPr>
        <p:spPr bwMode="auto">
          <a:xfrm>
            <a:off x="684213" y="3579813"/>
            <a:ext cx="1798637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800" b="1">
                <a:latin typeface="华文中宋"/>
                <a:ea typeface="华文中宋"/>
                <a:cs typeface="华文中宋"/>
              </a:rPr>
              <a:t>在直角坐标系中</a:t>
            </a:r>
          </a:p>
        </p:txBody>
      </p:sp>
      <p:grpSp>
        <p:nvGrpSpPr>
          <p:cNvPr id="3" name="组合 19"/>
          <p:cNvGrpSpPr>
            <a:grpSpLocks/>
          </p:cNvGrpSpPr>
          <p:nvPr/>
        </p:nvGrpSpPr>
        <p:grpSpPr bwMode="auto">
          <a:xfrm>
            <a:off x="5148263" y="2427288"/>
            <a:ext cx="3933825" cy="1854200"/>
            <a:chOff x="2151305" y="2883390"/>
            <a:chExt cx="4580935" cy="3016714"/>
          </a:xfrm>
        </p:grpSpPr>
        <p:pic>
          <p:nvPicPr>
            <p:cNvPr id="24608" name="Picture 18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151305" y="2883390"/>
              <a:ext cx="4580935" cy="30167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24598" name="Object 22"/>
            <p:cNvGraphicFramePr>
              <a:graphicFrameLocks noChangeAspect="1"/>
            </p:cNvGraphicFramePr>
            <p:nvPr/>
          </p:nvGraphicFramePr>
          <p:xfrm>
            <a:off x="4860032" y="3819451"/>
            <a:ext cx="504825" cy="401637"/>
          </p:xfrm>
          <a:graphic>
            <a:graphicData uri="http://schemas.openxmlformats.org/presentationml/2006/ole">
              <p:oleObj spid="_x0000_s24598" name="Equation" r:id="rId5" imgW="241300" imgH="228600" progId="Equation.DSMT4">
                <p:embed/>
              </p:oleObj>
            </a:graphicData>
          </a:graphic>
        </p:graphicFrame>
        <p:graphicFrame>
          <p:nvGraphicFramePr>
            <p:cNvPr id="24599" name="Object 23"/>
            <p:cNvGraphicFramePr>
              <a:graphicFrameLocks noChangeAspect="1"/>
            </p:cNvGraphicFramePr>
            <p:nvPr/>
          </p:nvGraphicFramePr>
          <p:xfrm>
            <a:off x="4427984" y="3573016"/>
            <a:ext cx="454025" cy="401638"/>
          </p:xfrm>
          <a:graphic>
            <a:graphicData uri="http://schemas.openxmlformats.org/presentationml/2006/ole">
              <p:oleObj spid="_x0000_s24599" name="Equation" r:id="rId6" imgW="215806" imgH="228501" progId="Equation.DSMT4">
                <p:embed/>
              </p:oleObj>
            </a:graphicData>
          </a:graphic>
        </p:graphicFrame>
        <p:sp>
          <p:nvSpPr>
            <p:cNvPr id="24609" name="Line 25"/>
            <p:cNvSpPr>
              <a:spLocks noChangeShapeType="1"/>
            </p:cNvSpPr>
            <p:nvPr/>
          </p:nvSpPr>
          <p:spPr bwMode="auto">
            <a:xfrm>
              <a:off x="5292080" y="3717032"/>
              <a:ext cx="792088" cy="43204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5724730" y="3717635"/>
              <a:ext cx="144194" cy="2143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9702" name="Text Box 6"/>
          <p:cNvSpPr txBox="1">
            <a:spLocks noChangeArrowheads="1"/>
          </p:cNvSpPr>
          <p:nvPr/>
        </p:nvSpPr>
        <p:spPr bwMode="auto">
          <a:xfrm>
            <a:off x="669925" y="3209925"/>
            <a:ext cx="50847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800" b="1">
                <a:latin typeface="华文中宋"/>
                <a:ea typeface="华文中宋"/>
                <a:cs typeface="华文中宋"/>
              </a:rPr>
              <a:t>读成</a:t>
            </a:r>
            <a:r>
              <a:rPr lang="en-US" altLang="zh-CN" sz="1800" b="1" i="1">
                <a:latin typeface="华文中宋"/>
                <a:ea typeface="华文中宋"/>
                <a:cs typeface="华文中宋"/>
              </a:rPr>
              <a:t>t </a:t>
            </a:r>
            <a:r>
              <a:rPr lang="zh-CN" altLang="en-US" sz="1800" b="1">
                <a:latin typeface="华文中宋"/>
                <a:ea typeface="华文中宋"/>
                <a:cs typeface="华文中宋"/>
              </a:rPr>
              <a:t>时刻附近△</a:t>
            </a:r>
            <a:r>
              <a:rPr lang="en-US" altLang="zh-CN" sz="1800" b="1" i="1">
                <a:ea typeface="华文中宋"/>
                <a:cs typeface="华文中宋"/>
              </a:rPr>
              <a:t>t </a:t>
            </a:r>
            <a:r>
              <a:rPr lang="zh-CN" altLang="en-US" sz="1800" b="1">
                <a:latin typeface="华文中宋"/>
                <a:ea typeface="华文中宋"/>
                <a:cs typeface="华文中宋"/>
              </a:rPr>
              <a:t>时间内的平均速度（或速率）</a:t>
            </a:r>
          </a:p>
        </p:txBody>
      </p:sp>
      <p:graphicFrame>
        <p:nvGraphicFramePr>
          <p:cNvPr id="17" name="Object 24"/>
          <p:cNvGraphicFramePr>
            <a:graphicFrameLocks noChangeAspect="1"/>
          </p:cNvGraphicFramePr>
          <p:nvPr/>
        </p:nvGraphicFramePr>
        <p:xfrm>
          <a:off x="1681163" y="3957638"/>
          <a:ext cx="2890837" cy="558800"/>
        </p:xfrm>
        <a:graphic>
          <a:graphicData uri="http://schemas.openxmlformats.org/presentationml/2006/ole">
            <p:oleObj spid="_x0000_s24600" name="Equation" r:id="rId7" imgW="1447172" imgH="393529" progId="Equation.DSMT4">
              <p:embed/>
            </p:oleObj>
          </a:graphicData>
        </a:graphic>
      </p:graphicFrame>
      <p:graphicFrame>
        <p:nvGraphicFramePr>
          <p:cNvPr id="29701" name="Object 25"/>
          <p:cNvGraphicFramePr>
            <a:graphicFrameLocks noChangeAspect="1"/>
          </p:cNvGraphicFramePr>
          <p:nvPr/>
        </p:nvGraphicFramePr>
        <p:xfrm>
          <a:off x="4284663" y="2570163"/>
          <a:ext cx="873125" cy="560387"/>
        </p:xfrm>
        <a:graphic>
          <a:graphicData uri="http://schemas.openxmlformats.org/presentationml/2006/ole">
            <p:oleObj spid="_x0000_s24601" name="Equation" r:id="rId8" imgW="469696" imgH="406224" progId="Equation.DSMT4">
              <p:embed/>
            </p:oleObj>
          </a:graphicData>
        </a:graphic>
      </p:graphicFrame>
      <p:sp>
        <p:nvSpPr>
          <p:cNvPr id="24607" name="Text Box 2"/>
          <p:cNvSpPr>
            <a:spLocks noChangeArrowheads="1"/>
          </p:cNvSpPr>
          <p:nvPr/>
        </p:nvSpPr>
        <p:spPr bwMode="auto">
          <a:xfrm>
            <a:off x="755650" y="946150"/>
            <a:ext cx="1439863" cy="401638"/>
          </a:xfrm>
          <a:prstGeom prst="homePlate">
            <a:avLst>
              <a:gd name="adj" fmla="val 49841"/>
            </a:avLst>
          </a:prstGeom>
          <a:solidFill>
            <a:srgbClr val="539A84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三、速度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autoUpdateAnimBg="0"/>
      <p:bldP spid="29707" grpId="0" autoUpdateAnimBg="0"/>
      <p:bldP spid="23568" grpId="0"/>
      <p:bldP spid="2970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250825" y="906463"/>
            <a:ext cx="41148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8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2</a:t>
            </a:r>
            <a:r>
              <a:rPr lang="zh-CN" altLang="en-US" sz="18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、瞬时速度与瞬时速率 </a:t>
            </a:r>
          </a:p>
        </p:txBody>
      </p:sp>
      <p:graphicFrame>
        <p:nvGraphicFramePr>
          <p:cNvPr id="30723" name="Object 22"/>
          <p:cNvGraphicFramePr>
            <a:graphicFrameLocks noChangeAspect="1"/>
          </p:cNvGraphicFramePr>
          <p:nvPr/>
        </p:nvGraphicFramePr>
        <p:xfrm>
          <a:off x="3476625" y="1263650"/>
          <a:ext cx="1958975" cy="558800"/>
        </p:xfrm>
        <a:graphic>
          <a:graphicData uri="http://schemas.openxmlformats.org/presentationml/2006/ole">
            <p:oleObj spid="_x0000_s25622" name="Equation" r:id="rId3" imgW="1054100" imgH="393700" progId="Equation.DSMT4">
              <p:embed/>
            </p:oleObj>
          </a:graphicData>
        </a:graphic>
      </p:graphicFrame>
      <p:graphicFrame>
        <p:nvGraphicFramePr>
          <p:cNvPr id="30724" name="Object 23"/>
          <p:cNvGraphicFramePr>
            <a:graphicFrameLocks noChangeAspect="1"/>
          </p:cNvGraphicFramePr>
          <p:nvPr/>
        </p:nvGraphicFramePr>
        <p:xfrm>
          <a:off x="3438525" y="1905000"/>
          <a:ext cx="1982788" cy="595313"/>
        </p:xfrm>
        <a:graphic>
          <a:graphicData uri="http://schemas.openxmlformats.org/presentationml/2006/ole">
            <p:oleObj spid="_x0000_s25623" name="公式" r:id="rId4" imgW="1028254" imgH="406224" progId="Equation.3">
              <p:embed/>
            </p:oleObj>
          </a:graphicData>
        </a:graphic>
      </p:graphicFrame>
      <p:graphicFrame>
        <p:nvGraphicFramePr>
          <p:cNvPr id="30725" name="Object 24"/>
          <p:cNvGraphicFramePr>
            <a:graphicFrameLocks noChangeAspect="1"/>
          </p:cNvGraphicFramePr>
          <p:nvPr/>
        </p:nvGraphicFramePr>
        <p:xfrm>
          <a:off x="1403350" y="3435350"/>
          <a:ext cx="2305050" cy="681038"/>
        </p:xfrm>
        <a:graphic>
          <a:graphicData uri="http://schemas.openxmlformats.org/presentationml/2006/ole">
            <p:oleObj spid="_x0000_s25624" name="Equation" r:id="rId5" imgW="1104900" imgH="431800" progId="Equation.DSMT4">
              <p:embed/>
            </p:oleObj>
          </a:graphicData>
        </a:graphic>
      </p:graphicFrame>
      <p:graphicFrame>
        <p:nvGraphicFramePr>
          <p:cNvPr id="30726" name="Object 25"/>
          <p:cNvGraphicFramePr>
            <a:graphicFrameLocks noChangeAspect="1"/>
          </p:cNvGraphicFramePr>
          <p:nvPr/>
        </p:nvGraphicFramePr>
        <p:xfrm>
          <a:off x="1479550" y="4084638"/>
          <a:ext cx="1117600" cy="415925"/>
        </p:xfrm>
        <a:graphic>
          <a:graphicData uri="http://schemas.openxmlformats.org/presentationml/2006/ole">
            <p:oleObj spid="_x0000_s25625" name="Equation" r:id="rId6" imgW="469900" imgH="228600" progId="Equation.DSMT4">
              <p:embed/>
            </p:oleObj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202113" y="4149725"/>
            <a:ext cx="4041775" cy="381000"/>
            <a:chOff x="174" y="55"/>
            <a:chExt cx="2546" cy="320"/>
          </a:xfrm>
        </p:grpSpPr>
        <p:graphicFrame>
          <p:nvGraphicFramePr>
            <p:cNvPr id="25626" name="Object 26"/>
            <p:cNvGraphicFramePr>
              <a:graphicFrameLocks noChangeAspect="1"/>
            </p:cNvGraphicFramePr>
            <p:nvPr/>
          </p:nvGraphicFramePr>
          <p:xfrm>
            <a:off x="174" y="60"/>
            <a:ext cx="228" cy="315"/>
          </p:xfrm>
          <a:graphic>
            <a:graphicData uri="http://schemas.openxmlformats.org/presentationml/2006/ole">
              <p:oleObj spid="_x0000_s25626" name="Equation" r:id="rId7" imgW="165028" imgH="228501" progId="Equation.DSMT4">
                <p:embed/>
              </p:oleObj>
            </a:graphicData>
          </a:graphic>
        </p:graphicFrame>
        <p:sp>
          <p:nvSpPr>
            <p:cNvPr id="25635" name="Text Box 15"/>
            <p:cNvSpPr txBox="1">
              <a:spLocks noChangeArrowheads="1"/>
            </p:cNvSpPr>
            <p:nvPr/>
          </p:nvSpPr>
          <p:spPr bwMode="auto">
            <a:xfrm>
              <a:off x="288" y="55"/>
              <a:ext cx="2432" cy="3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1800" b="1">
                  <a:latin typeface="华文中宋"/>
                  <a:ea typeface="华文中宋"/>
                  <a:cs typeface="华文中宋"/>
                </a:rPr>
                <a:t>是轨道切线方向上的单位矢</a:t>
              </a:r>
            </a:p>
          </p:txBody>
        </p:sp>
      </p:grpSp>
      <p:sp>
        <p:nvSpPr>
          <p:cNvPr id="30736" name="Text Box 16"/>
          <p:cNvSpPr txBox="1">
            <a:spLocks noChangeArrowheads="1"/>
          </p:cNvSpPr>
          <p:nvPr/>
        </p:nvSpPr>
        <p:spPr bwMode="auto">
          <a:xfrm>
            <a:off x="820738" y="1422400"/>
            <a:ext cx="17176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 b="1">
                <a:latin typeface="华文中宋"/>
                <a:ea typeface="华文中宋"/>
                <a:cs typeface="华文中宋"/>
              </a:rPr>
              <a:t>瞬时速度：</a:t>
            </a:r>
          </a:p>
        </p:txBody>
      </p:sp>
      <p:sp>
        <p:nvSpPr>
          <p:cNvPr id="30737" name="Text Box 17"/>
          <p:cNvSpPr txBox="1">
            <a:spLocks noChangeArrowheads="1"/>
          </p:cNvSpPr>
          <p:nvPr/>
        </p:nvSpPr>
        <p:spPr bwMode="auto">
          <a:xfrm>
            <a:off x="4067175" y="3627438"/>
            <a:ext cx="29416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可见速率是速度的模</a:t>
            </a:r>
          </a:p>
        </p:txBody>
      </p:sp>
      <p:sp>
        <p:nvSpPr>
          <p:cNvPr id="30738" name="Text Box 18"/>
          <p:cNvSpPr txBox="1">
            <a:spLocks noChangeArrowheads="1"/>
          </p:cNvSpPr>
          <p:nvPr/>
        </p:nvSpPr>
        <p:spPr bwMode="auto">
          <a:xfrm>
            <a:off x="4113213" y="2892425"/>
            <a:ext cx="47815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可见平均速率不是平均速度的模。</a:t>
            </a:r>
          </a:p>
        </p:txBody>
      </p:sp>
      <p:sp>
        <p:nvSpPr>
          <p:cNvPr id="30741" name="Text Box 21"/>
          <p:cNvSpPr txBox="1">
            <a:spLocks noChangeArrowheads="1"/>
          </p:cNvSpPr>
          <p:nvPr/>
        </p:nvSpPr>
        <p:spPr bwMode="auto">
          <a:xfrm>
            <a:off x="827088" y="2017713"/>
            <a:ext cx="1716087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 b="1">
                <a:latin typeface="华文中宋"/>
                <a:ea typeface="华文中宋"/>
                <a:cs typeface="华文中宋"/>
              </a:rPr>
              <a:t>瞬时速率：</a:t>
            </a:r>
          </a:p>
        </p:txBody>
      </p:sp>
      <p:sp>
        <p:nvSpPr>
          <p:cNvPr id="30742" name="Text Box 22"/>
          <p:cNvSpPr txBox="1">
            <a:spLocks noChangeArrowheads="1"/>
          </p:cNvSpPr>
          <p:nvPr/>
        </p:nvSpPr>
        <p:spPr bwMode="auto">
          <a:xfrm>
            <a:off x="323850" y="2417763"/>
            <a:ext cx="14351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注意： </a:t>
            </a:r>
          </a:p>
        </p:txBody>
      </p:sp>
      <p:graphicFrame>
        <p:nvGraphicFramePr>
          <p:cNvPr id="30743" name="Object 27"/>
          <p:cNvGraphicFramePr>
            <a:graphicFrameLocks noChangeAspect="1"/>
          </p:cNvGraphicFramePr>
          <p:nvPr/>
        </p:nvGraphicFramePr>
        <p:xfrm>
          <a:off x="1403350" y="2693988"/>
          <a:ext cx="2376488" cy="660400"/>
        </p:xfrm>
        <a:graphic>
          <a:graphicData uri="http://schemas.openxmlformats.org/presentationml/2006/ole">
            <p:oleObj spid="_x0000_s25627" name="Equation" r:id="rId8" imgW="1155700" imgH="4191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0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0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0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0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0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30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autoUpdateAnimBg="0"/>
      <p:bldP spid="30736" grpId="0" autoUpdateAnimBg="0"/>
      <p:bldP spid="30737" grpId="0" autoUpdateAnimBg="0"/>
      <p:bldP spid="30738" grpId="0" autoUpdateAnimBg="0"/>
      <p:bldP spid="30741" grpId="0" autoUpdateAnimBg="0"/>
      <p:bldP spid="30742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Object 13"/>
          <p:cNvGraphicFramePr>
            <a:graphicFrameLocks noChangeAspect="1"/>
          </p:cNvGraphicFramePr>
          <p:nvPr/>
        </p:nvGraphicFramePr>
        <p:xfrm>
          <a:off x="203200" y="2284413"/>
          <a:ext cx="3792538" cy="668337"/>
        </p:xfrm>
        <a:graphic>
          <a:graphicData uri="http://schemas.openxmlformats.org/presentationml/2006/ole">
            <p:oleObj spid="_x0000_s26637" name="Equation" r:id="rId3" imgW="1713756" imgH="406224" progId="Equation.DSMT4">
              <p:embed/>
            </p:oleObj>
          </a:graphicData>
        </a:graphic>
      </p:graphicFrame>
      <p:graphicFrame>
        <p:nvGraphicFramePr>
          <p:cNvPr id="31747" name="Object 14"/>
          <p:cNvGraphicFramePr>
            <a:graphicFrameLocks noChangeAspect="1"/>
          </p:cNvGraphicFramePr>
          <p:nvPr/>
        </p:nvGraphicFramePr>
        <p:xfrm>
          <a:off x="468313" y="2952750"/>
          <a:ext cx="3079750" cy="593725"/>
        </p:xfrm>
        <a:graphic>
          <a:graphicData uri="http://schemas.openxmlformats.org/presentationml/2006/ole">
            <p:oleObj spid="_x0000_s26638" name="Equation" r:id="rId4" imgW="1079500" imgH="279400" progId="Equation.DSMT4">
              <p:embed/>
            </p:oleObj>
          </a:graphicData>
        </a:graphic>
      </p:graphicFrame>
      <p:sp>
        <p:nvSpPr>
          <p:cNvPr id="25604" name="Text Box 8"/>
          <p:cNvSpPr txBox="1">
            <a:spLocks noChangeArrowheads="1"/>
          </p:cNvSpPr>
          <p:nvPr/>
        </p:nvSpPr>
        <p:spPr bwMode="auto">
          <a:xfrm>
            <a:off x="179388" y="987425"/>
            <a:ext cx="3632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3</a:t>
            </a:r>
            <a:r>
              <a:rPr lang="zh-CN" altLang="en-US" sz="18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、速度在直角坐标系中的表示式</a:t>
            </a:r>
            <a:r>
              <a:rPr lang="zh-CN" altLang="en-US" sz="1800">
                <a:latin typeface="华文中宋"/>
                <a:ea typeface="华文中宋"/>
                <a:cs typeface="华文中宋"/>
              </a:rPr>
              <a:t> </a:t>
            </a:r>
          </a:p>
        </p:txBody>
      </p:sp>
      <p:graphicFrame>
        <p:nvGraphicFramePr>
          <p:cNvPr id="31754" name="Object 15"/>
          <p:cNvGraphicFramePr>
            <a:graphicFrameLocks noChangeAspect="1"/>
          </p:cNvGraphicFramePr>
          <p:nvPr/>
        </p:nvGraphicFramePr>
        <p:xfrm>
          <a:off x="3130550" y="1492250"/>
          <a:ext cx="2378075" cy="442913"/>
        </p:xfrm>
        <a:graphic>
          <a:graphicData uri="http://schemas.openxmlformats.org/presentationml/2006/ole">
            <p:oleObj spid="_x0000_s26639" name="Equation" r:id="rId5" imgW="1028254" imgH="253890" progId="Equation.DSMT4">
              <p:embed/>
            </p:oleObj>
          </a:graphicData>
        </a:graphic>
      </p:graphicFrame>
      <p:graphicFrame>
        <p:nvGraphicFramePr>
          <p:cNvPr id="31755" name="Object 16"/>
          <p:cNvGraphicFramePr>
            <a:graphicFrameLocks noChangeAspect="1"/>
          </p:cNvGraphicFramePr>
          <p:nvPr/>
        </p:nvGraphicFramePr>
        <p:xfrm>
          <a:off x="4610100" y="2265363"/>
          <a:ext cx="3706813" cy="622300"/>
        </p:xfrm>
        <a:graphic>
          <a:graphicData uri="http://schemas.openxmlformats.org/presentationml/2006/ole">
            <p:oleObj spid="_x0000_s26640" name="Equation" r:id="rId6" imgW="1358310" imgH="304668" progId="Equation.DSMT4">
              <p:embed/>
            </p:oleObj>
          </a:graphicData>
        </a:graphic>
      </p:graphicFrame>
      <p:graphicFrame>
        <p:nvGraphicFramePr>
          <p:cNvPr id="31756" name="Object 17"/>
          <p:cNvGraphicFramePr>
            <a:graphicFrameLocks noChangeAspect="1"/>
          </p:cNvGraphicFramePr>
          <p:nvPr/>
        </p:nvGraphicFramePr>
        <p:xfrm>
          <a:off x="4894263" y="3092450"/>
          <a:ext cx="4141787" cy="919163"/>
        </p:xfrm>
        <a:graphic>
          <a:graphicData uri="http://schemas.openxmlformats.org/presentationml/2006/ole">
            <p:oleObj spid="_x0000_s26641" name="Equation" r:id="rId7" imgW="1714500" imgH="5080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755650" y="1338263"/>
            <a:ext cx="46434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8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描述质点速度大小和方向变化快慢的物理量 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755650" y="1770063"/>
            <a:ext cx="4252913" cy="369887"/>
            <a:chOff x="127" y="12"/>
            <a:chExt cx="2897" cy="310"/>
          </a:xfrm>
        </p:grpSpPr>
        <p:sp>
          <p:nvSpPr>
            <p:cNvPr id="27797" name="Rectangle 7"/>
            <p:cNvSpPr>
              <a:spLocks noChangeArrowheads="1"/>
            </p:cNvSpPr>
            <p:nvPr/>
          </p:nvSpPr>
          <p:spPr bwMode="auto">
            <a:xfrm>
              <a:off x="480" y="12"/>
              <a:ext cx="2544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1800" b="1">
                  <a:solidFill>
                    <a:srgbClr val="000000"/>
                  </a:solidFill>
                  <a:latin typeface="华文中宋"/>
                  <a:ea typeface="华文中宋"/>
                  <a:cs typeface="华文中宋"/>
                </a:rPr>
                <a:t>为描述机械运动的状态参量</a:t>
              </a:r>
              <a:r>
                <a:rPr lang="zh-CN" altLang="en-US" sz="1800" b="1">
                  <a:latin typeface="华文中宋"/>
                  <a:ea typeface="华文中宋"/>
                  <a:cs typeface="华文中宋"/>
                </a:rPr>
                <a:t> </a:t>
              </a:r>
            </a:p>
          </p:txBody>
        </p:sp>
        <p:graphicFrame>
          <p:nvGraphicFramePr>
            <p:cNvPr id="27729" name="Object 81"/>
            <p:cNvGraphicFramePr>
              <a:graphicFrameLocks noChangeAspect="1"/>
            </p:cNvGraphicFramePr>
            <p:nvPr/>
          </p:nvGraphicFramePr>
          <p:xfrm>
            <a:off x="127" y="37"/>
            <a:ext cx="410" cy="271"/>
          </p:xfrm>
          <a:graphic>
            <a:graphicData uri="http://schemas.openxmlformats.org/presentationml/2006/ole">
              <p:oleObj spid="_x0000_s27729" name="Equation" r:id="rId3" imgW="304536" imgH="203024" progId="Equation.DSMT4">
                <p:embed/>
              </p:oleObj>
            </a:graphicData>
          </a:graphic>
        </p:graphicFrame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4932363" y="1770063"/>
            <a:ext cx="3362325" cy="369887"/>
            <a:chOff x="262" y="0"/>
            <a:chExt cx="3098" cy="310"/>
          </a:xfrm>
        </p:grpSpPr>
        <p:sp>
          <p:nvSpPr>
            <p:cNvPr id="27796" name="Rectangle 10"/>
            <p:cNvSpPr>
              <a:spLocks noChangeArrowheads="1"/>
            </p:cNvSpPr>
            <p:nvPr/>
          </p:nvSpPr>
          <p:spPr bwMode="auto">
            <a:xfrm>
              <a:off x="336" y="0"/>
              <a:ext cx="3024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1800" b="1">
                  <a:solidFill>
                    <a:srgbClr val="000000"/>
                  </a:solidFill>
                  <a:latin typeface="华文中宋"/>
                  <a:ea typeface="华文中宋"/>
                  <a:cs typeface="华文中宋"/>
                </a:rPr>
                <a:t> 称为机械运动状态的变化率</a:t>
              </a:r>
              <a:r>
                <a:rPr lang="zh-CN" altLang="en-US" sz="1800" b="1">
                  <a:latin typeface="华文中宋"/>
                  <a:ea typeface="华文中宋"/>
                  <a:cs typeface="华文中宋"/>
                </a:rPr>
                <a:t> </a:t>
              </a:r>
            </a:p>
          </p:txBody>
        </p:sp>
        <p:graphicFrame>
          <p:nvGraphicFramePr>
            <p:cNvPr id="27730" name="Object 82"/>
            <p:cNvGraphicFramePr>
              <a:graphicFrameLocks noChangeAspect="1"/>
            </p:cNvGraphicFramePr>
            <p:nvPr/>
          </p:nvGraphicFramePr>
          <p:xfrm>
            <a:off x="262" y="8"/>
            <a:ext cx="180" cy="252"/>
          </p:xfrm>
          <a:graphic>
            <a:graphicData uri="http://schemas.openxmlformats.org/presentationml/2006/ole">
              <p:oleObj spid="_x0000_s27730" name="Equation" r:id="rId4" imgW="139639" imgH="190417" progId="Equation.DSMT4">
                <p:embed/>
              </p:oleObj>
            </a:graphicData>
          </a:graphic>
        </p:graphicFrame>
      </p:grpSp>
      <p:sp>
        <p:nvSpPr>
          <p:cNvPr id="32780" name="Text Box 12"/>
          <p:cNvSpPr txBox="1">
            <a:spLocks noChangeArrowheads="1"/>
          </p:cNvSpPr>
          <p:nvPr/>
        </p:nvSpPr>
        <p:spPr bwMode="auto">
          <a:xfrm>
            <a:off x="304800" y="2130425"/>
            <a:ext cx="31718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1</a:t>
            </a:r>
            <a:r>
              <a:rPr lang="zh-CN" altLang="en-US" sz="18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、平均加速度与瞬时加速度</a:t>
            </a:r>
            <a:r>
              <a:rPr lang="zh-CN" altLang="en-US" sz="1800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 </a:t>
            </a:r>
          </a:p>
        </p:txBody>
      </p:sp>
      <p:graphicFrame>
        <p:nvGraphicFramePr>
          <p:cNvPr id="32781" name="Object 83"/>
          <p:cNvGraphicFramePr>
            <a:graphicFrameLocks noChangeAspect="1"/>
          </p:cNvGraphicFramePr>
          <p:nvPr/>
        </p:nvGraphicFramePr>
        <p:xfrm>
          <a:off x="2128838" y="3867150"/>
          <a:ext cx="1219200" cy="733425"/>
        </p:xfrm>
        <a:graphic>
          <a:graphicData uri="http://schemas.openxmlformats.org/presentationml/2006/ole">
            <p:oleObj spid="_x0000_s27731" name="Equation" r:id="rId5" imgW="495085" imgH="393529" progId="Equation.DSMT4">
              <p:embed/>
            </p:oleObj>
          </a:graphicData>
        </a:graphic>
      </p:graphicFrame>
      <p:graphicFrame>
        <p:nvGraphicFramePr>
          <p:cNvPr id="32782" name="Object 84"/>
          <p:cNvGraphicFramePr>
            <a:graphicFrameLocks noChangeAspect="1"/>
          </p:cNvGraphicFramePr>
          <p:nvPr/>
        </p:nvGraphicFramePr>
        <p:xfrm>
          <a:off x="5500688" y="3795713"/>
          <a:ext cx="3463925" cy="754062"/>
        </p:xfrm>
        <a:graphic>
          <a:graphicData uri="http://schemas.openxmlformats.org/presentationml/2006/ole">
            <p:oleObj spid="_x0000_s27732" name="Equation" r:id="rId6" imgW="1460500" imgH="419100" progId="Equation.DSMT4">
              <p:embed/>
            </p:oleObj>
          </a:graphicData>
        </a:graphic>
      </p:graphicFrame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685800" y="2825750"/>
            <a:ext cx="4081463" cy="696913"/>
            <a:chOff x="0" y="0"/>
            <a:chExt cx="2571" cy="731"/>
          </a:xfrm>
        </p:grpSpPr>
        <p:sp>
          <p:nvSpPr>
            <p:cNvPr id="27777" name="未知"/>
            <p:cNvSpPr>
              <a:spLocks/>
            </p:cNvSpPr>
            <p:nvPr/>
          </p:nvSpPr>
          <p:spPr bwMode="auto">
            <a:xfrm>
              <a:off x="0" y="434"/>
              <a:ext cx="122" cy="38"/>
            </a:xfrm>
            <a:custGeom>
              <a:avLst/>
              <a:gdLst>
                <a:gd name="T0" fmla="*/ 0 w 122"/>
                <a:gd name="T1" fmla="*/ 0 h 38"/>
                <a:gd name="T2" fmla="*/ 0 w 122"/>
                <a:gd name="T3" fmla="*/ 15 h 38"/>
                <a:gd name="T4" fmla="*/ 46 w 122"/>
                <a:gd name="T5" fmla="*/ 23 h 38"/>
                <a:gd name="T6" fmla="*/ 107 w 122"/>
                <a:gd name="T7" fmla="*/ 38 h 38"/>
                <a:gd name="T8" fmla="*/ 122 w 122"/>
                <a:gd name="T9" fmla="*/ 38 h 38"/>
                <a:gd name="T10" fmla="*/ 122 w 122"/>
                <a:gd name="T11" fmla="*/ 23 h 38"/>
                <a:gd name="T12" fmla="*/ 115 w 122"/>
                <a:gd name="T13" fmla="*/ 23 h 38"/>
                <a:gd name="T14" fmla="*/ 54 w 122"/>
                <a:gd name="T15" fmla="*/ 8 h 38"/>
                <a:gd name="T16" fmla="*/ 0 w 122"/>
                <a:gd name="T17" fmla="*/ 0 h 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22"/>
                <a:gd name="T28" fmla="*/ 0 h 38"/>
                <a:gd name="T29" fmla="*/ 122 w 122"/>
                <a:gd name="T30" fmla="*/ 38 h 3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22" h="38">
                  <a:moveTo>
                    <a:pt x="0" y="0"/>
                  </a:moveTo>
                  <a:lnTo>
                    <a:pt x="0" y="15"/>
                  </a:lnTo>
                  <a:lnTo>
                    <a:pt x="46" y="23"/>
                  </a:lnTo>
                  <a:lnTo>
                    <a:pt x="107" y="38"/>
                  </a:lnTo>
                  <a:lnTo>
                    <a:pt x="122" y="38"/>
                  </a:lnTo>
                  <a:lnTo>
                    <a:pt x="122" y="23"/>
                  </a:lnTo>
                  <a:lnTo>
                    <a:pt x="115" y="23"/>
                  </a:lnTo>
                  <a:lnTo>
                    <a:pt x="54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78" name="未知"/>
            <p:cNvSpPr>
              <a:spLocks/>
            </p:cNvSpPr>
            <p:nvPr/>
          </p:nvSpPr>
          <p:spPr bwMode="auto">
            <a:xfrm>
              <a:off x="168" y="464"/>
              <a:ext cx="114" cy="38"/>
            </a:xfrm>
            <a:custGeom>
              <a:avLst/>
              <a:gdLst>
                <a:gd name="T0" fmla="*/ 0 w 114"/>
                <a:gd name="T1" fmla="*/ 0 h 38"/>
                <a:gd name="T2" fmla="*/ 0 w 114"/>
                <a:gd name="T3" fmla="*/ 16 h 38"/>
                <a:gd name="T4" fmla="*/ 15 w 114"/>
                <a:gd name="T5" fmla="*/ 23 h 38"/>
                <a:gd name="T6" fmla="*/ 91 w 114"/>
                <a:gd name="T7" fmla="*/ 38 h 38"/>
                <a:gd name="T8" fmla="*/ 114 w 114"/>
                <a:gd name="T9" fmla="*/ 38 h 38"/>
                <a:gd name="T10" fmla="*/ 114 w 114"/>
                <a:gd name="T11" fmla="*/ 23 h 38"/>
                <a:gd name="T12" fmla="*/ 99 w 114"/>
                <a:gd name="T13" fmla="*/ 23 h 38"/>
                <a:gd name="T14" fmla="*/ 23 w 114"/>
                <a:gd name="T15" fmla="*/ 8 h 38"/>
                <a:gd name="T16" fmla="*/ 0 w 114"/>
                <a:gd name="T17" fmla="*/ 0 h 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4"/>
                <a:gd name="T28" fmla="*/ 0 h 38"/>
                <a:gd name="T29" fmla="*/ 114 w 114"/>
                <a:gd name="T30" fmla="*/ 38 h 3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4" h="38">
                  <a:moveTo>
                    <a:pt x="0" y="0"/>
                  </a:moveTo>
                  <a:lnTo>
                    <a:pt x="0" y="16"/>
                  </a:lnTo>
                  <a:lnTo>
                    <a:pt x="15" y="23"/>
                  </a:lnTo>
                  <a:lnTo>
                    <a:pt x="91" y="38"/>
                  </a:lnTo>
                  <a:lnTo>
                    <a:pt x="114" y="38"/>
                  </a:lnTo>
                  <a:lnTo>
                    <a:pt x="114" y="23"/>
                  </a:lnTo>
                  <a:lnTo>
                    <a:pt x="99" y="23"/>
                  </a:lnTo>
                  <a:lnTo>
                    <a:pt x="23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79" name="未知"/>
            <p:cNvSpPr>
              <a:spLocks/>
            </p:cNvSpPr>
            <p:nvPr/>
          </p:nvSpPr>
          <p:spPr bwMode="auto">
            <a:xfrm>
              <a:off x="327" y="495"/>
              <a:ext cx="122" cy="23"/>
            </a:xfrm>
            <a:custGeom>
              <a:avLst/>
              <a:gdLst>
                <a:gd name="T0" fmla="*/ 0 w 122"/>
                <a:gd name="T1" fmla="*/ 0 h 23"/>
                <a:gd name="T2" fmla="*/ 0 w 122"/>
                <a:gd name="T3" fmla="*/ 15 h 23"/>
                <a:gd name="T4" fmla="*/ 23 w 122"/>
                <a:gd name="T5" fmla="*/ 15 h 23"/>
                <a:gd name="T6" fmla="*/ 107 w 122"/>
                <a:gd name="T7" fmla="*/ 23 h 23"/>
                <a:gd name="T8" fmla="*/ 115 w 122"/>
                <a:gd name="T9" fmla="*/ 23 h 23"/>
                <a:gd name="T10" fmla="*/ 122 w 122"/>
                <a:gd name="T11" fmla="*/ 23 h 23"/>
                <a:gd name="T12" fmla="*/ 122 w 122"/>
                <a:gd name="T13" fmla="*/ 7 h 23"/>
                <a:gd name="T14" fmla="*/ 107 w 122"/>
                <a:gd name="T15" fmla="*/ 7 h 23"/>
                <a:gd name="T16" fmla="*/ 115 w 122"/>
                <a:gd name="T17" fmla="*/ 15 h 23"/>
                <a:gd name="T18" fmla="*/ 115 w 122"/>
                <a:gd name="T19" fmla="*/ 7 h 23"/>
                <a:gd name="T20" fmla="*/ 31 w 122"/>
                <a:gd name="T21" fmla="*/ 0 h 23"/>
                <a:gd name="T22" fmla="*/ 0 w 122"/>
                <a:gd name="T23" fmla="*/ 0 h 2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2"/>
                <a:gd name="T37" fmla="*/ 0 h 23"/>
                <a:gd name="T38" fmla="*/ 122 w 122"/>
                <a:gd name="T39" fmla="*/ 23 h 2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2" h="23">
                  <a:moveTo>
                    <a:pt x="0" y="0"/>
                  </a:moveTo>
                  <a:lnTo>
                    <a:pt x="0" y="15"/>
                  </a:lnTo>
                  <a:lnTo>
                    <a:pt x="23" y="15"/>
                  </a:lnTo>
                  <a:lnTo>
                    <a:pt x="107" y="23"/>
                  </a:lnTo>
                  <a:lnTo>
                    <a:pt x="115" y="23"/>
                  </a:lnTo>
                  <a:lnTo>
                    <a:pt x="122" y="23"/>
                  </a:lnTo>
                  <a:lnTo>
                    <a:pt x="122" y="7"/>
                  </a:lnTo>
                  <a:lnTo>
                    <a:pt x="107" y="7"/>
                  </a:lnTo>
                  <a:lnTo>
                    <a:pt x="115" y="15"/>
                  </a:lnTo>
                  <a:lnTo>
                    <a:pt x="115" y="7"/>
                  </a:lnTo>
                  <a:lnTo>
                    <a:pt x="3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80" name="未知"/>
            <p:cNvSpPr>
              <a:spLocks/>
            </p:cNvSpPr>
            <p:nvPr/>
          </p:nvSpPr>
          <p:spPr bwMode="auto">
            <a:xfrm>
              <a:off x="495" y="480"/>
              <a:ext cx="121" cy="38"/>
            </a:xfrm>
            <a:custGeom>
              <a:avLst/>
              <a:gdLst>
                <a:gd name="T0" fmla="*/ 0 w 121"/>
                <a:gd name="T1" fmla="*/ 22 h 38"/>
                <a:gd name="T2" fmla="*/ 0 w 121"/>
                <a:gd name="T3" fmla="*/ 38 h 38"/>
                <a:gd name="T4" fmla="*/ 30 w 121"/>
                <a:gd name="T5" fmla="*/ 38 h 38"/>
                <a:gd name="T6" fmla="*/ 99 w 121"/>
                <a:gd name="T7" fmla="*/ 22 h 38"/>
                <a:gd name="T8" fmla="*/ 121 w 121"/>
                <a:gd name="T9" fmla="*/ 15 h 38"/>
                <a:gd name="T10" fmla="*/ 121 w 121"/>
                <a:gd name="T11" fmla="*/ 0 h 38"/>
                <a:gd name="T12" fmla="*/ 99 w 121"/>
                <a:gd name="T13" fmla="*/ 7 h 38"/>
                <a:gd name="T14" fmla="*/ 23 w 121"/>
                <a:gd name="T15" fmla="*/ 22 h 38"/>
                <a:gd name="T16" fmla="*/ 0 w 121"/>
                <a:gd name="T17" fmla="*/ 22 h 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21"/>
                <a:gd name="T28" fmla="*/ 0 h 38"/>
                <a:gd name="T29" fmla="*/ 121 w 121"/>
                <a:gd name="T30" fmla="*/ 38 h 3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21" h="38">
                  <a:moveTo>
                    <a:pt x="0" y="22"/>
                  </a:moveTo>
                  <a:lnTo>
                    <a:pt x="0" y="38"/>
                  </a:lnTo>
                  <a:lnTo>
                    <a:pt x="30" y="38"/>
                  </a:lnTo>
                  <a:lnTo>
                    <a:pt x="99" y="22"/>
                  </a:lnTo>
                  <a:lnTo>
                    <a:pt x="121" y="15"/>
                  </a:lnTo>
                  <a:lnTo>
                    <a:pt x="121" y="0"/>
                  </a:lnTo>
                  <a:lnTo>
                    <a:pt x="99" y="7"/>
                  </a:lnTo>
                  <a:lnTo>
                    <a:pt x="23" y="22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81" name="未知"/>
            <p:cNvSpPr>
              <a:spLocks/>
            </p:cNvSpPr>
            <p:nvPr/>
          </p:nvSpPr>
          <p:spPr bwMode="auto">
            <a:xfrm>
              <a:off x="654" y="403"/>
              <a:ext cx="115" cy="77"/>
            </a:xfrm>
            <a:custGeom>
              <a:avLst/>
              <a:gdLst>
                <a:gd name="T0" fmla="*/ 8 w 115"/>
                <a:gd name="T1" fmla="*/ 61 h 77"/>
                <a:gd name="T2" fmla="*/ 8 w 115"/>
                <a:gd name="T3" fmla="*/ 77 h 77"/>
                <a:gd name="T4" fmla="*/ 8 w 115"/>
                <a:gd name="T5" fmla="*/ 77 h 77"/>
                <a:gd name="T6" fmla="*/ 77 w 115"/>
                <a:gd name="T7" fmla="*/ 39 h 77"/>
                <a:gd name="T8" fmla="*/ 115 w 115"/>
                <a:gd name="T9" fmla="*/ 16 h 77"/>
                <a:gd name="T10" fmla="*/ 107 w 115"/>
                <a:gd name="T11" fmla="*/ 0 h 77"/>
                <a:gd name="T12" fmla="*/ 69 w 115"/>
                <a:gd name="T13" fmla="*/ 23 h 77"/>
                <a:gd name="T14" fmla="*/ 0 w 115"/>
                <a:gd name="T15" fmla="*/ 61 h 77"/>
                <a:gd name="T16" fmla="*/ 8 w 115"/>
                <a:gd name="T17" fmla="*/ 61 h 7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5"/>
                <a:gd name="T28" fmla="*/ 0 h 77"/>
                <a:gd name="T29" fmla="*/ 115 w 115"/>
                <a:gd name="T30" fmla="*/ 77 h 7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5" h="77">
                  <a:moveTo>
                    <a:pt x="8" y="61"/>
                  </a:moveTo>
                  <a:lnTo>
                    <a:pt x="8" y="77"/>
                  </a:lnTo>
                  <a:lnTo>
                    <a:pt x="77" y="39"/>
                  </a:lnTo>
                  <a:lnTo>
                    <a:pt x="115" y="16"/>
                  </a:lnTo>
                  <a:lnTo>
                    <a:pt x="107" y="0"/>
                  </a:lnTo>
                  <a:lnTo>
                    <a:pt x="69" y="23"/>
                  </a:lnTo>
                  <a:lnTo>
                    <a:pt x="0" y="61"/>
                  </a:lnTo>
                  <a:lnTo>
                    <a:pt x="8" y="61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82" name="未知"/>
            <p:cNvSpPr>
              <a:spLocks/>
            </p:cNvSpPr>
            <p:nvPr/>
          </p:nvSpPr>
          <p:spPr bwMode="auto">
            <a:xfrm>
              <a:off x="799" y="297"/>
              <a:ext cx="99" cy="91"/>
            </a:xfrm>
            <a:custGeom>
              <a:avLst/>
              <a:gdLst>
                <a:gd name="T0" fmla="*/ 0 w 99"/>
                <a:gd name="T1" fmla="*/ 76 h 91"/>
                <a:gd name="T2" fmla="*/ 8 w 99"/>
                <a:gd name="T3" fmla="*/ 91 h 91"/>
                <a:gd name="T4" fmla="*/ 61 w 99"/>
                <a:gd name="T5" fmla="*/ 46 h 91"/>
                <a:gd name="T6" fmla="*/ 99 w 99"/>
                <a:gd name="T7" fmla="*/ 15 h 91"/>
                <a:gd name="T8" fmla="*/ 91 w 99"/>
                <a:gd name="T9" fmla="*/ 0 h 91"/>
                <a:gd name="T10" fmla="*/ 53 w 99"/>
                <a:gd name="T11" fmla="*/ 30 h 91"/>
                <a:gd name="T12" fmla="*/ 0 w 99"/>
                <a:gd name="T13" fmla="*/ 76 h 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9"/>
                <a:gd name="T22" fmla="*/ 0 h 91"/>
                <a:gd name="T23" fmla="*/ 99 w 99"/>
                <a:gd name="T24" fmla="*/ 91 h 9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9" h="91">
                  <a:moveTo>
                    <a:pt x="0" y="76"/>
                  </a:moveTo>
                  <a:lnTo>
                    <a:pt x="8" y="91"/>
                  </a:lnTo>
                  <a:lnTo>
                    <a:pt x="61" y="46"/>
                  </a:lnTo>
                  <a:lnTo>
                    <a:pt x="99" y="15"/>
                  </a:lnTo>
                  <a:lnTo>
                    <a:pt x="91" y="0"/>
                  </a:lnTo>
                  <a:lnTo>
                    <a:pt x="53" y="30"/>
                  </a:lnTo>
                  <a:lnTo>
                    <a:pt x="0" y="76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83" name="未知"/>
            <p:cNvSpPr>
              <a:spLocks/>
            </p:cNvSpPr>
            <p:nvPr/>
          </p:nvSpPr>
          <p:spPr bwMode="auto">
            <a:xfrm>
              <a:off x="921" y="190"/>
              <a:ext cx="106" cy="92"/>
            </a:xfrm>
            <a:custGeom>
              <a:avLst/>
              <a:gdLst>
                <a:gd name="T0" fmla="*/ 0 w 106"/>
                <a:gd name="T1" fmla="*/ 77 h 92"/>
                <a:gd name="T2" fmla="*/ 7 w 106"/>
                <a:gd name="T3" fmla="*/ 92 h 92"/>
                <a:gd name="T4" fmla="*/ 68 w 106"/>
                <a:gd name="T5" fmla="*/ 46 h 92"/>
                <a:gd name="T6" fmla="*/ 106 w 106"/>
                <a:gd name="T7" fmla="*/ 16 h 92"/>
                <a:gd name="T8" fmla="*/ 99 w 106"/>
                <a:gd name="T9" fmla="*/ 0 h 92"/>
                <a:gd name="T10" fmla="*/ 60 w 106"/>
                <a:gd name="T11" fmla="*/ 31 h 92"/>
                <a:gd name="T12" fmla="*/ 0 w 106"/>
                <a:gd name="T13" fmla="*/ 77 h 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6"/>
                <a:gd name="T22" fmla="*/ 0 h 92"/>
                <a:gd name="T23" fmla="*/ 106 w 106"/>
                <a:gd name="T24" fmla="*/ 92 h 9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6" h="92">
                  <a:moveTo>
                    <a:pt x="0" y="77"/>
                  </a:moveTo>
                  <a:lnTo>
                    <a:pt x="7" y="92"/>
                  </a:lnTo>
                  <a:lnTo>
                    <a:pt x="68" y="46"/>
                  </a:lnTo>
                  <a:lnTo>
                    <a:pt x="106" y="16"/>
                  </a:lnTo>
                  <a:lnTo>
                    <a:pt x="99" y="0"/>
                  </a:lnTo>
                  <a:lnTo>
                    <a:pt x="60" y="31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84" name="未知"/>
            <p:cNvSpPr>
              <a:spLocks/>
            </p:cNvSpPr>
            <p:nvPr/>
          </p:nvSpPr>
          <p:spPr bwMode="auto">
            <a:xfrm>
              <a:off x="1058" y="99"/>
              <a:ext cx="106" cy="76"/>
            </a:xfrm>
            <a:custGeom>
              <a:avLst/>
              <a:gdLst>
                <a:gd name="T0" fmla="*/ 0 w 106"/>
                <a:gd name="T1" fmla="*/ 61 h 76"/>
                <a:gd name="T2" fmla="*/ 7 w 106"/>
                <a:gd name="T3" fmla="*/ 76 h 76"/>
                <a:gd name="T4" fmla="*/ 45 w 106"/>
                <a:gd name="T5" fmla="*/ 53 h 76"/>
                <a:gd name="T6" fmla="*/ 106 w 106"/>
                <a:gd name="T7" fmla="*/ 15 h 76"/>
                <a:gd name="T8" fmla="*/ 98 w 106"/>
                <a:gd name="T9" fmla="*/ 0 h 76"/>
                <a:gd name="T10" fmla="*/ 38 w 106"/>
                <a:gd name="T11" fmla="*/ 38 h 76"/>
                <a:gd name="T12" fmla="*/ 0 w 106"/>
                <a:gd name="T13" fmla="*/ 61 h 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6"/>
                <a:gd name="T22" fmla="*/ 0 h 76"/>
                <a:gd name="T23" fmla="*/ 106 w 106"/>
                <a:gd name="T24" fmla="*/ 76 h 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6" h="76">
                  <a:moveTo>
                    <a:pt x="0" y="61"/>
                  </a:moveTo>
                  <a:lnTo>
                    <a:pt x="7" y="76"/>
                  </a:lnTo>
                  <a:lnTo>
                    <a:pt x="45" y="53"/>
                  </a:lnTo>
                  <a:lnTo>
                    <a:pt x="106" y="15"/>
                  </a:lnTo>
                  <a:lnTo>
                    <a:pt x="98" y="0"/>
                  </a:lnTo>
                  <a:lnTo>
                    <a:pt x="38" y="38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85" name="未知"/>
            <p:cNvSpPr>
              <a:spLocks/>
            </p:cNvSpPr>
            <p:nvPr/>
          </p:nvSpPr>
          <p:spPr bwMode="auto">
            <a:xfrm>
              <a:off x="1202" y="31"/>
              <a:ext cx="114" cy="68"/>
            </a:xfrm>
            <a:custGeom>
              <a:avLst/>
              <a:gdLst>
                <a:gd name="T0" fmla="*/ 0 w 114"/>
                <a:gd name="T1" fmla="*/ 53 h 68"/>
                <a:gd name="T2" fmla="*/ 8 w 114"/>
                <a:gd name="T3" fmla="*/ 68 h 68"/>
                <a:gd name="T4" fmla="*/ 99 w 114"/>
                <a:gd name="T5" fmla="*/ 23 h 68"/>
                <a:gd name="T6" fmla="*/ 114 w 114"/>
                <a:gd name="T7" fmla="*/ 15 h 68"/>
                <a:gd name="T8" fmla="*/ 114 w 114"/>
                <a:gd name="T9" fmla="*/ 0 h 68"/>
                <a:gd name="T10" fmla="*/ 91 w 114"/>
                <a:gd name="T11" fmla="*/ 7 h 68"/>
                <a:gd name="T12" fmla="*/ 0 w 114"/>
                <a:gd name="T13" fmla="*/ 53 h 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4"/>
                <a:gd name="T22" fmla="*/ 0 h 68"/>
                <a:gd name="T23" fmla="*/ 114 w 114"/>
                <a:gd name="T24" fmla="*/ 68 h 6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4" h="68">
                  <a:moveTo>
                    <a:pt x="0" y="53"/>
                  </a:moveTo>
                  <a:lnTo>
                    <a:pt x="8" y="68"/>
                  </a:lnTo>
                  <a:lnTo>
                    <a:pt x="99" y="23"/>
                  </a:lnTo>
                  <a:lnTo>
                    <a:pt x="114" y="15"/>
                  </a:lnTo>
                  <a:lnTo>
                    <a:pt x="114" y="0"/>
                  </a:lnTo>
                  <a:lnTo>
                    <a:pt x="91" y="7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86" name="未知"/>
            <p:cNvSpPr>
              <a:spLocks/>
            </p:cNvSpPr>
            <p:nvPr/>
          </p:nvSpPr>
          <p:spPr bwMode="auto">
            <a:xfrm>
              <a:off x="1362" y="0"/>
              <a:ext cx="121" cy="38"/>
            </a:xfrm>
            <a:custGeom>
              <a:avLst/>
              <a:gdLst>
                <a:gd name="T0" fmla="*/ 0 w 121"/>
                <a:gd name="T1" fmla="*/ 23 h 38"/>
                <a:gd name="T2" fmla="*/ 0 w 121"/>
                <a:gd name="T3" fmla="*/ 38 h 38"/>
                <a:gd name="T4" fmla="*/ 30 w 121"/>
                <a:gd name="T5" fmla="*/ 31 h 38"/>
                <a:gd name="T6" fmla="*/ 121 w 121"/>
                <a:gd name="T7" fmla="*/ 16 h 38"/>
                <a:gd name="T8" fmla="*/ 121 w 121"/>
                <a:gd name="T9" fmla="*/ 0 h 38"/>
                <a:gd name="T10" fmla="*/ 23 w 121"/>
                <a:gd name="T11" fmla="*/ 16 h 38"/>
                <a:gd name="T12" fmla="*/ 0 w 121"/>
                <a:gd name="T13" fmla="*/ 23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1"/>
                <a:gd name="T22" fmla="*/ 0 h 38"/>
                <a:gd name="T23" fmla="*/ 121 w 121"/>
                <a:gd name="T24" fmla="*/ 38 h 3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1" h="38">
                  <a:moveTo>
                    <a:pt x="0" y="23"/>
                  </a:moveTo>
                  <a:lnTo>
                    <a:pt x="0" y="38"/>
                  </a:lnTo>
                  <a:lnTo>
                    <a:pt x="30" y="31"/>
                  </a:lnTo>
                  <a:lnTo>
                    <a:pt x="121" y="16"/>
                  </a:lnTo>
                  <a:lnTo>
                    <a:pt x="121" y="0"/>
                  </a:lnTo>
                  <a:lnTo>
                    <a:pt x="23" y="16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87" name="未知"/>
            <p:cNvSpPr>
              <a:spLocks/>
            </p:cNvSpPr>
            <p:nvPr/>
          </p:nvSpPr>
          <p:spPr bwMode="auto">
            <a:xfrm>
              <a:off x="1529" y="0"/>
              <a:ext cx="122" cy="16"/>
            </a:xfrm>
            <a:custGeom>
              <a:avLst/>
              <a:gdLst>
                <a:gd name="T0" fmla="*/ 0 w 122"/>
                <a:gd name="T1" fmla="*/ 0 h 16"/>
                <a:gd name="T2" fmla="*/ 0 w 122"/>
                <a:gd name="T3" fmla="*/ 16 h 16"/>
                <a:gd name="T4" fmla="*/ 68 w 122"/>
                <a:gd name="T5" fmla="*/ 16 h 16"/>
                <a:gd name="T6" fmla="*/ 61 w 122"/>
                <a:gd name="T7" fmla="*/ 8 h 16"/>
                <a:gd name="T8" fmla="*/ 61 w 122"/>
                <a:gd name="T9" fmla="*/ 16 h 16"/>
                <a:gd name="T10" fmla="*/ 122 w 122"/>
                <a:gd name="T11" fmla="*/ 16 h 16"/>
                <a:gd name="T12" fmla="*/ 122 w 122"/>
                <a:gd name="T13" fmla="*/ 0 h 16"/>
                <a:gd name="T14" fmla="*/ 68 w 122"/>
                <a:gd name="T15" fmla="*/ 0 h 16"/>
                <a:gd name="T16" fmla="*/ 61 w 122"/>
                <a:gd name="T17" fmla="*/ 0 h 16"/>
                <a:gd name="T18" fmla="*/ 0 w 122"/>
                <a:gd name="T19" fmla="*/ 0 h 1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2"/>
                <a:gd name="T31" fmla="*/ 0 h 16"/>
                <a:gd name="T32" fmla="*/ 122 w 122"/>
                <a:gd name="T33" fmla="*/ 16 h 1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2" h="16">
                  <a:moveTo>
                    <a:pt x="0" y="0"/>
                  </a:moveTo>
                  <a:lnTo>
                    <a:pt x="0" y="16"/>
                  </a:lnTo>
                  <a:lnTo>
                    <a:pt x="68" y="16"/>
                  </a:lnTo>
                  <a:lnTo>
                    <a:pt x="61" y="8"/>
                  </a:lnTo>
                  <a:lnTo>
                    <a:pt x="61" y="16"/>
                  </a:lnTo>
                  <a:lnTo>
                    <a:pt x="122" y="16"/>
                  </a:lnTo>
                  <a:lnTo>
                    <a:pt x="122" y="0"/>
                  </a:lnTo>
                  <a:lnTo>
                    <a:pt x="68" y="0"/>
                  </a:lnTo>
                  <a:lnTo>
                    <a:pt x="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88" name="未知"/>
            <p:cNvSpPr>
              <a:spLocks/>
            </p:cNvSpPr>
            <p:nvPr/>
          </p:nvSpPr>
          <p:spPr bwMode="auto">
            <a:xfrm>
              <a:off x="1689" y="8"/>
              <a:ext cx="121" cy="38"/>
            </a:xfrm>
            <a:custGeom>
              <a:avLst/>
              <a:gdLst>
                <a:gd name="T0" fmla="*/ 0 w 121"/>
                <a:gd name="T1" fmla="*/ 0 h 38"/>
                <a:gd name="T2" fmla="*/ 0 w 121"/>
                <a:gd name="T3" fmla="*/ 15 h 38"/>
                <a:gd name="T4" fmla="*/ 15 w 121"/>
                <a:gd name="T5" fmla="*/ 15 h 38"/>
                <a:gd name="T6" fmla="*/ 121 w 121"/>
                <a:gd name="T7" fmla="*/ 38 h 38"/>
                <a:gd name="T8" fmla="*/ 121 w 121"/>
                <a:gd name="T9" fmla="*/ 23 h 38"/>
                <a:gd name="T10" fmla="*/ 23 w 121"/>
                <a:gd name="T11" fmla="*/ 0 h 38"/>
                <a:gd name="T12" fmla="*/ 0 w 121"/>
                <a:gd name="T13" fmla="*/ 0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1"/>
                <a:gd name="T22" fmla="*/ 0 h 38"/>
                <a:gd name="T23" fmla="*/ 121 w 121"/>
                <a:gd name="T24" fmla="*/ 38 h 3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1" h="38">
                  <a:moveTo>
                    <a:pt x="0" y="0"/>
                  </a:moveTo>
                  <a:lnTo>
                    <a:pt x="0" y="15"/>
                  </a:lnTo>
                  <a:lnTo>
                    <a:pt x="15" y="15"/>
                  </a:lnTo>
                  <a:lnTo>
                    <a:pt x="121" y="38"/>
                  </a:lnTo>
                  <a:lnTo>
                    <a:pt x="121" y="23"/>
                  </a:lnTo>
                  <a:lnTo>
                    <a:pt x="2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89" name="未知"/>
            <p:cNvSpPr>
              <a:spLocks/>
            </p:cNvSpPr>
            <p:nvPr/>
          </p:nvSpPr>
          <p:spPr bwMode="auto">
            <a:xfrm>
              <a:off x="1848" y="46"/>
              <a:ext cx="122" cy="68"/>
            </a:xfrm>
            <a:custGeom>
              <a:avLst/>
              <a:gdLst>
                <a:gd name="T0" fmla="*/ 8 w 122"/>
                <a:gd name="T1" fmla="*/ 0 h 68"/>
                <a:gd name="T2" fmla="*/ 0 w 122"/>
                <a:gd name="T3" fmla="*/ 15 h 68"/>
                <a:gd name="T4" fmla="*/ 84 w 122"/>
                <a:gd name="T5" fmla="*/ 46 h 68"/>
                <a:gd name="T6" fmla="*/ 114 w 122"/>
                <a:gd name="T7" fmla="*/ 68 h 68"/>
                <a:gd name="T8" fmla="*/ 122 w 122"/>
                <a:gd name="T9" fmla="*/ 53 h 68"/>
                <a:gd name="T10" fmla="*/ 92 w 122"/>
                <a:gd name="T11" fmla="*/ 30 h 68"/>
                <a:gd name="T12" fmla="*/ 8 w 122"/>
                <a:gd name="T13" fmla="*/ 0 h 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2"/>
                <a:gd name="T22" fmla="*/ 0 h 68"/>
                <a:gd name="T23" fmla="*/ 122 w 122"/>
                <a:gd name="T24" fmla="*/ 68 h 6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2" h="68">
                  <a:moveTo>
                    <a:pt x="8" y="0"/>
                  </a:moveTo>
                  <a:lnTo>
                    <a:pt x="0" y="15"/>
                  </a:lnTo>
                  <a:lnTo>
                    <a:pt x="84" y="46"/>
                  </a:lnTo>
                  <a:lnTo>
                    <a:pt x="114" y="68"/>
                  </a:lnTo>
                  <a:lnTo>
                    <a:pt x="122" y="53"/>
                  </a:lnTo>
                  <a:lnTo>
                    <a:pt x="92" y="3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90" name="未知"/>
            <p:cNvSpPr>
              <a:spLocks/>
            </p:cNvSpPr>
            <p:nvPr/>
          </p:nvSpPr>
          <p:spPr bwMode="auto">
            <a:xfrm>
              <a:off x="1993" y="130"/>
              <a:ext cx="91" cy="99"/>
            </a:xfrm>
            <a:custGeom>
              <a:avLst/>
              <a:gdLst>
                <a:gd name="T0" fmla="*/ 8 w 91"/>
                <a:gd name="T1" fmla="*/ 0 h 99"/>
                <a:gd name="T2" fmla="*/ 0 w 91"/>
                <a:gd name="T3" fmla="*/ 15 h 99"/>
                <a:gd name="T4" fmla="*/ 30 w 91"/>
                <a:gd name="T5" fmla="*/ 38 h 99"/>
                <a:gd name="T6" fmla="*/ 84 w 91"/>
                <a:gd name="T7" fmla="*/ 99 h 99"/>
                <a:gd name="T8" fmla="*/ 91 w 91"/>
                <a:gd name="T9" fmla="*/ 83 h 99"/>
                <a:gd name="T10" fmla="*/ 38 w 91"/>
                <a:gd name="T11" fmla="*/ 22 h 99"/>
                <a:gd name="T12" fmla="*/ 8 w 91"/>
                <a:gd name="T13" fmla="*/ 0 h 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1"/>
                <a:gd name="T22" fmla="*/ 0 h 99"/>
                <a:gd name="T23" fmla="*/ 91 w 91"/>
                <a:gd name="T24" fmla="*/ 99 h 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1" h="99">
                  <a:moveTo>
                    <a:pt x="8" y="0"/>
                  </a:moveTo>
                  <a:lnTo>
                    <a:pt x="0" y="15"/>
                  </a:lnTo>
                  <a:lnTo>
                    <a:pt x="30" y="38"/>
                  </a:lnTo>
                  <a:lnTo>
                    <a:pt x="84" y="99"/>
                  </a:lnTo>
                  <a:lnTo>
                    <a:pt x="91" y="83"/>
                  </a:lnTo>
                  <a:lnTo>
                    <a:pt x="38" y="22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91" name="未知"/>
            <p:cNvSpPr>
              <a:spLocks/>
            </p:cNvSpPr>
            <p:nvPr/>
          </p:nvSpPr>
          <p:spPr bwMode="auto">
            <a:xfrm>
              <a:off x="2107" y="244"/>
              <a:ext cx="91" cy="114"/>
            </a:xfrm>
            <a:custGeom>
              <a:avLst/>
              <a:gdLst>
                <a:gd name="T0" fmla="*/ 8 w 91"/>
                <a:gd name="T1" fmla="*/ 0 h 114"/>
                <a:gd name="T2" fmla="*/ 0 w 91"/>
                <a:gd name="T3" fmla="*/ 15 h 114"/>
                <a:gd name="T4" fmla="*/ 15 w 91"/>
                <a:gd name="T5" fmla="*/ 30 h 114"/>
                <a:gd name="T6" fmla="*/ 84 w 91"/>
                <a:gd name="T7" fmla="*/ 114 h 114"/>
                <a:gd name="T8" fmla="*/ 91 w 91"/>
                <a:gd name="T9" fmla="*/ 99 h 114"/>
                <a:gd name="T10" fmla="*/ 23 w 91"/>
                <a:gd name="T11" fmla="*/ 15 h 114"/>
                <a:gd name="T12" fmla="*/ 8 w 91"/>
                <a:gd name="T13" fmla="*/ 0 h 1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1"/>
                <a:gd name="T22" fmla="*/ 0 h 114"/>
                <a:gd name="T23" fmla="*/ 91 w 91"/>
                <a:gd name="T24" fmla="*/ 114 h 11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1" h="114">
                  <a:moveTo>
                    <a:pt x="8" y="0"/>
                  </a:moveTo>
                  <a:lnTo>
                    <a:pt x="0" y="15"/>
                  </a:lnTo>
                  <a:lnTo>
                    <a:pt x="15" y="30"/>
                  </a:lnTo>
                  <a:lnTo>
                    <a:pt x="84" y="114"/>
                  </a:lnTo>
                  <a:lnTo>
                    <a:pt x="91" y="99"/>
                  </a:lnTo>
                  <a:lnTo>
                    <a:pt x="23" y="1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92" name="未知"/>
            <p:cNvSpPr>
              <a:spLocks/>
            </p:cNvSpPr>
            <p:nvPr/>
          </p:nvSpPr>
          <p:spPr bwMode="auto">
            <a:xfrm>
              <a:off x="2213" y="381"/>
              <a:ext cx="84" cy="106"/>
            </a:xfrm>
            <a:custGeom>
              <a:avLst/>
              <a:gdLst>
                <a:gd name="T0" fmla="*/ 8 w 84"/>
                <a:gd name="T1" fmla="*/ 0 h 106"/>
                <a:gd name="T2" fmla="*/ 0 w 84"/>
                <a:gd name="T3" fmla="*/ 15 h 106"/>
                <a:gd name="T4" fmla="*/ 31 w 84"/>
                <a:gd name="T5" fmla="*/ 53 h 106"/>
                <a:gd name="T6" fmla="*/ 69 w 84"/>
                <a:gd name="T7" fmla="*/ 91 h 106"/>
                <a:gd name="T8" fmla="*/ 76 w 84"/>
                <a:gd name="T9" fmla="*/ 106 h 106"/>
                <a:gd name="T10" fmla="*/ 84 w 84"/>
                <a:gd name="T11" fmla="*/ 91 h 106"/>
                <a:gd name="T12" fmla="*/ 76 w 84"/>
                <a:gd name="T13" fmla="*/ 76 h 106"/>
                <a:gd name="T14" fmla="*/ 38 w 84"/>
                <a:gd name="T15" fmla="*/ 38 h 106"/>
                <a:gd name="T16" fmla="*/ 8 w 84"/>
                <a:gd name="T17" fmla="*/ 0 h 10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4"/>
                <a:gd name="T28" fmla="*/ 0 h 106"/>
                <a:gd name="T29" fmla="*/ 84 w 84"/>
                <a:gd name="T30" fmla="*/ 106 h 10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4" h="106">
                  <a:moveTo>
                    <a:pt x="8" y="0"/>
                  </a:moveTo>
                  <a:lnTo>
                    <a:pt x="0" y="15"/>
                  </a:lnTo>
                  <a:lnTo>
                    <a:pt x="31" y="53"/>
                  </a:lnTo>
                  <a:lnTo>
                    <a:pt x="69" y="91"/>
                  </a:lnTo>
                  <a:lnTo>
                    <a:pt x="76" y="106"/>
                  </a:lnTo>
                  <a:lnTo>
                    <a:pt x="84" y="91"/>
                  </a:lnTo>
                  <a:lnTo>
                    <a:pt x="76" y="76"/>
                  </a:lnTo>
                  <a:lnTo>
                    <a:pt x="38" y="38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93" name="未知"/>
            <p:cNvSpPr>
              <a:spLocks/>
            </p:cNvSpPr>
            <p:nvPr/>
          </p:nvSpPr>
          <p:spPr bwMode="auto">
            <a:xfrm>
              <a:off x="2320" y="510"/>
              <a:ext cx="76" cy="114"/>
            </a:xfrm>
            <a:custGeom>
              <a:avLst/>
              <a:gdLst>
                <a:gd name="T0" fmla="*/ 8 w 76"/>
                <a:gd name="T1" fmla="*/ 0 h 114"/>
                <a:gd name="T2" fmla="*/ 0 w 76"/>
                <a:gd name="T3" fmla="*/ 15 h 114"/>
                <a:gd name="T4" fmla="*/ 15 w 76"/>
                <a:gd name="T5" fmla="*/ 38 h 114"/>
                <a:gd name="T6" fmla="*/ 53 w 76"/>
                <a:gd name="T7" fmla="*/ 99 h 114"/>
                <a:gd name="T8" fmla="*/ 68 w 76"/>
                <a:gd name="T9" fmla="*/ 114 h 114"/>
                <a:gd name="T10" fmla="*/ 76 w 76"/>
                <a:gd name="T11" fmla="*/ 106 h 114"/>
                <a:gd name="T12" fmla="*/ 61 w 76"/>
                <a:gd name="T13" fmla="*/ 84 h 114"/>
                <a:gd name="T14" fmla="*/ 23 w 76"/>
                <a:gd name="T15" fmla="*/ 23 h 114"/>
                <a:gd name="T16" fmla="*/ 8 w 76"/>
                <a:gd name="T17" fmla="*/ 0 h 1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6"/>
                <a:gd name="T28" fmla="*/ 0 h 114"/>
                <a:gd name="T29" fmla="*/ 76 w 76"/>
                <a:gd name="T30" fmla="*/ 114 h 11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6" h="114">
                  <a:moveTo>
                    <a:pt x="8" y="0"/>
                  </a:moveTo>
                  <a:lnTo>
                    <a:pt x="0" y="15"/>
                  </a:lnTo>
                  <a:lnTo>
                    <a:pt x="15" y="38"/>
                  </a:lnTo>
                  <a:lnTo>
                    <a:pt x="53" y="99"/>
                  </a:lnTo>
                  <a:lnTo>
                    <a:pt x="68" y="114"/>
                  </a:lnTo>
                  <a:lnTo>
                    <a:pt x="76" y="106"/>
                  </a:lnTo>
                  <a:lnTo>
                    <a:pt x="61" y="84"/>
                  </a:lnTo>
                  <a:lnTo>
                    <a:pt x="23" y="23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94" name="未知"/>
            <p:cNvSpPr>
              <a:spLocks/>
            </p:cNvSpPr>
            <p:nvPr/>
          </p:nvSpPr>
          <p:spPr bwMode="auto">
            <a:xfrm>
              <a:off x="2411" y="647"/>
              <a:ext cx="99" cy="84"/>
            </a:xfrm>
            <a:custGeom>
              <a:avLst/>
              <a:gdLst>
                <a:gd name="T0" fmla="*/ 8 w 99"/>
                <a:gd name="T1" fmla="*/ 0 h 84"/>
                <a:gd name="T2" fmla="*/ 0 w 99"/>
                <a:gd name="T3" fmla="*/ 15 h 84"/>
                <a:gd name="T4" fmla="*/ 38 w 99"/>
                <a:gd name="T5" fmla="*/ 53 h 84"/>
                <a:gd name="T6" fmla="*/ 69 w 99"/>
                <a:gd name="T7" fmla="*/ 76 h 84"/>
                <a:gd name="T8" fmla="*/ 99 w 99"/>
                <a:gd name="T9" fmla="*/ 84 h 84"/>
                <a:gd name="T10" fmla="*/ 99 w 99"/>
                <a:gd name="T11" fmla="*/ 68 h 84"/>
                <a:gd name="T12" fmla="*/ 76 w 99"/>
                <a:gd name="T13" fmla="*/ 61 h 84"/>
                <a:gd name="T14" fmla="*/ 46 w 99"/>
                <a:gd name="T15" fmla="*/ 38 h 84"/>
                <a:gd name="T16" fmla="*/ 8 w 99"/>
                <a:gd name="T17" fmla="*/ 0 h 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9"/>
                <a:gd name="T28" fmla="*/ 0 h 84"/>
                <a:gd name="T29" fmla="*/ 99 w 99"/>
                <a:gd name="T30" fmla="*/ 84 h 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9" h="84">
                  <a:moveTo>
                    <a:pt x="8" y="0"/>
                  </a:moveTo>
                  <a:lnTo>
                    <a:pt x="0" y="15"/>
                  </a:lnTo>
                  <a:lnTo>
                    <a:pt x="38" y="53"/>
                  </a:lnTo>
                  <a:lnTo>
                    <a:pt x="69" y="76"/>
                  </a:lnTo>
                  <a:lnTo>
                    <a:pt x="99" y="84"/>
                  </a:lnTo>
                  <a:lnTo>
                    <a:pt x="99" y="68"/>
                  </a:lnTo>
                  <a:lnTo>
                    <a:pt x="76" y="61"/>
                  </a:lnTo>
                  <a:lnTo>
                    <a:pt x="46" y="38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95" name="Rectangle 35"/>
            <p:cNvSpPr>
              <a:spLocks noChangeArrowheads="1"/>
            </p:cNvSpPr>
            <p:nvPr/>
          </p:nvSpPr>
          <p:spPr bwMode="auto">
            <a:xfrm>
              <a:off x="2556" y="708"/>
              <a:ext cx="15" cy="15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36"/>
          <p:cNvGrpSpPr>
            <a:grpSpLocks/>
          </p:cNvGrpSpPr>
          <p:nvPr/>
        </p:nvGrpSpPr>
        <p:grpSpPr bwMode="auto">
          <a:xfrm>
            <a:off x="1409700" y="3003550"/>
            <a:ext cx="968375" cy="1106488"/>
            <a:chOff x="0" y="0"/>
            <a:chExt cx="610" cy="1162"/>
          </a:xfrm>
        </p:grpSpPr>
        <p:grpSp>
          <p:nvGrpSpPr>
            <p:cNvPr id="27771" name="Group 37"/>
            <p:cNvGrpSpPr>
              <a:grpSpLocks/>
            </p:cNvGrpSpPr>
            <p:nvPr/>
          </p:nvGrpSpPr>
          <p:grpSpPr bwMode="auto">
            <a:xfrm>
              <a:off x="184" y="0"/>
              <a:ext cx="426" cy="867"/>
              <a:chOff x="0" y="0"/>
              <a:chExt cx="426" cy="867"/>
            </a:xfrm>
          </p:grpSpPr>
          <p:sp>
            <p:nvSpPr>
              <p:cNvPr id="27773" name="Rectangle 38"/>
              <p:cNvSpPr>
                <a:spLocks noChangeArrowheads="1"/>
              </p:cNvSpPr>
              <p:nvPr/>
            </p:nvSpPr>
            <p:spPr bwMode="auto">
              <a:xfrm>
                <a:off x="198" y="0"/>
                <a:ext cx="99" cy="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700">
                    <a:solidFill>
                      <a:srgbClr val="000000"/>
                    </a:solidFill>
                  </a:rPr>
                  <a:t>A</a:t>
                </a:r>
                <a:endParaRPr lang="en-US" altLang="zh-CN"/>
              </a:p>
            </p:txBody>
          </p:sp>
          <p:grpSp>
            <p:nvGrpSpPr>
              <p:cNvPr id="27774" name="Group 39"/>
              <p:cNvGrpSpPr>
                <a:grpSpLocks/>
              </p:cNvGrpSpPr>
              <p:nvPr/>
            </p:nvGrpSpPr>
            <p:grpSpPr bwMode="auto">
              <a:xfrm>
                <a:off x="0" y="0"/>
                <a:ext cx="426" cy="867"/>
                <a:chOff x="0" y="0"/>
                <a:chExt cx="426" cy="867"/>
              </a:xfrm>
            </p:grpSpPr>
            <p:sp>
              <p:nvSpPr>
                <p:cNvPr id="27775" name="未知"/>
                <p:cNvSpPr>
                  <a:spLocks/>
                </p:cNvSpPr>
                <p:nvPr/>
              </p:nvSpPr>
              <p:spPr bwMode="auto">
                <a:xfrm>
                  <a:off x="0" y="92"/>
                  <a:ext cx="381" cy="775"/>
                </a:xfrm>
                <a:custGeom>
                  <a:avLst/>
                  <a:gdLst>
                    <a:gd name="T0" fmla="*/ 0 w 381"/>
                    <a:gd name="T1" fmla="*/ 768 h 775"/>
                    <a:gd name="T2" fmla="*/ 8 w 381"/>
                    <a:gd name="T3" fmla="*/ 775 h 775"/>
                    <a:gd name="T4" fmla="*/ 381 w 381"/>
                    <a:gd name="T5" fmla="*/ 7 h 775"/>
                    <a:gd name="T6" fmla="*/ 373 w 381"/>
                    <a:gd name="T7" fmla="*/ 0 h 775"/>
                    <a:gd name="T8" fmla="*/ 0 w 381"/>
                    <a:gd name="T9" fmla="*/ 768 h 77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81"/>
                    <a:gd name="T16" fmla="*/ 0 h 775"/>
                    <a:gd name="T17" fmla="*/ 381 w 381"/>
                    <a:gd name="T18" fmla="*/ 775 h 77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81" h="775">
                      <a:moveTo>
                        <a:pt x="0" y="768"/>
                      </a:moveTo>
                      <a:lnTo>
                        <a:pt x="8" y="775"/>
                      </a:lnTo>
                      <a:lnTo>
                        <a:pt x="381" y="7"/>
                      </a:lnTo>
                      <a:lnTo>
                        <a:pt x="373" y="0"/>
                      </a:lnTo>
                      <a:lnTo>
                        <a:pt x="0" y="76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76" name="未知"/>
                <p:cNvSpPr>
                  <a:spLocks/>
                </p:cNvSpPr>
                <p:nvPr/>
              </p:nvSpPr>
              <p:spPr bwMode="auto">
                <a:xfrm>
                  <a:off x="320" y="0"/>
                  <a:ext cx="106" cy="145"/>
                </a:xfrm>
                <a:custGeom>
                  <a:avLst/>
                  <a:gdLst>
                    <a:gd name="T0" fmla="*/ 106 w 106"/>
                    <a:gd name="T1" fmla="*/ 145 h 145"/>
                    <a:gd name="T2" fmla="*/ 106 w 106"/>
                    <a:gd name="T3" fmla="*/ 0 h 145"/>
                    <a:gd name="T4" fmla="*/ 0 w 106"/>
                    <a:gd name="T5" fmla="*/ 84 h 145"/>
                    <a:gd name="T6" fmla="*/ 106 w 106"/>
                    <a:gd name="T7" fmla="*/ 145 h 1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6"/>
                    <a:gd name="T13" fmla="*/ 0 h 145"/>
                    <a:gd name="T14" fmla="*/ 106 w 106"/>
                    <a:gd name="T15" fmla="*/ 145 h 1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6" h="145">
                      <a:moveTo>
                        <a:pt x="106" y="145"/>
                      </a:moveTo>
                      <a:lnTo>
                        <a:pt x="106" y="0"/>
                      </a:lnTo>
                      <a:lnTo>
                        <a:pt x="0" y="84"/>
                      </a:lnTo>
                      <a:lnTo>
                        <a:pt x="106" y="14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7772" name="Text Box 42"/>
            <p:cNvSpPr txBox="1">
              <a:spLocks noChangeArrowheads="1"/>
            </p:cNvSpPr>
            <p:nvPr/>
          </p:nvSpPr>
          <p:spPr bwMode="auto">
            <a:xfrm>
              <a:off x="0" y="723"/>
              <a:ext cx="229" cy="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/>
                <a:t>o</a:t>
              </a:r>
            </a:p>
          </p:txBody>
        </p:sp>
      </p:grpSp>
      <p:grpSp>
        <p:nvGrpSpPr>
          <p:cNvPr id="8" name="Group 43"/>
          <p:cNvGrpSpPr>
            <a:grpSpLocks/>
          </p:cNvGrpSpPr>
          <p:nvPr/>
        </p:nvGrpSpPr>
        <p:grpSpPr bwMode="auto">
          <a:xfrm>
            <a:off x="1689100" y="2927350"/>
            <a:ext cx="2127250" cy="906463"/>
            <a:chOff x="0" y="0"/>
            <a:chExt cx="1340" cy="951"/>
          </a:xfrm>
        </p:grpSpPr>
        <p:sp>
          <p:nvSpPr>
            <p:cNvPr id="27767" name="Rectangle 44"/>
            <p:cNvSpPr>
              <a:spLocks noChangeArrowheads="1"/>
            </p:cNvSpPr>
            <p:nvPr/>
          </p:nvSpPr>
          <p:spPr bwMode="auto">
            <a:xfrm>
              <a:off x="1179" y="76"/>
              <a:ext cx="161" cy="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700">
                  <a:solidFill>
                    <a:srgbClr val="000000"/>
                  </a:solidFill>
                </a:rPr>
                <a:t>  </a:t>
              </a:r>
              <a:r>
                <a:rPr lang="en-US" altLang="zh-CN" sz="1700">
                  <a:solidFill>
                    <a:srgbClr val="000000"/>
                  </a:solidFill>
                </a:rPr>
                <a:t>B</a:t>
              </a:r>
              <a:endParaRPr lang="en-US" altLang="zh-CN"/>
            </a:p>
          </p:txBody>
        </p:sp>
        <p:grpSp>
          <p:nvGrpSpPr>
            <p:cNvPr id="27768" name="Group 45"/>
            <p:cNvGrpSpPr>
              <a:grpSpLocks/>
            </p:cNvGrpSpPr>
            <p:nvPr/>
          </p:nvGrpSpPr>
          <p:grpSpPr bwMode="auto">
            <a:xfrm>
              <a:off x="0" y="0"/>
              <a:ext cx="1308" cy="951"/>
              <a:chOff x="0" y="0"/>
              <a:chExt cx="1308" cy="951"/>
            </a:xfrm>
          </p:grpSpPr>
          <p:sp>
            <p:nvSpPr>
              <p:cNvPr id="27769" name="未知"/>
              <p:cNvSpPr>
                <a:spLocks/>
              </p:cNvSpPr>
              <p:nvPr/>
            </p:nvSpPr>
            <p:spPr bwMode="auto">
              <a:xfrm>
                <a:off x="0" y="46"/>
                <a:ext cx="1232" cy="905"/>
              </a:xfrm>
              <a:custGeom>
                <a:avLst/>
                <a:gdLst>
                  <a:gd name="T0" fmla="*/ 0 w 1232"/>
                  <a:gd name="T1" fmla="*/ 890 h 905"/>
                  <a:gd name="T2" fmla="*/ 8 w 1232"/>
                  <a:gd name="T3" fmla="*/ 905 h 905"/>
                  <a:gd name="T4" fmla="*/ 1232 w 1232"/>
                  <a:gd name="T5" fmla="*/ 15 h 905"/>
                  <a:gd name="T6" fmla="*/ 1225 w 1232"/>
                  <a:gd name="T7" fmla="*/ 0 h 905"/>
                  <a:gd name="T8" fmla="*/ 0 w 1232"/>
                  <a:gd name="T9" fmla="*/ 890 h 9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32"/>
                  <a:gd name="T16" fmla="*/ 0 h 905"/>
                  <a:gd name="T17" fmla="*/ 1232 w 1232"/>
                  <a:gd name="T18" fmla="*/ 905 h 90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32" h="905">
                    <a:moveTo>
                      <a:pt x="0" y="890"/>
                    </a:moveTo>
                    <a:lnTo>
                      <a:pt x="8" y="905"/>
                    </a:lnTo>
                    <a:lnTo>
                      <a:pt x="1232" y="15"/>
                    </a:lnTo>
                    <a:lnTo>
                      <a:pt x="1225" y="0"/>
                    </a:lnTo>
                    <a:lnTo>
                      <a:pt x="0" y="89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70" name="未知"/>
              <p:cNvSpPr>
                <a:spLocks/>
              </p:cNvSpPr>
              <p:nvPr/>
            </p:nvSpPr>
            <p:spPr bwMode="auto">
              <a:xfrm>
                <a:off x="1179" y="0"/>
                <a:ext cx="129" cy="122"/>
              </a:xfrm>
              <a:custGeom>
                <a:avLst/>
                <a:gdLst>
                  <a:gd name="T0" fmla="*/ 69 w 129"/>
                  <a:gd name="T1" fmla="*/ 122 h 122"/>
                  <a:gd name="T2" fmla="*/ 129 w 129"/>
                  <a:gd name="T3" fmla="*/ 0 h 122"/>
                  <a:gd name="T4" fmla="*/ 0 w 129"/>
                  <a:gd name="T5" fmla="*/ 23 h 122"/>
                  <a:gd name="T6" fmla="*/ 69 w 129"/>
                  <a:gd name="T7" fmla="*/ 122 h 1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9"/>
                  <a:gd name="T13" fmla="*/ 0 h 122"/>
                  <a:gd name="T14" fmla="*/ 129 w 129"/>
                  <a:gd name="T15" fmla="*/ 122 h 1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9" h="122">
                    <a:moveTo>
                      <a:pt x="69" y="122"/>
                    </a:moveTo>
                    <a:lnTo>
                      <a:pt x="129" y="0"/>
                    </a:lnTo>
                    <a:lnTo>
                      <a:pt x="0" y="23"/>
                    </a:lnTo>
                    <a:lnTo>
                      <a:pt x="69" y="1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0" name="Group 48"/>
          <p:cNvGrpSpPr>
            <a:grpSpLocks/>
          </p:cNvGrpSpPr>
          <p:nvPr/>
        </p:nvGrpSpPr>
        <p:grpSpPr bwMode="auto">
          <a:xfrm>
            <a:off x="2322513" y="2443163"/>
            <a:ext cx="736600" cy="560387"/>
            <a:chOff x="0" y="-10"/>
            <a:chExt cx="464" cy="588"/>
          </a:xfrm>
        </p:grpSpPr>
        <p:grpSp>
          <p:nvGrpSpPr>
            <p:cNvPr id="27764" name="Group 49"/>
            <p:cNvGrpSpPr>
              <a:grpSpLocks/>
            </p:cNvGrpSpPr>
            <p:nvPr/>
          </p:nvGrpSpPr>
          <p:grpSpPr bwMode="auto">
            <a:xfrm>
              <a:off x="0" y="213"/>
              <a:ext cx="464" cy="365"/>
              <a:chOff x="0" y="0"/>
              <a:chExt cx="464" cy="365"/>
            </a:xfrm>
          </p:grpSpPr>
          <p:sp>
            <p:nvSpPr>
              <p:cNvPr id="27765" name="未知"/>
              <p:cNvSpPr>
                <a:spLocks/>
              </p:cNvSpPr>
              <p:nvPr/>
            </p:nvSpPr>
            <p:spPr bwMode="auto">
              <a:xfrm>
                <a:off x="0" y="68"/>
                <a:ext cx="373" cy="297"/>
              </a:xfrm>
              <a:custGeom>
                <a:avLst/>
                <a:gdLst>
                  <a:gd name="T0" fmla="*/ 0 w 373"/>
                  <a:gd name="T1" fmla="*/ 274 h 297"/>
                  <a:gd name="T2" fmla="*/ 23 w 373"/>
                  <a:gd name="T3" fmla="*/ 297 h 297"/>
                  <a:gd name="T4" fmla="*/ 373 w 373"/>
                  <a:gd name="T5" fmla="*/ 23 h 297"/>
                  <a:gd name="T6" fmla="*/ 350 w 373"/>
                  <a:gd name="T7" fmla="*/ 0 h 297"/>
                  <a:gd name="T8" fmla="*/ 0 w 373"/>
                  <a:gd name="T9" fmla="*/ 274 h 29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3"/>
                  <a:gd name="T16" fmla="*/ 0 h 297"/>
                  <a:gd name="T17" fmla="*/ 373 w 373"/>
                  <a:gd name="T18" fmla="*/ 297 h 29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3" h="297">
                    <a:moveTo>
                      <a:pt x="0" y="274"/>
                    </a:moveTo>
                    <a:lnTo>
                      <a:pt x="23" y="297"/>
                    </a:lnTo>
                    <a:lnTo>
                      <a:pt x="373" y="23"/>
                    </a:lnTo>
                    <a:lnTo>
                      <a:pt x="350" y="0"/>
                    </a:lnTo>
                    <a:lnTo>
                      <a:pt x="0" y="274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66" name="未知"/>
              <p:cNvSpPr>
                <a:spLocks/>
              </p:cNvSpPr>
              <p:nvPr/>
            </p:nvSpPr>
            <p:spPr bwMode="auto">
              <a:xfrm>
                <a:off x="319" y="0"/>
                <a:ext cx="145" cy="129"/>
              </a:xfrm>
              <a:custGeom>
                <a:avLst/>
                <a:gdLst>
                  <a:gd name="T0" fmla="*/ 54 w 145"/>
                  <a:gd name="T1" fmla="*/ 129 h 129"/>
                  <a:gd name="T2" fmla="*/ 145 w 145"/>
                  <a:gd name="T3" fmla="*/ 0 h 129"/>
                  <a:gd name="T4" fmla="*/ 0 w 145"/>
                  <a:gd name="T5" fmla="*/ 61 h 129"/>
                  <a:gd name="T6" fmla="*/ 54 w 145"/>
                  <a:gd name="T7" fmla="*/ 129 h 12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5"/>
                  <a:gd name="T13" fmla="*/ 0 h 129"/>
                  <a:gd name="T14" fmla="*/ 145 w 145"/>
                  <a:gd name="T15" fmla="*/ 129 h 12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5" h="129">
                    <a:moveTo>
                      <a:pt x="54" y="129"/>
                    </a:moveTo>
                    <a:lnTo>
                      <a:pt x="145" y="0"/>
                    </a:lnTo>
                    <a:lnTo>
                      <a:pt x="0" y="61"/>
                    </a:lnTo>
                    <a:lnTo>
                      <a:pt x="54" y="129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7733" name="Object 85"/>
            <p:cNvGraphicFramePr>
              <a:graphicFrameLocks noChangeAspect="1"/>
            </p:cNvGraphicFramePr>
            <p:nvPr/>
          </p:nvGraphicFramePr>
          <p:xfrm>
            <a:off x="19" y="-10"/>
            <a:ext cx="277" cy="356"/>
          </p:xfrm>
          <a:graphic>
            <a:graphicData uri="http://schemas.openxmlformats.org/presentationml/2006/ole">
              <p:oleObj spid="_x0000_s27733" name="Equation" r:id="rId7" imgW="177646" imgH="228402" progId="Equation.DSMT4">
                <p:embed/>
              </p:oleObj>
            </a:graphicData>
          </a:graphic>
        </p:graphicFrame>
      </p:grpSp>
      <p:grpSp>
        <p:nvGrpSpPr>
          <p:cNvPr id="12" name="Group 53"/>
          <p:cNvGrpSpPr>
            <a:grpSpLocks/>
          </p:cNvGrpSpPr>
          <p:nvPr/>
        </p:nvGrpSpPr>
        <p:grpSpPr bwMode="auto">
          <a:xfrm>
            <a:off x="3784600" y="2847975"/>
            <a:ext cx="1292225" cy="571500"/>
            <a:chOff x="0" y="-9"/>
            <a:chExt cx="814" cy="599"/>
          </a:xfrm>
        </p:grpSpPr>
        <p:grpSp>
          <p:nvGrpSpPr>
            <p:cNvPr id="27761" name="Group 54"/>
            <p:cNvGrpSpPr>
              <a:grpSpLocks/>
            </p:cNvGrpSpPr>
            <p:nvPr/>
          </p:nvGrpSpPr>
          <p:grpSpPr bwMode="auto">
            <a:xfrm>
              <a:off x="0" y="57"/>
              <a:ext cx="814" cy="533"/>
              <a:chOff x="0" y="0"/>
              <a:chExt cx="814" cy="533"/>
            </a:xfrm>
          </p:grpSpPr>
          <p:sp>
            <p:nvSpPr>
              <p:cNvPr id="27762" name="未知"/>
              <p:cNvSpPr>
                <a:spLocks/>
              </p:cNvSpPr>
              <p:nvPr/>
            </p:nvSpPr>
            <p:spPr bwMode="auto">
              <a:xfrm>
                <a:off x="0" y="0"/>
                <a:ext cx="715" cy="479"/>
              </a:xfrm>
              <a:custGeom>
                <a:avLst/>
                <a:gdLst>
                  <a:gd name="T0" fmla="*/ 16 w 715"/>
                  <a:gd name="T1" fmla="*/ 0 h 479"/>
                  <a:gd name="T2" fmla="*/ 0 w 715"/>
                  <a:gd name="T3" fmla="*/ 23 h 479"/>
                  <a:gd name="T4" fmla="*/ 700 w 715"/>
                  <a:gd name="T5" fmla="*/ 479 h 479"/>
                  <a:gd name="T6" fmla="*/ 715 w 715"/>
                  <a:gd name="T7" fmla="*/ 457 h 479"/>
                  <a:gd name="T8" fmla="*/ 16 w 715"/>
                  <a:gd name="T9" fmla="*/ 0 h 47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15"/>
                  <a:gd name="T16" fmla="*/ 0 h 479"/>
                  <a:gd name="T17" fmla="*/ 715 w 715"/>
                  <a:gd name="T18" fmla="*/ 479 h 47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15" h="479">
                    <a:moveTo>
                      <a:pt x="16" y="0"/>
                    </a:moveTo>
                    <a:lnTo>
                      <a:pt x="0" y="23"/>
                    </a:lnTo>
                    <a:lnTo>
                      <a:pt x="700" y="479"/>
                    </a:lnTo>
                    <a:lnTo>
                      <a:pt x="715" y="457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63" name="未知"/>
              <p:cNvSpPr>
                <a:spLocks/>
              </p:cNvSpPr>
              <p:nvPr/>
            </p:nvSpPr>
            <p:spPr bwMode="auto">
              <a:xfrm>
                <a:off x="670" y="411"/>
                <a:ext cx="144" cy="122"/>
              </a:xfrm>
              <a:custGeom>
                <a:avLst/>
                <a:gdLst>
                  <a:gd name="T0" fmla="*/ 0 w 144"/>
                  <a:gd name="T1" fmla="*/ 76 h 122"/>
                  <a:gd name="T2" fmla="*/ 144 w 144"/>
                  <a:gd name="T3" fmla="*/ 122 h 122"/>
                  <a:gd name="T4" fmla="*/ 45 w 144"/>
                  <a:gd name="T5" fmla="*/ 0 h 122"/>
                  <a:gd name="T6" fmla="*/ 0 w 144"/>
                  <a:gd name="T7" fmla="*/ 76 h 1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4"/>
                  <a:gd name="T13" fmla="*/ 0 h 122"/>
                  <a:gd name="T14" fmla="*/ 144 w 144"/>
                  <a:gd name="T15" fmla="*/ 122 h 1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4" h="122">
                    <a:moveTo>
                      <a:pt x="0" y="76"/>
                    </a:moveTo>
                    <a:lnTo>
                      <a:pt x="144" y="122"/>
                    </a:lnTo>
                    <a:lnTo>
                      <a:pt x="45" y="0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7734" name="Object 86"/>
            <p:cNvGraphicFramePr>
              <a:graphicFrameLocks noChangeAspect="1"/>
            </p:cNvGraphicFramePr>
            <p:nvPr/>
          </p:nvGraphicFramePr>
          <p:xfrm>
            <a:off x="370" y="-9"/>
            <a:ext cx="254" cy="326"/>
          </p:xfrm>
          <a:graphic>
            <a:graphicData uri="http://schemas.openxmlformats.org/presentationml/2006/ole">
              <p:oleObj spid="_x0000_s27734" name="Equation" r:id="rId8" imgW="177646" imgH="228402" progId="Equation.DSMT4">
                <p:embed/>
              </p:oleObj>
            </a:graphicData>
          </a:graphic>
        </p:graphicFrame>
      </p:grpSp>
      <p:grpSp>
        <p:nvGrpSpPr>
          <p:cNvPr id="14" name="Group 66"/>
          <p:cNvGrpSpPr>
            <a:grpSpLocks/>
          </p:cNvGrpSpPr>
          <p:nvPr/>
        </p:nvGrpSpPr>
        <p:grpSpPr bwMode="auto">
          <a:xfrm>
            <a:off x="6259513" y="3140075"/>
            <a:ext cx="1727200" cy="660400"/>
            <a:chOff x="0" y="0"/>
            <a:chExt cx="1088" cy="693"/>
          </a:xfrm>
        </p:grpSpPr>
        <p:grpSp>
          <p:nvGrpSpPr>
            <p:cNvPr id="27758" name="Group 67"/>
            <p:cNvGrpSpPr>
              <a:grpSpLocks/>
            </p:cNvGrpSpPr>
            <p:nvPr/>
          </p:nvGrpSpPr>
          <p:grpSpPr bwMode="auto">
            <a:xfrm>
              <a:off x="0" y="0"/>
              <a:ext cx="1088" cy="419"/>
              <a:chOff x="0" y="0"/>
              <a:chExt cx="1088" cy="419"/>
            </a:xfrm>
          </p:grpSpPr>
          <p:sp>
            <p:nvSpPr>
              <p:cNvPr id="27759" name="未知"/>
              <p:cNvSpPr>
                <a:spLocks/>
              </p:cNvSpPr>
              <p:nvPr/>
            </p:nvSpPr>
            <p:spPr bwMode="auto">
              <a:xfrm>
                <a:off x="0" y="0"/>
                <a:ext cx="966" cy="381"/>
              </a:xfrm>
              <a:custGeom>
                <a:avLst/>
                <a:gdLst>
                  <a:gd name="T0" fmla="*/ 8 w 966"/>
                  <a:gd name="T1" fmla="*/ 0 h 381"/>
                  <a:gd name="T2" fmla="*/ 0 w 966"/>
                  <a:gd name="T3" fmla="*/ 31 h 381"/>
                  <a:gd name="T4" fmla="*/ 959 w 966"/>
                  <a:gd name="T5" fmla="*/ 381 h 381"/>
                  <a:gd name="T6" fmla="*/ 966 w 966"/>
                  <a:gd name="T7" fmla="*/ 350 h 381"/>
                  <a:gd name="T8" fmla="*/ 8 w 966"/>
                  <a:gd name="T9" fmla="*/ 0 h 38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66"/>
                  <a:gd name="T16" fmla="*/ 0 h 381"/>
                  <a:gd name="T17" fmla="*/ 966 w 966"/>
                  <a:gd name="T18" fmla="*/ 381 h 38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66" h="381">
                    <a:moveTo>
                      <a:pt x="8" y="0"/>
                    </a:moveTo>
                    <a:lnTo>
                      <a:pt x="0" y="31"/>
                    </a:lnTo>
                    <a:lnTo>
                      <a:pt x="959" y="381"/>
                    </a:lnTo>
                    <a:lnTo>
                      <a:pt x="966" y="35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60" name="未知"/>
              <p:cNvSpPr>
                <a:spLocks/>
              </p:cNvSpPr>
              <p:nvPr/>
            </p:nvSpPr>
            <p:spPr bwMode="auto">
              <a:xfrm>
                <a:off x="928" y="327"/>
                <a:ext cx="160" cy="92"/>
              </a:xfrm>
              <a:custGeom>
                <a:avLst/>
                <a:gdLst>
                  <a:gd name="T0" fmla="*/ 0 w 160"/>
                  <a:gd name="T1" fmla="*/ 84 h 92"/>
                  <a:gd name="T2" fmla="*/ 160 w 160"/>
                  <a:gd name="T3" fmla="*/ 92 h 92"/>
                  <a:gd name="T4" fmla="*/ 38 w 160"/>
                  <a:gd name="T5" fmla="*/ 0 h 92"/>
                  <a:gd name="T6" fmla="*/ 0 w 160"/>
                  <a:gd name="T7" fmla="*/ 84 h 9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0"/>
                  <a:gd name="T13" fmla="*/ 0 h 92"/>
                  <a:gd name="T14" fmla="*/ 160 w 160"/>
                  <a:gd name="T15" fmla="*/ 92 h 9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0" h="92">
                    <a:moveTo>
                      <a:pt x="0" y="84"/>
                    </a:moveTo>
                    <a:lnTo>
                      <a:pt x="160" y="92"/>
                    </a:lnTo>
                    <a:lnTo>
                      <a:pt x="38" y="0"/>
                    </a:lnTo>
                    <a:lnTo>
                      <a:pt x="0" y="84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7735" name="Object 87"/>
            <p:cNvGraphicFramePr>
              <a:graphicFrameLocks noChangeAspect="1"/>
            </p:cNvGraphicFramePr>
            <p:nvPr/>
          </p:nvGraphicFramePr>
          <p:xfrm>
            <a:off x="644" y="367"/>
            <a:ext cx="254" cy="326"/>
          </p:xfrm>
          <a:graphic>
            <a:graphicData uri="http://schemas.openxmlformats.org/presentationml/2006/ole">
              <p:oleObj spid="_x0000_s27735" name="Equation" r:id="rId9" imgW="177646" imgH="228402" progId="Equation.DSMT4">
                <p:embed/>
              </p:oleObj>
            </a:graphicData>
          </a:graphic>
        </p:graphicFrame>
      </p:grpSp>
      <p:grpSp>
        <p:nvGrpSpPr>
          <p:cNvPr id="16" name="Group 71"/>
          <p:cNvGrpSpPr>
            <a:grpSpLocks/>
          </p:cNvGrpSpPr>
          <p:nvPr/>
        </p:nvGrpSpPr>
        <p:grpSpPr bwMode="auto">
          <a:xfrm>
            <a:off x="6248400" y="2500313"/>
            <a:ext cx="989013" cy="647700"/>
            <a:chOff x="0" y="-10"/>
            <a:chExt cx="623" cy="680"/>
          </a:xfrm>
        </p:grpSpPr>
        <p:grpSp>
          <p:nvGrpSpPr>
            <p:cNvPr id="27755" name="Group 72"/>
            <p:cNvGrpSpPr>
              <a:grpSpLocks/>
            </p:cNvGrpSpPr>
            <p:nvPr/>
          </p:nvGrpSpPr>
          <p:grpSpPr bwMode="auto">
            <a:xfrm>
              <a:off x="0" y="321"/>
              <a:ext cx="623" cy="349"/>
              <a:chOff x="0" y="0"/>
              <a:chExt cx="623" cy="349"/>
            </a:xfrm>
          </p:grpSpPr>
          <p:sp>
            <p:nvSpPr>
              <p:cNvPr id="27756" name="未知"/>
              <p:cNvSpPr>
                <a:spLocks/>
              </p:cNvSpPr>
              <p:nvPr/>
            </p:nvSpPr>
            <p:spPr bwMode="auto">
              <a:xfrm>
                <a:off x="0" y="45"/>
                <a:ext cx="509" cy="304"/>
              </a:xfrm>
              <a:custGeom>
                <a:avLst/>
                <a:gdLst>
                  <a:gd name="T0" fmla="*/ 0 w 509"/>
                  <a:gd name="T1" fmla="*/ 282 h 304"/>
                  <a:gd name="T2" fmla="*/ 15 w 509"/>
                  <a:gd name="T3" fmla="*/ 304 h 304"/>
                  <a:gd name="T4" fmla="*/ 509 w 509"/>
                  <a:gd name="T5" fmla="*/ 23 h 304"/>
                  <a:gd name="T6" fmla="*/ 494 w 509"/>
                  <a:gd name="T7" fmla="*/ 0 h 304"/>
                  <a:gd name="T8" fmla="*/ 0 w 509"/>
                  <a:gd name="T9" fmla="*/ 282 h 3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09"/>
                  <a:gd name="T16" fmla="*/ 0 h 304"/>
                  <a:gd name="T17" fmla="*/ 509 w 509"/>
                  <a:gd name="T18" fmla="*/ 304 h 3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09" h="304">
                    <a:moveTo>
                      <a:pt x="0" y="282"/>
                    </a:moveTo>
                    <a:lnTo>
                      <a:pt x="15" y="304"/>
                    </a:lnTo>
                    <a:lnTo>
                      <a:pt x="509" y="23"/>
                    </a:lnTo>
                    <a:lnTo>
                      <a:pt x="494" y="0"/>
                    </a:lnTo>
                    <a:lnTo>
                      <a:pt x="0" y="282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57" name="未知"/>
              <p:cNvSpPr>
                <a:spLocks/>
              </p:cNvSpPr>
              <p:nvPr/>
            </p:nvSpPr>
            <p:spPr bwMode="auto">
              <a:xfrm>
                <a:off x="471" y="0"/>
                <a:ext cx="152" cy="114"/>
              </a:xfrm>
              <a:custGeom>
                <a:avLst/>
                <a:gdLst>
                  <a:gd name="T0" fmla="*/ 38 w 152"/>
                  <a:gd name="T1" fmla="*/ 114 h 114"/>
                  <a:gd name="T2" fmla="*/ 152 w 152"/>
                  <a:gd name="T3" fmla="*/ 0 h 114"/>
                  <a:gd name="T4" fmla="*/ 0 w 152"/>
                  <a:gd name="T5" fmla="*/ 30 h 114"/>
                  <a:gd name="T6" fmla="*/ 38 w 152"/>
                  <a:gd name="T7" fmla="*/ 114 h 11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2"/>
                  <a:gd name="T13" fmla="*/ 0 h 114"/>
                  <a:gd name="T14" fmla="*/ 152 w 152"/>
                  <a:gd name="T15" fmla="*/ 114 h 11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2" h="114">
                    <a:moveTo>
                      <a:pt x="38" y="114"/>
                    </a:moveTo>
                    <a:lnTo>
                      <a:pt x="152" y="0"/>
                    </a:lnTo>
                    <a:lnTo>
                      <a:pt x="0" y="30"/>
                    </a:lnTo>
                    <a:lnTo>
                      <a:pt x="38" y="114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7736" name="Object 88"/>
            <p:cNvGraphicFramePr>
              <a:graphicFrameLocks noChangeAspect="1"/>
            </p:cNvGraphicFramePr>
            <p:nvPr/>
          </p:nvGraphicFramePr>
          <p:xfrm>
            <a:off x="219" y="-10"/>
            <a:ext cx="293" cy="377"/>
          </p:xfrm>
          <a:graphic>
            <a:graphicData uri="http://schemas.openxmlformats.org/presentationml/2006/ole">
              <p:oleObj spid="_x0000_s27736" name="Equation" r:id="rId10" imgW="177646" imgH="228402" progId="Equation.DSMT4">
                <p:embed/>
              </p:oleObj>
            </a:graphicData>
          </a:graphic>
        </p:graphicFrame>
      </p:grpSp>
      <p:grpSp>
        <p:nvGrpSpPr>
          <p:cNvPr id="18" name="组合 74"/>
          <p:cNvGrpSpPr>
            <a:grpSpLocks/>
          </p:cNvGrpSpPr>
          <p:nvPr/>
        </p:nvGrpSpPr>
        <p:grpSpPr bwMode="auto">
          <a:xfrm>
            <a:off x="7221538" y="2857500"/>
            <a:ext cx="806450" cy="666750"/>
            <a:chOff x="7177088" y="3429000"/>
            <a:chExt cx="807179" cy="1111250"/>
          </a:xfrm>
        </p:grpSpPr>
        <p:grpSp>
          <p:nvGrpSpPr>
            <p:cNvPr id="27752" name="Group 63"/>
            <p:cNvGrpSpPr>
              <a:grpSpLocks/>
            </p:cNvGrpSpPr>
            <p:nvPr/>
          </p:nvGrpSpPr>
          <p:grpSpPr bwMode="auto">
            <a:xfrm>
              <a:off x="7177088" y="3429000"/>
              <a:ext cx="760413" cy="1111250"/>
              <a:chOff x="0" y="0"/>
              <a:chExt cx="479" cy="700"/>
            </a:xfrm>
          </p:grpSpPr>
          <p:sp>
            <p:nvSpPr>
              <p:cNvPr id="27753" name="未知"/>
              <p:cNvSpPr>
                <a:spLocks/>
              </p:cNvSpPr>
              <p:nvPr/>
            </p:nvSpPr>
            <p:spPr bwMode="auto">
              <a:xfrm>
                <a:off x="0" y="0"/>
                <a:ext cx="419" cy="601"/>
              </a:xfrm>
              <a:custGeom>
                <a:avLst/>
                <a:gdLst>
                  <a:gd name="T0" fmla="*/ 23 w 419"/>
                  <a:gd name="T1" fmla="*/ 0 h 601"/>
                  <a:gd name="T2" fmla="*/ 0 w 419"/>
                  <a:gd name="T3" fmla="*/ 23 h 601"/>
                  <a:gd name="T4" fmla="*/ 396 w 419"/>
                  <a:gd name="T5" fmla="*/ 601 h 601"/>
                  <a:gd name="T6" fmla="*/ 419 w 419"/>
                  <a:gd name="T7" fmla="*/ 578 h 601"/>
                  <a:gd name="T8" fmla="*/ 23 w 419"/>
                  <a:gd name="T9" fmla="*/ 0 h 60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19"/>
                  <a:gd name="T16" fmla="*/ 0 h 601"/>
                  <a:gd name="T17" fmla="*/ 419 w 419"/>
                  <a:gd name="T18" fmla="*/ 601 h 60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19" h="601">
                    <a:moveTo>
                      <a:pt x="23" y="0"/>
                    </a:moveTo>
                    <a:lnTo>
                      <a:pt x="0" y="23"/>
                    </a:lnTo>
                    <a:lnTo>
                      <a:pt x="396" y="601"/>
                    </a:lnTo>
                    <a:lnTo>
                      <a:pt x="419" y="578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54" name="未知"/>
              <p:cNvSpPr>
                <a:spLocks/>
              </p:cNvSpPr>
              <p:nvPr/>
            </p:nvSpPr>
            <p:spPr bwMode="auto">
              <a:xfrm>
                <a:off x="350" y="547"/>
                <a:ext cx="129" cy="153"/>
              </a:xfrm>
              <a:custGeom>
                <a:avLst/>
                <a:gdLst>
                  <a:gd name="T0" fmla="*/ 0 w 129"/>
                  <a:gd name="T1" fmla="*/ 54 h 153"/>
                  <a:gd name="T2" fmla="*/ 129 w 129"/>
                  <a:gd name="T3" fmla="*/ 153 h 153"/>
                  <a:gd name="T4" fmla="*/ 84 w 129"/>
                  <a:gd name="T5" fmla="*/ 0 h 153"/>
                  <a:gd name="T6" fmla="*/ 0 w 129"/>
                  <a:gd name="T7" fmla="*/ 54 h 1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9"/>
                  <a:gd name="T13" fmla="*/ 0 h 153"/>
                  <a:gd name="T14" fmla="*/ 129 w 129"/>
                  <a:gd name="T15" fmla="*/ 153 h 1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9" h="153">
                    <a:moveTo>
                      <a:pt x="0" y="54"/>
                    </a:moveTo>
                    <a:lnTo>
                      <a:pt x="129" y="153"/>
                    </a:lnTo>
                    <a:lnTo>
                      <a:pt x="84" y="0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7737" name="Object 89"/>
            <p:cNvGraphicFramePr>
              <a:graphicFrameLocks noChangeAspect="1"/>
            </p:cNvGraphicFramePr>
            <p:nvPr/>
          </p:nvGraphicFramePr>
          <p:xfrm>
            <a:off x="7524328" y="3501008"/>
            <a:ext cx="459939" cy="383283"/>
          </p:xfrm>
          <a:graphic>
            <a:graphicData uri="http://schemas.openxmlformats.org/presentationml/2006/ole">
              <p:oleObj spid="_x0000_s27737" name="Equation" r:id="rId11" imgW="228600" imgH="190500" progId="Equation.DSMT4">
                <p:embed/>
              </p:oleObj>
            </a:graphicData>
          </a:graphic>
        </p:graphicFrame>
      </p:grpSp>
      <p:sp>
        <p:nvSpPr>
          <p:cNvPr id="27751" name="Text Box 2"/>
          <p:cNvSpPr>
            <a:spLocks noChangeArrowheads="1"/>
          </p:cNvSpPr>
          <p:nvPr/>
        </p:nvSpPr>
        <p:spPr bwMode="auto">
          <a:xfrm>
            <a:off x="771525" y="911225"/>
            <a:ext cx="1928813" cy="365125"/>
          </a:xfrm>
          <a:prstGeom prst="homePlate">
            <a:avLst>
              <a:gd name="adj" fmla="val 49647"/>
            </a:avLst>
          </a:prstGeom>
          <a:solidFill>
            <a:srgbClr val="539A84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四、加速度</a:t>
            </a:r>
          </a:p>
        </p:txBody>
      </p:sp>
      <p:graphicFrame>
        <p:nvGraphicFramePr>
          <p:cNvPr id="27738" name="Object 90"/>
          <p:cNvGraphicFramePr>
            <a:graphicFrameLocks noChangeAspect="1"/>
          </p:cNvGraphicFramePr>
          <p:nvPr/>
        </p:nvGraphicFramePr>
        <p:xfrm>
          <a:off x="2124075" y="933450"/>
          <a:ext cx="327025" cy="341313"/>
        </p:xfrm>
        <a:graphic>
          <a:graphicData uri="http://schemas.openxmlformats.org/presentationml/2006/ole">
            <p:oleObj spid="_x0000_s27738" name="Equation" r:id="rId12" imgW="139639" imgH="190417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3" grpId="0" autoUpdateAnimBg="0"/>
      <p:bldP spid="32780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4" name="Object 15"/>
          <p:cNvGraphicFramePr>
            <a:graphicFrameLocks noChangeAspect="1"/>
          </p:cNvGraphicFramePr>
          <p:nvPr/>
        </p:nvGraphicFramePr>
        <p:xfrm>
          <a:off x="628650" y="1347788"/>
          <a:ext cx="4248150" cy="698500"/>
        </p:xfrm>
        <a:graphic>
          <a:graphicData uri="http://schemas.openxmlformats.org/presentationml/2006/ole">
            <p:oleObj spid="_x0000_s28687" name="Equation" r:id="rId3" imgW="1917700" imgH="419100" progId="Equation.DSMT4">
              <p:embed/>
            </p:oleObj>
          </a:graphicData>
        </a:graphic>
      </p:graphicFrame>
      <p:sp>
        <p:nvSpPr>
          <p:cNvPr id="28693" name="Text Box 4"/>
          <p:cNvSpPr txBox="1">
            <a:spLocks noChangeArrowheads="1"/>
          </p:cNvSpPr>
          <p:nvPr/>
        </p:nvSpPr>
        <p:spPr bwMode="auto">
          <a:xfrm>
            <a:off x="179388" y="842963"/>
            <a:ext cx="28670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18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2</a:t>
            </a:r>
            <a:r>
              <a:rPr lang="zh-CN" altLang="en-US" sz="18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、加速度在直角坐标系中</a:t>
            </a:r>
          </a:p>
        </p:txBody>
      </p:sp>
      <p:graphicFrame>
        <p:nvGraphicFramePr>
          <p:cNvPr id="33799" name="Object 16"/>
          <p:cNvGraphicFramePr>
            <a:graphicFrameLocks noChangeAspect="1"/>
          </p:cNvGraphicFramePr>
          <p:nvPr/>
        </p:nvGraphicFramePr>
        <p:xfrm>
          <a:off x="900113" y="2066925"/>
          <a:ext cx="2635250" cy="504825"/>
        </p:xfrm>
        <a:graphic>
          <a:graphicData uri="http://schemas.openxmlformats.org/presentationml/2006/ole">
            <p:oleObj spid="_x0000_s28688" name="Equation" r:id="rId4" imgW="1091726" imgH="279279" progId="Equation.DSMT4">
              <p:embed/>
            </p:oleObj>
          </a:graphicData>
        </a:graphic>
      </p:graphicFrame>
      <p:graphicFrame>
        <p:nvGraphicFramePr>
          <p:cNvPr id="33800" name="Object 17"/>
          <p:cNvGraphicFramePr>
            <a:graphicFrameLocks noChangeAspect="1"/>
          </p:cNvGraphicFramePr>
          <p:nvPr/>
        </p:nvGraphicFramePr>
        <p:xfrm>
          <a:off x="4916488" y="1347788"/>
          <a:ext cx="3213100" cy="679450"/>
        </p:xfrm>
        <a:graphic>
          <a:graphicData uri="http://schemas.openxmlformats.org/presentationml/2006/ole">
            <p:oleObj spid="_x0000_s28689" name="Equation" r:id="rId5" imgW="1485900" imgH="419100" progId="Equation.DSMT4">
              <p:embed/>
            </p:oleObj>
          </a:graphicData>
        </a:graphic>
      </p:graphicFrame>
      <p:graphicFrame>
        <p:nvGraphicFramePr>
          <p:cNvPr id="33801" name="Object 18"/>
          <p:cNvGraphicFramePr>
            <a:graphicFrameLocks noChangeAspect="1"/>
          </p:cNvGraphicFramePr>
          <p:nvPr/>
        </p:nvGraphicFramePr>
        <p:xfrm>
          <a:off x="746125" y="2809875"/>
          <a:ext cx="2851150" cy="557213"/>
        </p:xfrm>
        <a:graphic>
          <a:graphicData uri="http://schemas.openxmlformats.org/presentationml/2006/ole">
            <p:oleObj spid="_x0000_s28690" name="Equation" r:id="rId6" imgW="1167893" imgH="304668" progId="Equation.DSMT4">
              <p:embed/>
            </p:oleObj>
          </a:graphicData>
        </a:graphic>
      </p:graphicFrame>
      <p:graphicFrame>
        <p:nvGraphicFramePr>
          <p:cNvPr id="33802" name="Object 19"/>
          <p:cNvGraphicFramePr>
            <a:graphicFrameLocks noChangeAspect="1"/>
          </p:cNvGraphicFramePr>
          <p:nvPr/>
        </p:nvGraphicFramePr>
        <p:xfrm>
          <a:off x="1182688" y="3498850"/>
          <a:ext cx="4187825" cy="933450"/>
        </p:xfrm>
        <a:graphic>
          <a:graphicData uri="http://schemas.openxmlformats.org/presentationml/2006/ole">
            <p:oleObj spid="_x0000_s28691" name="Equation" r:id="rId7" imgW="1917700" imgH="571500" progId="Equation.DSMT4">
              <p:embed/>
            </p:oleObj>
          </a:graphicData>
        </a:graphic>
      </p:graphicFrame>
      <p:graphicFrame>
        <p:nvGraphicFramePr>
          <p:cNvPr id="33803" name="Object 20"/>
          <p:cNvGraphicFramePr>
            <a:graphicFrameLocks noChangeAspect="1"/>
          </p:cNvGraphicFramePr>
          <p:nvPr/>
        </p:nvGraphicFramePr>
        <p:xfrm>
          <a:off x="3724275" y="2546350"/>
          <a:ext cx="4387850" cy="979488"/>
        </p:xfrm>
        <a:graphic>
          <a:graphicData uri="http://schemas.openxmlformats.org/presentationml/2006/ole">
            <p:oleObj spid="_x0000_s28692" name="Equation" r:id="rId8" imgW="1879600" imgH="5588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3" name="Text Box 7"/>
          <p:cNvSpPr txBox="1">
            <a:spLocks noChangeArrowheads="1"/>
          </p:cNvSpPr>
          <p:nvPr/>
        </p:nvSpPr>
        <p:spPr bwMode="auto">
          <a:xfrm>
            <a:off x="107950" y="2139950"/>
            <a:ext cx="129222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800" b="1">
                <a:latin typeface="华文中宋"/>
                <a:ea typeface="华文中宋"/>
                <a:cs typeface="华文中宋"/>
              </a:rPr>
              <a:t>答：（</a:t>
            </a:r>
            <a:r>
              <a:rPr lang="en-US" altLang="zh-CN" sz="1800" b="1">
                <a:latin typeface="华文中宋"/>
                <a:ea typeface="华文中宋"/>
                <a:cs typeface="华文中宋"/>
              </a:rPr>
              <a:t>D</a:t>
            </a:r>
            <a:r>
              <a:rPr lang="zh-CN" altLang="en-US" sz="1800" b="1">
                <a:latin typeface="华文中宋"/>
                <a:ea typeface="华文中宋"/>
                <a:cs typeface="华文中宋"/>
              </a:rPr>
              <a:t>）</a:t>
            </a:r>
          </a:p>
        </p:txBody>
      </p:sp>
      <p:sp>
        <p:nvSpPr>
          <p:cNvPr id="34824" name="Text Box 8"/>
          <p:cNvSpPr txBox="1">
            <a:spLocks noChangeArrowheads="1"/>
          </p:cNvSpPr>
          <p:nvPr/>
        </p:nvSpPr>
        <p:spPr bwMode="auto">
          <a:xfrm>
            <a:off x="1241425" y="2508250"/>
            <a:ext cx="26495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800" b="1" dirty="0">
                <a:latin typeface="华文中宋"/>
                <a:ea typeface="华文中宋"/>
                <a:cs typeface="华文中宋"/>
              </a:rPr>
              <a:t>（</a:t>
            </a:r>
            <a:r>
              <a:rPr lang="en-US" altLang="zh-CN" sz="1800" b="1" dirty="0">
                <a:latin typeface="华文中宋"/>
                <a:ea typeface="华文中宋"/>
                <a:cs typeface="华文中宋"/>
              </a:rPr>
              <a:t>A</a:t>
            </a:r>
            <a:r>
              <a:rPr lang="zh-CN" altLang="en-US" sz="1800" b="1" dirty="0">
                <a:latin typeface="华文中宋"/>
                <a:ea typeface="华文中宋"/>
                <a:cs typeface="华文中宋"/>
              </a:rPr>
              <a:t>）为速度的径向分量</a:t>
            </a:r>
          </a:p>
        </p:txBody>
      </p:sp>
      <p:sp>
        <p:nvSpPr>
          <p:cNvPr id="34825" name="Text Box 9"/>
          <p:cNvSpPr txBox="1">
            <a:spLocks noChangeArrowheads="1"/>
          </p:cNvSpPr>
          <p:nvPr/>
        </p:nvSpPr>
        <p:spPr bwMode="auto">
          <a:xfrm>
            <a:off x="1219200" y="2908300"/>
            <a:ext cx="15097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800" b="1">
                <a:latin typeface="华文中宋"/>
                <a:ea typeface="华文中宋"/>
                <a:cs typeface="华文中宋"/>
              </a:rPr>
              <a:t>（</a:t>
            </a:r>
            <a:r>
              <a:rPr lang="en-US" altLang="zh-CN" sz="1800" b="1">
                <a:latin typeface="华文中宋"/>
                <a:ea typeface="华文中宋"/>
                <a:cs typeface="华文中宋"/>
              </a:rPr>
              <a:t>B</a:t>
            </a:r>
            <a:r>
              <a:rPr lang="zh-CN" altLang="en-US" sz="1800" b="1">
                <a:latin typeface="华文中宋"/>
                <a:ea typeface="华文中宋"/>
                <a:cs typeface="华文中宋"/>
              </a:rPr>
              <a:t>）是速度</a:t>
            </a:r>
          </a:p>
        </p:txBody>
      </p:sp>
      <p:sp>
        <p:nvSpPr>
          <p:cNvPr id="34826" name="Text Box 10"/>
          <p:cNvSpPr txBox="1">
            <a:spLocks noChangeArrowheads="1"/>
          </p:cNvSpPr>
          <p:nvPr/>
        </p:nvSpPr>
        <p:spPr bwMode="auto">
          <a:xfrm>
            <a:off x="1187450" y="3365500"/>
            <a:ext cx="18986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800" b="1">
                <a:latin typeface="华文中宋"/>
                <a:ea typeface="华文中宋"/>
                <a:cs typeface="华文中宋"/>
              </a:rPr>
              <a:t>（</a:t>
            </a:r>
            <a:r>
              <a:rPr lang="en-US" altLang="zh-CN" sz="1800" b="1">
                <a:latin typeface="华文中宋"/>
                <a:ea typeface="华文中宋"/>
                <a:cs typeface="华文中宋"/>
              </a:rPr>
              <a:t>C</a:t>
            </a:r>
            <a:r>
              <a:rPr lang="zh-CN" altLang="en-US" sz="1800" b="1">
                <a:latin typeface="华文中宋"/>
                <a:ea typeface="华文中宋"/>
                <a:cs typeface="华文中宋"/>
              </a:rPr>
              <a:t>）与（</a:t>
            </a:r>
            <a:r>
              <a:rPr lang="en-US" altLang="zh-CN" sz="1800" b="1">
                <a:latin typeface="华文中宋"/>
                <a:ea typeface="华文中宋"/>
                <a:cs typeface="华文中宋"/>
              </a:rPr>
              <a:t>A</a:t>
            </a:r>
            <a:r>
              <a:rPr lang="zh-CN" altLang="en-US" sz="1800" b="1">
                <a:latin typeface="华文中宋"/>
                <a:ea typeface="华文中宋"/>
                <a:cs typeface="华文中宋"/>
              </a:rPr>
              <a:t>）同</a:t>
            </a:r>
          </a:p>
        </p:txBody>
      </p:sp>
      <p:graphicFrame>
        <p:nvGraphicFramePr>
          <p:cNvPr id="34827" name="Object 27"/>
          <p:cNvGraphicFramePr>
            <a:graphicFrameLocks noChangeAspect="1"/>
          </p:cNvGraphicFramePr>
          <p:nvPr/>
        </p:nvGraphicFramePr>
        <p:xfrm>
          <a:off x="4716463" y="2474913"/>
          <a:ext cx="1333500" cy="463550"/>
        </p:xfrm>
        <a:graphic>
          <a:graphicData uri="http://schemas.openxmlformats.org/presentationml/2006/ole">
            <p:oleObj spid="_x0000_s29723" name="Equation" r:id="rId3" imgW="545626" imgH="253780" progId="Equation.DSMT4">
              <p:embed/>
            </p:oleObj>
          </a:graphicData>
        </a:graphic>
      </p:graphicFrame>
      <p:sp>
        <p:nvSpPr>
          <p:cNvPr id="34828" name="Text Box 12"/>
          <p:cNvSpPr txBox="1">
            <a:spLocks noChangeArrowheads="1"/>
          </p:cNvSpPr>
          <p:nvPr/>
        </p:nvSpPr>
        <p:spPr bwMode="auto">
          <a:xfrm>
            <a:off x="1208088" y="3786188"/>
            <a:ext cx="19843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800" b="1">
                <a:latin typeface="华文中宋"/>
                <a:ea typeface="华文中宋"/>
                <a:cs typeface="华文中宋"/>
              </a:rPr>
              <a:t>（</a:t>
            </a:r>
            <a:r>
              <a:rPr lang="en-US" altLang="zh-CN" sz="1800" b="1">
                <a:latin typeface="华文中宋"/>
                <a:ea typeface="华文中宋"/>
                <a:cs typeface="华文中宋"/>
              </a:rPr>
              <a:t>D</a:t>
            </a:r>
            <a:r>
              <a:rPr lang="zh-CN" altLang="en-US" sz="1800" b="1">
                <a:latin typeface="华文中宋"/>
                <a:ea typeface="华文中宋"/>
                <a:cs typeface="华文中宋"/>
              </a:rPr>
              <a:t>）是速度大小</a:t>
            </a:r>
            <a:endParaRPr lang="en-US" altLang="zh-CN" sz="1800" b="1">
              <a:latin typeface="华文中宋"/>
              <a:ea typeface="华文中宋"/>
              <a:cs typeface="华文中宋"/>
            </a:endParaRPr>
          </a:p>
        </p:txBody>
      </p:sp>
      <p:graphicFrame>
        <p:nvGraphicFramePr>
          <p:cNvPr id="34829" name="Object 28"/>
          <p:cNvGraphicFramePr>
            <a:graphicFrameLocks noChangeAspect="1"/>
          </p:cNvGraphicFramePr>
          <p:nvPr/>
        </p:nvGraphicFramePr>
        <p:xfrm>
          <a:off x="3635375" y="3603625"/>
          <a:ext cx="2109788" cy="465138"/>
        </p:xfrm>
        <a:graphic>
          <a:graphicData uri="http://schemas.openxmlformats.org/presentationml/2006/ole">
            <p:oleObj spid="_x0000_s29724" name="Equation" r:id="rId4" imgW="863225" imgH="253890" progId="Equation.DSMT4">
              <p:embed/>
            </p:oleObj>
          </a:graphicData>
        </a:graphic>
      </p:graphicFrame>
      <p:graphicFrame>
        <p:nvGraphicFramePr>
          <p:cNvPr id="34830" name="Object 29"/>
          <p:cNvGraphicFramePr>
            <a:graphicFrameLocks noChangeAspect="1"/>
          </p:cNvGraphicFramePr>
          <p:nvPr/>
        </p:nvGraphicFramePr>
        <p:xfrm>
          <a:off x="6130925" y="3473450"/>
          <a:ext cx="2266950" cy="682625"/>
        </p:xfrm>
        <a:graphic>
          <a:graphicData uri="http://schemas.openxmlformats.org/presentationml/2006/ole">
            <p:oleObj spid="_x0000_s29725" name="Equation" r:id="rId5" imgW="977476" imgH="393529" progId="Equation.DSMT4">
              <p:embed/>
            </p:oleObj>
          </a:graphicData>
        </a:graphic>
      </p:graphicFrame>
      <p:graphicFrame>
        <p:nvGraphicFramePr>
          <p:cNvPr id="34831" name="Object 30"/>
          <p:cNvGraphicFramePr>
            <a:graphicFrameLocks noChangeAspect="1"/>
          </p:cNvGraphicFramePr>
          <p:nvPr/>
        </p:nvGraphicFramePr>
        <p:xfrm>
          <a:off x="3635375" y="4195763"/>
          <a:ext cx="5527675" cy="531812"/>
        </p:xfrm>
        <a:graphic>
          <a:graphicData uri="http://schemas.openxmlformats.org/presentationml/2006/ole">
            <p:oleObj spid="_x0000_s29726" name="Equation" r:id="rId6" imgW="2374900" imgH="304800" progId="Equation.DSMT4">
              <p:embed/>
            </p:oleObj>
          </a:graphicData>
        </a:graphic>
      </p:graphicFrame>
      <p:grpSp>
        <p:nvGrpSpPr>
          <p:cNvPr id="29737" name="Group 19"/>
          <p:cNvGrpSpPr>
            <a:grpSpLocks/>
          </p:cNvGrpSpPr>
          <p:nvPr/>
        </p:nvGrpSpPr>
        <p:grpSpPr bwMode="auto">
          <a:xfrm>
            <a:off x="685800" y="887413"/>
            <a:ext cx="8093075" cy="1348942"/>
            <a:chOff x="432" y="192"/>
            <a:chExt cx="5098" cy="1132"/>
          </a:xfrm>
        </p:grpSpPr>
        <p:sp>
          <p:nvSpPr>
            <p:cNvPr id="29738" name="Text Box 3"/>
            <p:cNvSpPr txBox="1">
              <a:spLocks noChangeArrowheads="1"/>
            </p:cNvSpPr>
            <p:nvPr/>
          </p:nvSpPr>
          <p:spPr bwMode="auto">
            <a:xfrm>
              <a:off x="432" y="192"/>
              <a:ext cx="5098" cy="11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例</a:t>
              </a:r>
              <a:r>
                <a:rPr lang="en-US" altLang="zh-CN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    </a:t>
              </a:r>
              <a:r>
                <a:rPr lang="zh-CN" altLang="en-US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一运动质点在某瞬时位于矢径</a:t>
              </a:r>
              <a:r>
                <a:rPr lang="en-US" altLang="zh-CN" sz="1800" b="1" i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             </a:t>
              </a:r>
              <a:r>
                <a:rPr lang="zh-CN" altLang="en-US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的端点处，其速度大小为</a:t>
              </a:r>
            </a:p>
            <a:p>
              <a:endParaRPr lang="en-US" altLang="zh-CN" sz="1800" b="1" dirty="0">
                <a:solidFill>
                  <a:schemeClr val="accent2"/>
                </a:solidFill>
                <a:latin typeface="华文中宋"/>
                <a:ea typeface="华文中宋"/>
                <a:cs typeface="华文中宋"/>
              </a:endParaRPr>
            </a:p>
            <a:p>
              <a:r>
                <a:rPr lang="zh-CN" altLang="en-US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（</a:t>
              </a:r>
              <a:r>
                <a:rPr lang="en-US" altLang="zh-CN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A</a:t>
              </a:r>
              <a:r>
                <a:rPr lang="zh-CN" altLang="en-US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）    </a:t>
              </a:r>
              <a:r>
                <a:rPr lang="en-US" altLang="zh-CN" sz="1800" b="1" i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          </a:t>
              </a:r>
              <a:r>
                <a:rPr lang="en-US" altLang="zh-CN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                               </a:t>
              </a:r>
              <a:r>
                <a:rPr lang="en-US" altLang="zh-CN" sz="1800" b="1" dirty="0" smtClean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             </a:t>
              </a:r>
              <a:r>
                <a:rPr lang="zh-CN" altLang="en-US" sz="1800" b="1" dirty="0" smtClean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（</a:t>
              </a:r>
              <a:r>
                <a:rPr lang="en-US" altLang="zh-CN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B</a:t>
              </a:r>
              <a:r>
                <a:rPr lang="zh-CN" altLang="en-US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）</a:t>
              </a:r>
            </a:p>
            <a:p>
              <a:pPr>
                <a:lnSpc>
                  <a:spcPct val="140000"/>
                </a:lnSpc>
              </a:pPr>
              <a:r>
                <a:rPr lang="zh-CN" altLang="en-US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（</a:t>
              </a:r>
              <a:r>
                <a:rPr lang="en-US" altLang="zh-CN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C</a:t>
              </a:r>
              <a:r>
                <a:rPr lang="zh-CN" altLang="en-US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）                                             </a:t>
              </a:r>
              <a:r>
                <a:rPr lang="zh-CN" altLang="en-US" sz="1800" b="1" dirty="0" smtClean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             （</a:t>
              </a:r>
              <a:r>
                <a:rPr lang="en-US" altLang="zh-CN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D</a:t>
              </a:r>
              <a:r>
                <a:rPr lang="zh-CN" altLang="en-US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）</a:t>
              </a:r>
            </a:p>
          </p:txBody>
        </p:sp>
        <p:graphicFrame>
          <p:nvGraphicFramePr>
            <p:cNvPr id="29727" name="Object 31"/>
            <p:cNvGraphicFramePr>
              <a:graphicFrameLocks noChangeAspect="1"/>
            </p:cNvGraphicFramePr>
            <p:nvPr/>
          </p:nvGraphicFramePr>
          <p:xfrm>
            <a:off x="3470" y="625"/>
            <a:ext cx="635" cy="316"/>
          </p:xfrm>
          <a:graphic>
            <a:graphicData uri="http://schemas.openxmlformats.org/presentationml/2006/ole">
              <p:oleObj spid="_x0000_s29727" name="Equation" r:id="rId7" imgW="393359" imgH="215713" progId="Equation.DSMT4">
                <p:embed/>
              </p:oleObj>
            </a:graphicData>
          </a:graphic>
        </p:graphicFrame>
        <p:graphicFrame>
          <p:nvGraphicFramePr>
            <p:cNvPr id="29728" name="Object 32"/>
            <p:cNvGraphicFramePr>
              <a:graphicFrameLocks noChangeAspect="1"/>
            </p:cNvGraphicFramePr>
            <p:nvPr/>
          </p:nvGraphicFramePr>
          <p:xfrm>
            <a:off x="860" y="879"/>
            <a:ext cx="740" cy="390"/>
          </p:xfrm>
          <a:graphic>
            <a:graphicData uri="http://schemas.openxmlformats.org/presentationml/2006/ole">
              <p:oleObj spid="_x0000_s29728" name="Equation" r:id="rId8" imgW="482391" imgH="253890" progId="Equation.DSMT4">
                <p:embed/>
              </p:oleObj>
            </a:graphicData>
          </a:graphic>
        </p:graphicFrame>
        <p:graphicFrame>
          <p:nvGraphicFramePr>
            <p:cNvPr id="29729" name="Object 33"/>
            <p:cNvGraphicFramePr>
              <a:graphicFrameLocks noChangeAspect="1"/>
            </p:cNvGraphicFramePr>
            <p:nvPr/>
          </p:nvGraphicFramePr>
          <p:xfrm>
            <a:off x="2880" y="880"/>
            <a:ext cx="1794" cy="444"/>
          </p:xfrm>
          <a:graphic>
            <a:graphicData uri="http://schemas.openxmlformats.org/presentationml/2006/ole">
              <p:oleObj spid="_x0000_s29729" name="Equation" r:id="rId9" imgW="1333500" imgH="330200" progId="Equation.DSMT4">
                <p:embed/>
              </p:oleObj>
            </a:graphicData>
          </a:graphic>
        </p:graphicFrame>
        <p:graphicFrame>
          <p:nvGraphicFramePr>
            <p:cNvPr id="29730" name="Object 34"/>
            <p:cNvGraphicFramePr>
              <a:graphicFrameLocks noChangeAspect="1"/>
            </p:cNvGraphicFramePr>
            <p:nvPr/>
          </p:nvGraphicFramePr>
          <p:xfrm>
            <a:off x="2925" y="216"/>
            <a:ext cx="696" cy="311"/>
          </p:xfrm>
          <a:graphic>
            <a:graphicData uri="http://schemas.openxmlformats.org/presentationml/2006/ole">
              <p:oleObj spid="_x0000_s29730" name="Equation" r:id="rId10" imgW="482181" imgH="215713" progId="Equation.DSMT4">
                <p:embed/>
              </p:oleObj>
            </a:graphicData>
          </a:graphic>
        </p:graphicFrame>
        <p:graphicFrame>
          <p:nvGraphicFramePr>
            <p:cNvPr id="29731" name="Object 35"/>
            <p:cNvGraphicFramePr>
              <a:graphicFrameLocks noChangeAspect="1"/>
            </p:cNvGraphicFramePr>
            <p:nvPr/>
          </p:nvGraphicFramePr>
          <p:xfrm>
            <a:off x="884" y="607"/>
            <a:ext cx="590" cy="334"/>
          </p:xfrm>
          <a:graphic>
            <a:graphicData uri="http://schemas.openxmlformats.org/presentationml/2006/ole">
              <p:oleObj spid="_x0000_s29731" name="Equation" r:id="rId11" imgW="380835" imgH="215806" progId="Equation.DSMT4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48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48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48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48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48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48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8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8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48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48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48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48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3" grpId="0" autoUpdateAnimBg="0"/>
      <p:bldP spid="34824" grpId="0" autoUpdateAnimBg="0"/>
      <p:bldP spid="34825" grpId="0" autoUpdateAnimBg="0"/>
      <p:bldP spid="34826" grpId="0" autoUpdateAnimBg="0"/>
      <p:bldP spid="34828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323850" y="1698625"/>
            <a:ext cx="5068888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800" b="1">
                <a:latin typeface="华文中宋"/>
                <a:ea typeface="华文中宋"/>
                <a:cs typeface="华文中宋"/>
              </a:rPr>
              <a:t>答</a:t>
            </a:r>
            <a:r>
              <a:rPr lang="zh-CN" altLang="en-US" sz="1800" b="1">
                <a:latin typeface="华文中宋"/>
                <a:ea typeface="华文中宋"/>
                <a:cs typeface="华文中宋"/>
                <a:sym typeface="Wingdings" pitchFamily="2" charset="2"/>
              </a:rPr>
              <a:t>：（</a:t>
            </a:r>
            <a:r>
              <a:rPr lang="en-US" altLang="zh-CN" sz="1800" b="1">
                <a:latin typeface="华文中宋"/>
                <a:ea typeface="华文中宋"/>
                <a:cs typeface="华文中宋"/>
              </a:rPr>
              <a:t>1</a:t>
            </a:r>
            <a:r>
              <a:rPr lang="zh-CN" altLang="en-US" sz="1800" b="1">
                <a:latin typeface="华文中宋"/>
                <a:ea typeface="华文中宋"/>
                <a:cs typeface="华文中宋"/>
              </a:rPr>
              <a:t>）质点在</a:t>
            </a:r>
            <a:r>
              <a:rPr lang="en-US" altLang="zh-CN" sz="1800" b="1">
                <a:latin typeface="华文中宋"/>
                <a:ea typeface="华文中宋"/>
                <a:cs typeface="华文中宋"/>
              </a:rPr>
              <a:t>t</a:t>
            </a:r>
            <a:r>
              <a:rPr lang="zh-CN" altLang="en-US" sz="1800" b="1">
                <a:latin typeface="华文中宋"/>
                <a:ea typeface="华文中宋"/>
                <a:cs typeface="华文中宋"/>
              </a:rPr>
              <a:t>由</a:t>
            </a:r>
            <a:r>
              <a:rPr lang="en-US" altLang="zh-CN" sz="1800" b="1">
                <a:latin typeface="华文中宋"/>
                <a:ea typeface="华文中宋"/>
                <a:cs typeface="华文中宋"/>
              </a:rPr>
              <a:t>0-4s</a:t>
            </a:r>
            <a:r>
              <a:rPr lang="zh-CN" altLang="en-US" sz="1800" b="1">
                <a:latin typeface="华文中宋"/>
                <a:ea typeface="华文中宋"/>
                <a:cs typeface="华文中宋"/>
              </a:rPr>
              <a:t>的时间内的位移大小为</a:t>
            </a:r>
            <a:endParaRPr lang="en-US" altLang="zh-CN" sz="1800" b="1">
              <a:latin typeface="华文中宋"/>
              <a:ea typeface="华文中宋"/>
              <a:cs typeface="华文中宋"/>
            </a:endParaRP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784225" y="2751138"/>
            <a:ext cx="26352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800" b="1">
                <a:latin typeface="华文中宋"/>
                <a:ea typeface="华文中宋"/>
                <a:cs typeface="华文中宋"/>
              </a:rPr>
              <a:t>（</a:t>
            </a:r>
            <a:r>
              <a:rPr lang="en-US" altLang="zh-CN" sz="1800" b="1">
                <a:latin typeface="华文中宋"/>
                <a:ea typeface="华文中宋"/>
                <a:cs typeface="华文中宋"/>
              </a:rPr>
              <a:t>2</a:t>
            </a:r>
            <a:r>
              <a:rPr lang="zh-CN" altLang="en-US" sz="1800" b="1">
                <a:latin typeface="华文中宋"/>
                <a:ea typeface="华文中宋"/>
                <a:cs typeface="华文中宋"/>
              </a:rPr>
              <a:t>）质点的速度大小为</a:t>
            </a:r>
          </a:p>
        </p:txBody>
      </p:sp>
      <p:graphicFrame>
        <p:nvGraphicFramePr>
          <p:cNvPr id="35846" name="Object 20"/>
          <p:cNvGraphicFramePr>
            <a:graphicFrameLocks noChangeAspect="1"/>
          </p:cNvGraphicFramePr>
          <p:nvPr/>
        </p:nvGraphicFramePr>
        <p:xfrm>
          <a:off x="3497263" y="2695575"/>
          <a:ext cx="1658937" cy="527050"/>
        </p:xfrm>
        <a:graphic>
          <a:graphicData uri="http://schemas.openxmlformats.org/presentationml/2006/ole">
            <p:oleObj spid="_x0000_s30740" name="Equation" r:id="rId3" imgW="926698" imgH="393529" progId="Equation.DSMT4">
              <p:embed/>
            </p:oleObj>
          </a:graphicData>
        </a:graphic>
      </p:graphicFrame>
      <p:sp>
        <p:nvSpPr>
          <p:cNvPr id="35847" name="Text Box 7"/>
          <p:cNvSpPr txBox="1">
            <a:spLocks noChangeArrowheads="1"/>
          </p:cNvSpPr>
          <p:nvPr/>
        </p:nvSpPr>
        <p:spPr bwMode="auto">
          <a:xfrm>
            <a:off x="5395913" y="2762250"/>
            <a:ext cx="20558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800" b="1">
                <a:latin typeface="华文中宋"/>
                <a:ea typeface="华文中宋"/>
                <a:cs typeface="华文中宋"/>
              </a:rPr>
              <a:t>令</a:t>
            </a:r>
            <a:r>
              <a:rPr lang="en-US" altLang="zh-CN" sz="1800" b="1" i="1">
                <a:ea typeface="华文中宋"/>
                <a:cs typeface="Times New Roman" pitchFamily="18" charset="0"/>
              </a:rPr>
              <a:t>v</a:t>
            </a:r>
            <a:r>
              <a:rPr lang="zh-CN" altLang="en-US" sz="1800" b="1">
                <a:ea typeface="华文中宋"/>
                <a:cs typeface="Times New Roman" pitchFamily="18" charset="0"/>
              </a:rPr>
              <a:t>＝</a:t>
            </a:r>
            <a:r>
              <a:rPr lang="en-US" altLang="zh-CN" sz="1800" b="1">
                <a:ea typeface="华文中宋"/>
                <a:cs typeface="Times New Roman" pitchFamily="18" charset="0"/>
              </a:rPr>
              <a:t>0</a:t>
            </a:r>
            <a:r>
              <a:rPr lang="zh-CN" altLang="en-US" sz="1800" b="1" i="1">
                <a:latin typeface="华文中宋"/>
                <a:ea typeface="华文中宋"/>
                <a:cs typeface="华文中宋"/>
              </a:rPr>
              <a:t>，</a:t>
            </a:r>
            <a:r>
              <a:rPr lang="zh-CN" altLang="en-US" sz="1800" b="1">
                <a:latin typeface="华文中宋"/>
                <a:ea typeface="华文中宋"/>
                <a:cs typeface="华文中宋"/>
              </a:rPr>
              <a:t>解得</a:t>
            </a:r>
            <a:r>
              <a:rPr lang="en-US" altLang="zh-CN" sz="1800" b="1" i="1">
                <a:ea typeface="华文中宋"/>
                <a:cs typeface="华文中宋"/>
              </a:rPr>
              <a:t>t</a:t>
            </a:r>
            <a:r>
              <a:rPr lang="zh-CN" altLang="en-US" sz="1800" b="1">
                <a:ea typeface="华文中宋"/>
                <a:cs typeface="华文中宋"/>
              </a:rPr>
              <a:t>＝</a:t>
            </a:r>
            <a:r>
              <a:rPr lang="en-US" altLang="zh-CN" sz="1800" b="1">
                <a:ea typeface="华文中宋"/>
                <a:cs typeface="华文中宋"/>
              </a:rPr>
              <a:t>3s</a:t>
            </a:r>
          </a:p>
        </p:txBody>
      </p:sp>
      <p:sp>
        <p:nvSpPr>
          <p:cNvPr id="35848" name="Text Box 8"/>
          <p:cNvSpPr txBox="1">
            <a:spLocks noChangeArrowheads="1"/>
          </p:cNvSpPr>
          <p:nvPr/>
        </p:nvSpPr>
        <p:spPr bwMode="auto">
          <a:xfrm>
            <a:off x="1492250" y="3219450"/>
            <a:ext cx="7651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 b="1">
                <a:latin typeface="华文中宋"/>
                <a:ea typeface="华文中宋"/>
                <a:cs typeface="华文中宋"/>
              </a:rPr>
              <a:t>即从</a:t>
            </a:r>
            <a:r>
              <a:rPr lang="en-US" altLang="zh-CN" sz="1800" b="1" i="1">
                <a:ea typeface="华文中宋"/>
                <a:cs typeface="Times New Roman" pitchFamily="18" charset="0"/>
              </a:rPr>
              <a:t>t</a:t>
            </a:r>
            <a:r>
              <a:rPr lang="en-US" altLang="zh-CN" sz="1800" b="1">
                <a:ea typeface="华文中宋"/>
                <a:cs typeface="Times New Roman" pitchFamily="18" charset="0"/>
              </a:rPr>
              <a:t>=3s</a:t>
            </a:r>
            <a:r>
              <a:rPr lang="zh-CN" altLang="en-US" sz="1800" b="1">
                <a:latin typeface="华文中宋"/>
                <a:ea typeface="华文中宋"/>
                <a:cs typeface="华文中宋"/>
              </a:rPr>
              <a:t>开始，质点沿反方向运动，所以质点的路程为</a:t>
            </a:r>
          </a:p>
        </p:txBody>
      </p:sp>
      <p:graphicFrame>
        <p:nvGraphicFramePr>
          <p:cNvPr id="35849" name="Object 21"/>
          <p:cNvGraphicFramePr>
            <a:graphicFrameLocks noChangeAspect="1"/>
          </p:cNvGraphicFramePr>
          <p:nvPr/>
        </p:nvGraphicFramePr>
        <p:xfrm>
          <a:off x="1908175" y="3624263"/>
          <a:ext cx="3889375" cy="449262"/>
        </p:xfrm>
        <a:graphic>
          <a:graphicData uri="http://schemas.openxmlformats.org/presentationml/2006/ole">
            <p:oleObj spid="_x0000_s30741" name="Equation" r:id="rId4" imgW="1892300" imgH="292100" progId="Equation.DSMT4">
              <p:embed/>
            </p:oleObj>
          </a:graphicData>
        </a:graphic>
      </p:graphicFrame>
      <p:graphicFrame>
        <p:nvGraphicFramePr>
          <p:cNvPr id="35852" name="Object 22"/>
          <p:cNvGraphicFramePr>
            <a:graphicFrameLocks noChangeAspect="1"/>
          </p:cNvGraphicFramePr>
          <p:nvPr/>
        </p:nvGraphicFramePr>
        <p:xfrm>
          <a:off x="5219700" y="2139950"/>
          <a:ext cx="3003550" cy="349250"/>
        </p:xfrm>
        <a:graphic>
          <a:graphicData uri="http://schemas.openxmlformats.org/presentationml/2006/ole">
            <p:oleObj spid="_x0000_s30742" name="Equation" r:id="rId5" imgW="1473200" imgH="228600" progId="Equation.DSMT4">
              <p:embed/>
            </p:oleObj>
          </a:graphicData>
        </a:graphic>
      </p:graphicFrame>
      <p:graphicFrame>
        <p:nvGraphicFramePr>
          <p:cNvPr id="35853" name="Object 23"/>
          <p:cNvGraphicFramePr>
            <a:graphicFrameLocks noChangeAspect="1"/>
          </p:cNvGraphicFramePr>
          <p:nvPr/>
        </p:nvGraphicFramePr>
        <p:xfrm>
          <a:off x="2147888" y="4183063"/>
          <a:ext cx="5927725" cy="404812"/>
        </p:xfrm>
        <a:graphic>
          <a:graphicData uri="http://schemas.openxmlformats.org/presentationml/2006/ole">
            <p:oleObj spid="_x0000_s30743" name="Equation" r:id="rId6" imgW="3060700" imgH="279400" progId="Equation.DSMT4">
              <p:embed/>
            </p:oleObj>
          </a:graphicData>
        </a:graphic>
      </p:graphicFrame>
      <p:graphicFrame>
        <p:nvGraphicFramePr>
          <p:cNvPr id="35854" name="Object 24"/>
          <p:cNvGraphicFramePr>
            <a:graphicFrameLocks noChangeAspect="1"/>
          </p:cNvGraphicFramePr>
          <p:nvPr/>
        </p:nvGraphicFramePr>
        <p:xfrm>
          <a:off x="323850" y="2128838"/>
          <a:ext cx="4870450" cy="442912"/>
        </p:xfrm>
        <a:graphic>
          <a:graphicData uri="http://schemas.openxmlformats.org/presentationml/2006/ole">
            <p:oleObj spid="_x0000_s30744" name="Equation" r:id="rId7" imgW="2413000" imgH="292100" progId="Equation.DSMT4">
              <p:embed/>
            </p:oleObj>
          </a:graphicData>
        </a:graphic>
      </p:graphicFrame>
      <p:grpSp>
        <p:nvGrpSpPr>
          <p:cNvPr id="30750" name="Group 16"/>
          <p:cNvGrpSpPr>
            <a:grpSpLocks/>
          </p:cNvGrpSpPr>
          <p:nvPr/>
        </p:nvGrpSpPr>
        <p:grpSpPr bwMode="auto">
          <a:xfrm>
            <a:off x="365125" y="967597"/>
            <a:ext cx="8550275" cy="646891"/>
            <a:chOff x="230" y="95"/>
            <a:chExt cx="5386" cy="543"/>
          </a:xfrm>
        </p:grpSpPr>
        <p:sp>
          <p:nvSpPr>
            <p:cNvPr id="30751" name="Text Box 2"/>
            <p:cNvSpPr txBox="1">
              <a:spLocks noChangeArrowheads="1"/>
            </p:cNvSpPr>
            <p:nvPr/>
          </p:nvSpPr>
          <p:spPr bwMode="auto">
            <a:xfrm>
              <a:off x="230" y="95"/>
              <a:ext cx="5386" cy="5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例</a:t>
              </a:r>
              <a:r>
                <a:rPr lang="en-US" altLang="zh-CN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     </a:t>
              </a:r>
              <a:r>
                <a:rPr lang="zh-CN" altLang="en-US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一质点的运动方程为</a:t>
              </a:r>
              <a:r>
                <a:rPr lang="en-US" altLang="zh-CN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                   (SI)</a:t>
              </a:r>
              <a:r>
                <a:rPr lang="zh-CN" altLang="en-US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，则在</a:t>
              </a:r>
              <a:r>
                <a:rPr lang="en-US" altLang="zh-CN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t</a:t>
              </a:r>
              <a:r>
                <a:rPr lang="zh-CN" altLang="en-US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由</a:t>
              </a:r>
              <a:r>
                <a:rPr lang="en-US" altLang="zh-CN" sz="1800" b="1" dirty="0">
                  <a:solidFill>
                    <a:schemeClr val="accent2"/>
                  </a:solidFill>
                  <a:ea typeface="华文中宋"/>
                  <a:cs typeface="华文中宋"/>
                </a:rPr>
                <a:t>0</a:t>
              </a:r>
              <a:r>
                <a:rPr lang="zh-CN" altLang="en-US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至</a:t>
              </a:r>
              <a:r>
                <a:rPr lang="en-US" altLang="zh-CN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4s</a:t>
              </a:r>
              <a:r>
                <a:rPr lang="zh-CN" altLang="en-US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的时间间隔内，质点的位移大小为</a:t>
              </a:r>
              <a:r>
                <a:rPr lang="en-US" altLang="zh-CN" sz="1800" b="1" u="sng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          </a:t>
              </a:r>
              <a:r>
                <a:rPr lang="zh-CN" altLang="en-US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，在</a:t>
              </a:r>
              <a:r>
                <a:rPr lang="en-US" altLang="zh-CN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t</a:t>
              </a:r>
              <a:r>
                <a:rPr lang="zh-CN" altLang="en-US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由</a:t>
              </a:r>
              <a:r>
                <a:rPr lang="en-US" altLang="zh-CN" sz="1800" b="1" dirty="0">
                  <a:solidFill>
                    <a:schemeClr val="accent2"/>
                  </a:solidFill>
                  <a:ea typeface="华文中宋"/>
                  <a:cs typeface="华文中宋"/>
                </a:rPr>
                <a:t>0</a:t>
              </a:r>
              <a:r>
                <a:rPr lang="zh-CN" altLang="en-US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到</a:t>
              </a:r>
              <a:r>
                <a:rPr lang="en-US" altLang="zh-CN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4s</a:t>
              </a:r>
              <a:r>
                <a:rPr lang="zh-CN" altLang="en-US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的时间间隔内质点走过的路程为</a:t>
              </a:r>
              <a:r>
                <a:rPr lang="zh-CN" altLang="en-US" sz="1800" b="1" u="sng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        </a:t>
              </a:r>
              <a:r>
                <a:rPr lang="zh-CN" altLang="en-US" sz="1800" b="1" dirty="0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。</a:t>
              </a:r>
              <a:endParaRPr lang="en-US" altLang="zh-CN" sz="1800" b="1" dirty="0">
                <a:solidFill>
                  <a:schemeClr val="accent2"/>
                </a:solidFill>
                <a:latin typeface="华文中宋"/>
                <a:ea typeface="华文中宋"/>
                <a:cs typeface="华文中宋"/>
              </a:endParaRPr>
            </a:p>
          </p:txBody>
        </p:sp>
        <p:graphicFrame>
          <p:nvGraphicFramePr>
            <p:cNvPr id="30745" name="Object 25"/>
            <p:cNvGraphicFramePr>
              <a:graphicFrameLocks noChangeAspect="1"/>
            </p:cNvGraphicFramePr>
            <p:nvPr/>
          </p:nvGraphicFramePr>
          <p:xfrm>
            <a:off x="2336" y="112"/>
            <a:ext cx="941" cy="284"/>
          </p:xfrm>
          <a:graphic>
            <a:graphicData uri="http://schemas.openxmlformats.org/presentationml/2006/ole">
              <p:oleObj spid="_x0000_s30745" name="公式" r:id="rId8" imgW="672808" imgH="203112" progId="Equation.3">
                <p:embed/>
              </p:oleObj>
            </a:graphicData>
          </a:graphic>
        </p:graphicFrame>
      </p:grpSp>
      <p:sp>
        <p:nvSpPr>
          <p:cNvPr id="30753" name="Text Box 33">
            <a:hlinkClick r:id="rId9" action="ppaction://hlinksldjump"/>
          </p:cNvPr>
          <p:cNvSpPr txBox="1">
            <a:spLocks noChangeArrowheads="1"/>
          </p:cNvSpPr>
          <p:nvPr/>
        </p:nvSpPr>
        <p:spPr bwMode="auto">
          <a:xfrm>
            <a:off x="8316913" y="4227513"/>
            <a:ext cx="7191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dirty="0"/>
              <a:t>链接</a:t>
            </a:r>
            <a:r>
              <a:rPr lang="zh-CN" altLang="en-US" sz="1400" dirty="0">
                <a:cs typeface="Times New Roman" pitchFamily="18" charset="0"/>
              </a:rPr>
              <a:t>→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35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autoUpdateAnimBg="0"/>
      <p:bldP spid="35844" grpId="0" autoUpdateAnimBg="0"/>
      <p:bldP spid="35847" grpId="0" autoUpdateAnimBg="0"/>
      <p:bldP spid="35848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6" name="Freeform 12"/>
          <p:cNvSpPr>
            <a:spLocks/>
          </p:cNvSpPr>
          <p:nvPr/>
        </p:nvSpPr>
        <p:spPr bwMode="auto">
          <a:xfrm>
            <a:off x="1241425" y="2593975"/>
            <a:ext cx="3735388" cy="1219200"/>
          </a:xfrm>
          <a:custGeom>
            <a:avLst/>
            <a:gdLst>
              <a:gd name="T0" fmla="*/ 0 w 2208"/>
              <a:gd name="T1" fmla="*/ 2147483647 h 1024"/>
              <a:gd name="T2" fmla="*/ 2147483647 w 2208"/>
              <a:gd name="T3" fmla="*/ 2147483647 h 1024"/>
              <a:gd name="T4" fmla="*/ 2147483647 w 2208"/>
              <a:gd name="T5" fmla="*/ 2147483647 h 1024"/>
              <a:gd name="T6" fmla="*/ 2147483647 w 2208"/>
              <a:gd name="T7" fmla="*/ 2147483647 h 1024"/>
              <a:gd name="T8" fmla="*/ 2147483647 w 2208"/>
              <a:gd name="T9" fmla="*/ 2147483647 h 1024"/>
              <a:gd name="T10" fmla="*/ 2147483647 w 2208"/>
              <a:gd name="T11" fmla="*/ 2147483647 h 102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208"/>
              <a:gd name="T19" fmla="*/ 0 h 1024"/>
              <a:gd name="T20" fmla="*/ 2208 w 2208"/>
              <a:gd name="T21" fmla="*/ 1024 h 102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208" h="1024">
                <a:moveTo>
                  <a:pt x="0" y="928"/>
                </a:moveTo>
                <a:cubicBezTo>
                  <a:pt x="64" y="976"/>
                  <a:pt x="128" y="1024"/>
                  <a:pt x="288" y="880"/>
                </a:cubicBezTo>
                <a:cubicBezTo>
                  <a:pt x="448" y="736"/>
                  <a:pt x="736" y="128"/>
                  <a:pt x="960" y="64"/>
                </a:cubicBezTo>
                <a:cubicBezTo>
                  <a:pt x="1184" y="0"/>
                  <a:pt x="1472" y="424"/>
                  <a:pt x="1632" y="496"/>
                </a:cubicBezTo>
                <a:cubicBezTo>
                  <a:pt x="1792" y="568"/>
                  <a:pt x="1824" y="528"/>
                  <a:pt x="1920" y="496"/>
                </a:cubicBezTo>
                <a:cubicBezTo>
                  <a:pt x="2016" y="464"/>
                  <a:pt x="2112" y="384"/>
                  <a:pt x="2208" y="304"/>
                </a:cubicBezTo>
              </a:path>
            </a:pathLst>
          </a:custGeom>
          <a:noFill/>
          <a:ln w="19050">
            <a:solidFill>
              <a:srgbClr val="00B0F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657225" y="1330325"/>
            <a:ext cx="44894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 </a:t>
            </a:r>
            <a:r>
              <a:rPr kumimoji="1" lang="en-US" altLang="zh-CN" sz="18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1</a:t>
            </a:r>
            <a:r>
              <a:rPr kumimoji="1" lang="zh-CN" altLang="en-US" sz="18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、</a:t>
            </a:r>
            <a:r>
              <a:rPr lang="zh-CN" altLang="en-US" sz="18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平面自然坐标中的描述</a:t>
            </a:r>
            <a:endParaRPr kumimoji="1" lang="zh-CN" altLang="en-US" sz="1800" b="1" dirty="0">
              <a:solidFill>
                <a:srgbClr val="000000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241425" y="1735138"/>
            <a:ext cx="651510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kumimoji="1" lang="zh-CN" altLang="en-US" sz="1800" b="1">
                <a:latin typeface="华文中宋"/>
                <a:ea typeface="华文中宋"/>
                <a:cs typeface="华文中宋"/>
              </a:rPr>
              <a:t>      由曲线上各点的切线和法线所组成的一系列坐标系</a:t>
            </a:r>
            <a:r>
              <a:rPr kumimoji="1" lang="zh-CN" altLang="en-US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称</a:t>
            </a:r>
            <a:r>
              <a:rPr kumimoji="1" lang="zh-CN" altLang="en-US" sz="1800" b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自然坐标系。</a:t>
            </a:r>
            <a:endParaRPr kumimoji="1" lang="zh-CN" altLang="en-US" sz="1800" b="1">
              <a:solidFill>
                <a:srgbClr val="000000"/>
              </a:solidFill>
              <a:latin typeface="华文中宋"/>
              <a:ea typeface="华文中宋"/>
              <a:cs typeface="华文中宋"/>
            </a:endParaRPr>
          </a:p>
        </p:txBody>
      </p:sp>
      <p:graphicFrame>
        <p:nvGraphicFramePr>
          <p:cNvPr id="21" name="Object 41"/>
          <p:cNvGraphicFramePr>
            <a:graphicFrameLocks noChangeAspect="1"/>
          </p:cNvGraphicFramePr>
          <p:nvPr/>
        </p:nvGraphicFramePr>
        <p:xfrm>
          <a:off x="4408488" y="3511550"/>
          <a:ext cx="1254125" cy="382588"/>
        </p:xfrm>
        <a:graphic>
          <a:graphicData uri="http://schemas.openxmlformats.org/presentationml/2006/ole">
            <p:oleObj spid="_x0000_s31785" name="Equation" r:id="rId3" imgW="532937" imgH="215713" progId="Equation.DSMT4">
              <p:embed/>
            </p:oleObj>
          </a:graphicData>
        </a:graphic>
      </p:graphicFrame>
      <p:graphicFrame>
        <p:nvGraphicFramePr>
          <p:cNvPr id="49" name="Object 42"/>
          <p:cNvGraphicFramePr>
            <a:graphicFrameLocks noChangeAspect="1"/>
          </p:cNvGraphicFramePr>
          <p:nvPr/>
        </p:nvGraphicFramePr>
        <p:xfrm>
          <a:off x="4356100" y="4227513"/>
          <a:ext cx="1163638" cy="404812"/>
        </p:xfrm>
        <a:graphic>
          <a:graphicData uri="http://schemas.openxmlformats.org/presentationml/2006/ole">
            <p:oleObj spid="_x0000_s31786" name="Equation" r:id="rId4" imgW="495085" imgH="228501" progId="Equation.DSMT4">
              <p:embed/>
            </p:oleObj>
          </a:graphicData>
        </a:graphic>
      </p:graphicFrame>
      <p:grpSp>
        <p:nvGrpSpPr>
          <p:cNvPr id="5" name="组合 49"/>
          <p:cNvGrpSpPr>
            <a:grpSpLocks/>
          </p:cNvGrpSpPr>
          <p:nvPr/>
        </p:nvGrpSpPr>
        <p:grpSpPr bwMode="auto">
          <a:xfrm>
            <a:off x="1860550" y="2679700"/>
            <a:ext cx="1585913" cy="1058863"/>
            <a:chOff x="1860977" y="1988840"/>
            <a:chExt cx="1585898" cy="1411606"/>
          </a:xfrm>
        </p:grpSpPr>
        <p:grpSp>
          <p:nvGrpSpPr>
            <p:cNvPr id="31812" name="组合 15"/>
            <p:cNvGrpSpPr>
              <a:grpSpLocks/>
            </p:cNvGrpSpPr>
            <p:nvPr/>
          </p:nvGrpSpPr>
          <p:grpSpPr bwMode="auto">
            <a:xfrm>
              <a:off x="1860977" y="1988840"/>
              <a:ext cx="676333" cy="1411606"/>
              <a:chOff x="5596309" y="2091060"/>
              <a:chExt cx="676413" cy="1411607"/>
            </a:xfrm>
          </p:grpSpPr>
          <p:sp>
            <p:nvSpPr>
              <p:cNvPr id="31815" name="Text Box 13"/>
              <p:cNvSpPr txBox="1">
                <a:spLocks noChangeArrowheads="1"/>
              </p:cNvSpPr>
              <p:nvPr/>
            </p:nvSpPr>
            <p:spPr bwMode="auto">
              <a:xfrm>
                <a:off x="5971003" y="2091060"/>
                <a:ext cx="301719" cy="492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zh-CN" sz="1800" b="1" i="1">
                    <a:latin typeface="楷体_GB2312"/>
                    <a:ea typeface="楷体_GB2312"/>
                    <a:cs typeface="楷体_GB2312"/>
                  </a:rPr>
                  <a:t>S</a:t>
                </a:r>
              </a:p>
            </p:txBody>
          </p:sp>
          <p:sp>
            <p:nvSpPr>
              <p:cNvPr id="31816" name="Text Box 14"/>
              <p:cNvSpPr txBox="1">
                <a:spLocks noChangeArrowheads="1"/>
              </p:cNvSpPr>
              <p:nvPr/>
            </p:nvSpPr>
            <p:spPr bwMode="auto">
              <a:xfrm>
                <a:off x="5596309" y="3010224"/>
                <a:ext cx="417864" cy="492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1800" b="1" i="1">
                    <a:latin typeface="楷体_GB2312"/>
                    <a:ea typeface="楷体_GB2312"/>
                    <a:cs typeface="楷体_GB2312"/>
                  </a:rPr>
                  <a:t>O</a:t>
                </a:r>
              </a:p>
            </p:txBody>
          </p:sp>
        </p:grpSp>
        <p:sp>
          <p:nvSpPr>
            <p:cNvPr id="31813" name="椭圆 51"/>
            <p:cNvSpPr>
              <a:spLocks noChangeArrowheads="1"/>
            </p:cNvSpPr>
            <p:nvPr/>
          </p:nvSpPr>
          <p:spPr bwMode="auto">
            <a:xfrm>
              <a:off x="1871700" y="2978950"/>
              <a:ext cx="90010" cy="9001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endParaRPr>
            </a:p>
          </p:txBody>
        </p:sp>
        <p:sp>
          <p:nvSpPr>
            <p:cNvPr id="31814" name="椭圆 52"/>
            <p:cNvSpPr>
              <a:spLocks noChangeArrowheads="1"/>
            </p:cNvSpPr>
            <p:nvPr/>
          </p:nvSpPr>
          <p:spPr bwMode="auto">
            <a:xfrm>
              <a:off x="3356865" y="2123855"/>
              <a:ext cx="90010" cy="90010"/>
            </a:xfrm>
            <a:prstGeom prst="ellipse">
              <a:avLst/>
            </a:prstGeom>
            <a:solidFill>
              <a:srgbClr val="00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endParaRPr>
            </a:p>
          </p:txBody>
        </p:sp>
      </p:grpSp>
      <p:grpSp>
        <p:nvGrpSpPr>
          <p:cNvPr id="8" name="组合 55"/>
          <p:cNvGrpSpPr>
            <a:grpSpLocks/>
          </p:cNvGrpSpPr>
          <p:nvPr/>
        </p:nvGrpSpPr>
        <p:grpSpPr bwMode="auto">
          <a:xfrm>
            <a:off x="3041650" y="2713038"/>
            <a:ext cx="969963" cy="746125"/>
            <a:chOff x="3041830" y="2033845"/>
            <a:chExt cx="970350" cy="993053"/>
          </a:xfrm>
        </p:grpSpPr>
        <p:sp>
          <p:nvSpPr>
            <p:cNvPr id="31810" name="Line 17"/>
            <p:cNvSpPr>
              <a:spLocks noChangeShapeType="1"/>
            </p:cNvSpPr>
            <p:nvPr/>
          </p:nvSpPr>
          <p:spPr bwMode="auto">
            <a:xfrm>
              <a:off x="3391634" y="2168860"/>
              <a:ext cx="550295" cy="3600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11" name="Line 18"/>
            <p:cNvSpPr>
              <a:spLocks noChangeShapeType="1"/>
            </p:cNvSpPr>
            <p:nvPr/>
          </p:nvSpPr>
          <p:spPr bwMode="auto">
            <a:xfrm flipH="1">
              <a:off x="3041830" y="2168860"/>
              <a:ext cx="349805" cy="58506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1787" name="Object 43"/>
            <p:cNvGraphicFramePr>
              <a:graphicFrameLocks noChangeAspect="1"/>
            </p:cNvGraphicFramePr>
            <p:nvPr/>
          </p:nvGraphicFramePr>
          <p:xfrm>
            <a:off x="3086835" y="2618910"/>
            <a:ext cx="317500" cy="407988"/>
          </p:xfrm>
          <a:graphic>
            <a:graphicData uri="http://schemas.openxmlformats.org/presentationml/2006/ole">
              <p:oleObj spid="_x0000_s31787" name="Equation" r:id="rId5" imgW="177646" imgH="228402" progId="Equation.DSMT4">
                <p:embed/>
              </p:oleObj>
            </a:graphicData>
          </a:graphic>
        </p:graphicFrame>
        <p:graphicFrame>
          <p:nvGraphicFramePr>
            <p:cNvPr id="31788" name="Object 44"/>
            <p:cNvGraphicFramePr>
              <a:graphicFrameLocks noChangeAspect="1"/>
            </p:cNvGraphicFramePr>
            <p:nvPr/>
          </p:nvGraphicFramePr>
          <p:xfrm>
            <a:off x="3716905" y="2033845"/>
            <a:ext cx="295275" cy="407987"/>
          </p:xfrm>
          <a:graphic>
            <a:graphicData uri="http://schemas.openxmlformats.org/presentationml/2006/ole">
              <p:oleObj spid="_x0000_s31788" name="Equation" r:id="rId6" imgW="165028" imgH="228501" progId="Equation.DSMT4">
                <p:embed/>
              </p:oleObj>
            </a:graphicData>
          </a:graphic>
        </p:graphicFrame>
      </p:grpSp>
      <p:grpSp>
        <p:nvGrpSpPr>
          <p:cNvPr id="9" name="组合 60"/>
          <p:cNvGrpSpPr>
            <a:grpSpLocks/>
          </p:cNvGrpSpPr>
          <p:nvPr/>
        </p:nvGrpSpPr>
        <p:grpSpPr bwMode="auto">
          <a:xfrm>
            <a:off x="4392613" y="2747963"/>
            <a:ext cx="685800" cy="438150"/>
            <a:chOff x="4391980" y="2078850"/>
            <a:chExt cx="685800" cy="585065"/>
          </a:xfrm>
        </p:grpSpPr>
        <p:grpSp>
          <p:nvGrpSpPr>
            <p:cNvPr id="31806" name="Group 21"/>
            <p:cNvGrpSpPr>
              <a:grpSpLocks/>
            </p:cNvGrpSpPr>
            <p:nvPr/>
          </p:nvGrpSpPr>
          <p:grpSpPr bwMode="auto">
            <a:xfrm>
              <a:off x="4391980" y="2078850"/>
              <a:ext cx="685800" cy="533400"/>
              <a:chOff x="5088" y="2064"/>
              <a:chExt cx="432" cy="336"/>
            </a:xfrm>
          </p:grpSpPr>
          <p:sp>
            <p:nvSpPr>
              <p:cNvPr id="31808" name="Line 22"/>
              <p:cNvSpPr>
                <a:spLocks noChangeShapeType="1"/>
              </p:cNvSpPr>
              <p:nvPr/>
            </p:nvSpPr>
            <p:spPr bwMode="auto">
              <a:xfrm flipV="1">
                <a:off x="5184" y="2256"/>
                <a:ext cx="336" cy="14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09" name="Line 23"/>
              <p:cNvSpPr>
                <a:spLocks noChangeShapeType="1"/>
              </p:cNvSpPr>
              <p:nvPr/>
            </p:nvSpPr>
            <p:spPr bwMode="auto">
              <a:xfrm flipH="1" flipV="1">
                <a:off x="5088" y="2064"/>
                <a:ext cx="96" cy="33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1807" name="椭圆 62"/>
            <p:cNvSpPr>
              <a:spLocks noChangeArrowheads="1"/>
            </p:cNvSpPr>
            <p:nvPr/>
          </p:nvSpPr>
          <p:spPr bwMode="auto">
            <a:xfrm>
              <a:off x="4526995" y="2573905"/>
              <a:ext cx="90010" cy="90010"/>
            </a:xfrm>
            <a:prstGeom prst="ellipse">
              <a:avLst/>
            </a:prstGeom>
            <a:solidFill>
              <a:srgbClr val="00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endParaRPr>
            </a:p>
          </p:txBody>
        </p:sp>
      </p:grpSp>
      <p:grpSp>
        <p:nvGrpSpPr>
          <p:cNvPr id="13" name="组合 65"/>
          <p:cNvGrpSpPr>
            <a:grpSpLocks/>
          </p:cNvGrpSpPr>
          <p:nvPr/>
        </p:nvGrpSpPr>
        <p:grpSpPr bwMode="auto">
          <a:xfrm>
            <a:off x="5219700" y="2409825"/>
            <a:ext cx="3159125" cy="369888"/>
            <a:chOff x="5292080" y="1792289"/>
            <a:chExt cx="3158183" cy="491826"/>
          </a:xfrm>
        </p:grpSpPr>
        <p:sp>
          <p:nvSpPr>
            <p:cNvPr id="31805" name="Text Box 29"/>
            <p:cNvSpPr txBox="1">
              <a:spLocks noChangeArrowheads="1"/>
            </p:cNvSpPr>
            <p:nvPr/>
          </p:nvSpPr>
          <p:spPr bwMode="auto">
            <a:xfrm>
              <a:off x="5515851" y="1792289"/>
              <a:ext cx="2934412" cy="4918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1800" b="1">
                  <a:latin typeface="华文中宋"/>
                  <a:ea typeface="华文中宋"/>
                  <a:cs typeface="华文中宋"/>
                </a:rPr>
                <a:t>指向轨道的凹侧</a:t>
              </a:r>
            </a:p>
          </p:txBody>
        </p:sp>
        <p:graphicFrame>
          <p:nvGraphicFramePr>
            <p:cNvPr id="31789" name="Object 45"/>
            <p:cNvGraphicFramePr>
              <a:graphicFrameLocks noChangeAspect="1"/>
            </p:cNvGraphicFramePr>
            <p:nvPr/>
          </p:nvGraphicFramePr>
          <p:xfrm>
            <a:off x="5292080" y="1850882"/>
            <a:ext cx="317500" cy="407988"/>
          </p:xfrm>
          <a:graphic>
            <a:graphicData uri="http://schemas.openxmlformats.org/presentationml/2006/ole">
              <p:oleObj spid="_x0000_s31789" name="Equation" r:id="rId7" imgW="177646" imgH="228402" progId="Equation.DSMT4">
                <p:embed/>
              </p:oleObj>
            </a:graphicData>
          </a:graphic>
        </p:graphicFrame>
      </p:grpSp>
      <p:grpSp>
        <p:nvGrpSpPr>
          <p:cNvPr id="14" name="组合 68"/>
          <p:cNvGrpSpPr>
            <a:grpSpLocks/>
          </p:cNvGrpSpPr>
          <p:nvPr/>
        </p:nvGrpSpPr>
        <p:grpSpPr bwMode="auto">
          <a:xfrm>
            <a:off x="5232400" y="3017838"/>
            <a:ext cx="3371850" cy="369887"/>
            <a:chOff x="5168900" y="2903538"/>
            <a:chExt cx="3372668" cy="493322"/>
          </a:xfrm>
        </p:grpSpPr>
        <p:sp>
          <p:nvSpPr>
            <p:cNvPr id="31804" name="Text Box 26"/>
            <p:cNvSpPr txBox="1">
              <a:spLocks noChangeArrowheads="1"/>
            </p:cNvSpPr>
            <p:nvPr/>
          </p:nvSpPr>
          <p:spPr bwMode="auto">
            <a:xfrm>
              <a:off x="5341168" y="2903538"/>
              <a:ext cx="3200400" cy="4933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1800" b="1">
                  <a:latin typeface="华文中宋"/>
                  <a:ea typeface="华文中宋"/>
                  <a:cs typeface="华文中宋"/>
                </a:rPr>
                <a:t>指向物体运动方向</a:t>
              </a:r>
            </a:p>
          </p:txBody>
        </p:sp>
        <p:graphicFrame>
          <p:nvGraphicFramePr>
            <p:cNvPr id="31790" name="Object 46"/>
            <p:cNvGraphicFramePr>
              <a:graphicFrameLocks noChangeAspect="1"/>
            </p:cNvGraphicFramePr>
            <p:nvPr/>
          </p:nvGraphicFramePr>
          <p:xfrm>
            <a:off x="5168900" y="2979738"/>
            <a:ext cx="295275" cy="407987"/>
          </p:xfrm>
          <a:graphic>
            <a:graphicData uri="http://schemas.openxmlformats.org/presentationml/2006/ole">
              <p:oleObj spid="_x0000_s31790" name="Equation" r:id="rId8" imgW="165028" imgH="228501" progId="Equation.DSMT4">
                <p:embed/>
              </p:oleObj>
            </a:graphicData>
          </a:graphic>
        </p:graphicFrame>
      </p:grpSp>
      <p:sp>
        <p:nvSpPr>
          <p:cNvPr id="72" name="Rectangle 2"/>
          <p:cNvSpPr>
            <a:spLocks noChangeArrowheads="1"/>
          </p:cNvSpPr>
          <p:nvPr/>
        </p:nvSpPr>
        <p:spPr bwMode="auto">
          <a:xfrm>
            <a:off x="2295525" y="3508375"/>
            <a:ext cx="1709738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位置矢量</a:t>
            </a:r>
          </a:p>
        </p:txBody>
      </p:sp>
      <p:sp>
        <p:nvSpPr>
          <p:cNvPr id="73" name="Rectangle 2"/>
          <p:cNvSpPr>
            <a:spLocks noChangeArrowheads="1"/>
          </p:cNvSpPr>
          <p:nvPr/>
        </p:nvSpPr>
        <p:spPr bwMode="auto">
          <a:xfrm>
            <a:off x="2268538" y="4227513"/>
            <a:ext cx="170973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速      度</a:t>
            </a:r>
          </a:p>
        </p:txBody>
      </p:sp>
      <p:graphicFrame>
        <p:nvGraphicFramePr>
          <p:cNvPr id="2" name="Object 47"/>
          <p:cNvGraphicFramePr>
            <a:graphicFrameLocks noChangeAspect="1"/>
          </p:cNvGraphicFramePr>
          <p:nvPr/>
        </p:nvGraphicFramePr>
        <p:xfrm>
          <a:off x="4356100" y="3867150"/>
          <a:ext cx="1165225" cy="360363"/>
        </p:xfrm>
        <a:graphic>
          <a:graphicData uri="http://schemas.openxmlformats.org/presentationml/2006/ole">
            <p:oleObj spid="_x0000_s31791" name="Equation" r:id="rId9" imgW="494870" imgH="203024" progId="Equation.DSMT4">
              <p:embed/>
            </p:oleObj>
          </a:graphicData>
        </a:graphic>
      </p:graphicFrame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286000" y="3867150"/>
            <a:ext cx="17097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运动方程</a:t>
            </a:r>
          </a:p>
        </p:txBody>
      </p:sp>
      <p:sp>
        <p:nvSpPr>
          <p:cNvPr id="31803" name="Text Box 2"/>
          <p:cNvSpPr>
            <a:spLocks noChangeArrowheads="1"/>
          </p:cNvSpPr>
          <p:nvPr/>
        </p:nvSpPr>
        <p:spPr bwMode="auto">
          <a:xfrm>
            <a:off x="771525" y="911225"/>
            <a:ext cx="1928813" cy="400050"/>
          </a:xfrm>
          <a:prstGeom prst="homePlate">
            <a:avLst>
              <a:gd name="adj" fmla="val 49844"/>
            </a:avLst>
          </a:prstGeom>
          <a:solidFill>
            <a:srgbClr val="539A84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一、曲线运动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36" grpId="0" animBg="1"/>
      <p:bldP spid="11" grpId="0" build="p" autoUpdateAnimBg="0"/>
      <p:bldP spid="12" grpId="0" build="p" autoUpdateAnimBg="0"/>
      <p:bldP spid="72" grpId="0"/>
      <p:bldP spid="73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95288" y="977900"/>
            <a:ext cx="18446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加 速 度</a:t>
            </a:r>
          </a:p>
        </p:txBody>
      </p:sp>
      <p:grpSp>
        <p:nvGrpSpPr>
          <p:cNvPr id="4" name="组合 49"/>
          <p:cNvGrpSpPr>
            <a:grpSpLocks/>
          </p:cNvGrpSpPr>
          <p:nvPr/>
        </p:nvGrpSpPr>
        <p:grpSpPr bwMode="auto">
          <a:xfrm>
            <a:off x="1692275" y="974725"/>
            <a:ext cx="3540125" cy="1662113"/>
            <a:chOff x="1128137" y="1011946"/>
            <a:chExt cx="3539889" cy="2218618"/>
          </a:xfrm>
        </p:grpSpPr>
        <p:sp>
          <p:nvSpPr>
            <p:cNvPr id="32862" name="Freeform 126"/>
            <p:cNvSpPr>
              <a:spLocks/>
            </p:cNvSpPr>
            <p:nvPr/>
          </p:nvSpPr>
          <p:spPr bwMode="auto">
            <a:xfrm>
              <a:off x="1128137" y="1544295"/>
              <a:ext cx="2879489" cy="1686269"/>
            </a:xfrm>
            <a:custGeom>
              <a:avLst/>
              <a:gdLst>
                <a:gd name="T0" fmla="*/ 0 w 9128"/>
                <a:gd name="T1" fmla="*/ 2147483647 h 10000"/>
                <a:gd name="T2" fmla="*/ 2147483647 w 9128"/>
                <a:gd name="T3" fmla="*/ 2147483647 h 10000"/>
                <a:gd name="T4" fmla="*/ 2147483647 w 9128"/>
                <a:gd name="T5" fmla="*/ 2147483647 h 10000"/>
                <a:gd name="T6" fmla="*/ 2147483647 w 9128"/>
                <a:gd name="T7" fmla="*/ 2147483647 h 1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128"/>
                <a:gd name="T13" fmla="*/ 0 h 10000"/>
                <a:gd name="T14" fmla="*/ 9128 w 9128"/>
                <a:gd name="T15" fmla="*/ 10000 h 1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128" h="10000">
                  <a:moveTo>
                    <a:pt x="0" y="1744"/>
                  </a:moveTo>
                  <a:cubicBezTo>
                    <a:pt x="1318" y="143"/>
                    <a:pt x="2365" y="-233"/>
                    <a:pt x="3542" y="125"/>
                  </a:cubicBezTo>
                  <a:cubicBezTo>
                    <a:pt x="4720" y="482"/>
                    <a:pt x="6124" y="2262"/>
                    <a:pt x="7055" y="3909"/>
                  </a:cubicBezTo>
                  <a:cubicBezTo>
                    <a:pt x="7986" y="5557"/>
                    <a:pt x="8338" y="6781"/>
                    <a:pt x="9128" y="10000"/>
                  </a:cubicBezTo>
                </a:path>
              </a:pathLst>
            </a:custGeom>
            <a:noFill/>
            <a:ln w="19050">
              <a:solidFill>
                <a:srgbClr val="00B0F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63" name="Line 127"/>
            <p:cNvSpPr>
              <a:spLocks noChangeShapeType="1"/>
            </p:cNvSpPr>
            <p:nvPr/>
          </p:nvSpPr>
          <p:spPr bwMode="auto">
            <a:xfrm flipV="1">
              <a:off x="1843863" y="1341438"/>
              <a:ext cx="1600200" cy="18732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64" name="Line 128"/>
            <p:cNvSpPr>
              <a:spLocks noChangeShapeType="1"/>
            </p:cNvSpPr>
            <p:nvPr/>
          </p:nvSpPr>
          <p:spPr bwMode="auto">
            <a:xfrm flipH="1" flipV="1">
              <a:off x="2391551" y="1473201"/>
              <a:ext cx="793750" cy="560388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65" name="Line 129"/>
            <p:cNvSpPr>
              <a:spLocks noChangeShapeType="1"/>
            </p:cNvSpPr>
            <p:nvPr/>
          </p:nvSpPr>
          <p:spPr bwMode="auto">
            <a:xfrm>
              <a:off x="2993213" y="1898651"/>
              <a:ext cx="1674813" cy="11430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66" name="Text Box 134"/>
            <p:cNvSpPr txBox="1">
              <a:spLocks noChangeArrowheads="1"/>
            </p:cNvSpPr>
            <p:nvPr/>
          </p:nvSpPr>
          <p:spPr bwMode="auto">
            <a:xfrm>
              <a:off x="2692589" y="1385143"/>
              <a:ext cx="575761" cy="5336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 i="1"/>
                <a:t>△</a:t>
              </a:r>
              <a:r>
                <a:rPr lang="en-US" altLang="zh-CN" sz="2000" b="1" i="1">
                  <a:sym typeface="Symbol" pitchFamily="18" charset="2"/>
                </a:rPr>
                <a:t></a:t>
              </a:r>
              <a:endParaRPr lang="en-US" altLang="zh-CN" sz="2000" b="1" i="1"/>
            </a:p>
          </p:txBody>
        </p:sp>
        <p:sp>
          <p:nvSpPr>
            <p:cNvPr id="32867" name="椭圆 42"/>
            <p:cNvSpPr>
              <a:spLocks noChangeArrowheads="1"/>
            </p:cNvSpPr>
            <p:nvPr/>
          </p:nvSpPr>
          <p:spPr bwMode="auto">
            <a:xfrm>
              <a:off x="1831588" y="1493785"/>
              <a:ext cx="90010" cy="90010"/>
            </a:xfrm>
            <a:prstGeom prst="ellipse">
              <a:avLst/>
            </a:prstGeom>
            <a:solidFill>
              <a:srgbClr val="00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32868" name="椭圆 43"/>
            <p:cNvSpPr>
              <a:spLocks noChangeArrowheads="1"/>
            </p:cNvSpPr>
            <p:nvPr/>
          </p:nvSpPr>
          <p:spPr bwMode="auto">
            <a:xfrm>
              <a:off x="2956713" y="1853825"/>
              <a:ext cx="90010" cy="90010"/>
            </a:xfrm>
            <a:prstGeom prst="ellipse">
              <a:avLst/>
            </a:prstGeom>
            <a:solidFill>
              <a:srgbClr val="00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32869" name="TextBox 44"/>
            <p:cNvSpPr txBox="1">
              <a:spLocks noChangeArrowheads="1"/>
            </p:cNvSpPr>
            <p:nvPr/>
          </p:nvSpPr>
          <p:spPr bwMode="auto">
            <a:xfrm>
              <a:off x="1561558" y="1169458"/>
              <a:ext cx="402647" cy="492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800" b="1" i="1">
                  <a:solidFill>
                    <a:srgbClr val="000000"/>
                  </a:solidFill>
                </a:rPr>
                <a:t>P</a:t>
              </a:r>
              <a:r>
                <a:rPr lang="en-US" altLang="zh-CN" sz="1800" b="1" baseline="-25000">
                  <a:solidFill>
                    <a:srgbClr val="000000"/>
                  </a:solidFill>
                </a:rPr>
                <a:t>1</a:t>
              </a:r>
              <a:endParaRPr lang="zh-CN" altLang="en-US" sz="1800" b="1" baseline="-25000">
                <a:solidFill>
                  <a:srgbClr val="000000"/>
                </a:solidFill>
              </a:endParaRPr>
            </a:p>
          </p:txBody>
        </p:sp>
        <p:sp>
          <p:nvSpPr>
            <p:cNvPr id="32870" name="TextBox 45"/>
            <p:cNvSpPr txBox="1">
              <a:spLocks noChangeArrowheads="1"/>
            </p:cNvSpPr>
            <p:nvPr/>
          </p:nvSpPr>
          <p:spPr bwMode="auto">
            <a:xfrm>
              <a:off x="2731688" y="1943835"/>
              <a:ext cx="402647" cy="492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800" b="1" i="1">
                  <a:solidFill>
                    <a:srgbClr val="000000"/>
                  </a:solidFill>
                </a:rPr>
                <a:t>P</a:t>
              </a:r>
              <a:r>
                <a:rPr lang="en-US" altLang="zh-CN" sz="1800" b="1" baseline="-25000">
                  <a:solidFill>
                    <a:srgbClr val="000000"/>
                  </a:solidFill>
                </a:rPr>
                <a:t>2</a:t>
              </a:r>
              <a:endParaRPr lang="zh-CN" altLang="en-US" sz="1800" b="1" baseline="-25000">
                <a:solidFill>
                  <a:srgbClr val="000000"/>
                </a:solidFill>
              </a:endParaRPr>
            </a:p>
          </p:txBody>
        </p:sp>
        <p:sp>
          <p:nvSpPr>
            <p:cNvPr id="47" name="弧形 46"/>
            <p:cNvSpPr/>
            <p:nvPr/>
          </p:nvSpPr>
          <p:spPr bwMode="auto">
            <a:xfrm>
              <a:off x="2398052" y="1403966"/>
              <a:ext cx="225410" cy="226735"/>
            </a:xfrm>
            <a:prstGeom prst="arc">
              <a:avLst>
                <a:gd name="adj1" fmla="val 19403770"/>
                <a:gd name="adj2" fmla="val 3152575"/>
              </a:avLst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b="1">
                <a:solidFill>
                  <a:srgbClr val="000000"/>
                </a:solidFill>
                <a:ea typeface="宋体" pitchFamily="2" charset="-122"/>
              </a:endParaRPr>
            </a:p>
          </p:txBody>
        </p:sp>
        <p:graphicFrame>
          <p:nvGraphicFramePr>
            <p:cNvPr id="32828" name="Object 60"/>
            <p:cNvGraphicFramePr>
              <a:graphicFrameLocks noChangeAspect="1"/>
            </p:cNvGraphicFramePr>
            <p:nvPr/>
          </p:nvGraphicFramePr>
          <p:xfrm>
            <a:off x="2698070" y="1011946"/>
            <a:ext cx="250808" cy="377975"/>
          </p:xfrm>
          <a:graphic>
            <a:graphicData uri="http://schemas.openxmlformats.org/presentationml/2006/ole">
              <p:oleObj spid="_x0000_s32828" name="Equation" r:id="rId3" imgW="152334" imgH="228501" progId="Equation.DSMT4">
                <p:embed/>
              </p:oleObj>
            </a:graphicData>
          </a:graphic>
        </p:graphicFrame>
        <p:graphicFrame>
          <p:nvGraphicFramePr>
            <p:cNvPr id="32829" name="Object 61"/>
            <p:cNvGraphicFramePr>
              <a:graphicFrameLocks noChangeAspect="1"/>
            </p:cNvGraphicFramePr>
            <p:nvPr/>
          </p:nvGraphicFramePr>
          <p:xfrm>
            <a:off x="3718764" y="2077582"/>
            <a:ext cx="292081" cy="377975"/>
          </p:xfrm>
          <a:graphic>
            <a:graphicData uri="http://schemas.openxmlformats.org/presentationml/2006/ole">
              <p:oleObj spid="_x0000_s32829" name="Equation" r:id="rId4" imgW="177646" imgH="228402" progId="Equation.DSMT4">
                <p:embed/>
              </p:oleObj>
            </a:graphicData>
          </a:graphic>
        </p:graphicFrame>
      </p:grpSp>
      <p:graphicFrame>
        <p:nvGraphicFramePr>
          <p:cNvPr id="59" name="Object 62"/>
          <p:cNvGraphicFramePr>
            <a:graphicFrameLocks noChangeAspect="1"/>
          </p:cNvGraphicFramePr>
          <p:nvPr/>
        </p:nvGraphicFramePr>
        <p:xfrm>
          <a:off x="827088" y="2787650"/>
          <a:ext cx="1385887" cy="561975"/>
        </p:xfrm>
        <a:graphic>
          <a:graphicData uri="http://schemas.openxmlformats.org/presentationml/2006/ole">
            <p:oleObj spid="_x0000_s32830" name="Equation" r:id="rId5" imgW="761669" imgH="406224" progId="Equation.DSMT4">
              <p:embed/>
            </p:oleObj>
          </a:graphicData>
        </a:graphic>
      </p:graphicFrame>
      <p:grpSp>
        <p:nvGrpSpPr>
          <p:cNvPr id="5" name="组合 62"/>
          <p:cNvGrpSpPr>
            <a:grpSpLocks/>
          </p:cNvGrpSpPr>
          <p:nvPr/>
        </p:nvGrpSpPr>
        <p:grpSpPr bwMode="auto">
          <a:xfrm>
            <a:off x="5448300" y="915988"/>
            <a:ext cx="2692400" cy="1879600"/>
            <a:chOff x="5521325" y="1154756"/>
            <a:chExt cx="2692988" cy="2506323"/>
          </a:xfrm>
        </p:grpSpPr>
        <p:sp>
          <p:nvSpPr>
            <p:cNvPr id="32851" name="Line 18"/>
            <p:cNvSpPr>
              <a:spLocks noChangeShapeType="1"/>
            </p:cNvSpPr>
            <p:nvPr/>
          </p:nvSpPr>
          <p:spPr bwMode="auto">
            <a:xfrm>
              <a:off x="5819775" y="1668463"/>
              <a:ext cx="2071688" cy="154146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52" name="Line 19"/>
            <p:cNvSpPr>
              <a:spLocks noChangeShapeType="1"/>
            </p:cNvSpPr>
            <p:nvPr/>
          </p:nvSpPr>
          <p:spPr bwMode="auto">
            <a:xfrm flipV="1">
              <a:off x="5819775" y="1497013"/>
              <a:ext cx="1755775" cy="18732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53" name="Line 20"/>
            <p:cNvSpPr>
              <a:spLocks noChangeShapeType="1"/>
            </p:cNvSpPr>
            <p:nvPr/>
          </p:nvSpPr>
          <p:spPr bwMode="auto">
            <a:xfrm>
              <a:off x="7620000" y="1497013"/>
              <a:ext cx="325438" cy="1752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54" name="Text Box 24"/>
            <p:cNvSpPr txBox="1">
              <a:spLocks noChangeArrowheads="1"/>
            </p:cNvSpPr>
            <p:nvPr/>
          </p:nvSpPr>
          <p:spPr bwMode="auto">
            <a:xfrm>
              <a:off x="5521325" y="1452562"/>
              <a:ext cx="356188" cy="533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 i="1"/>
                <a:t>A</a:t>
              </a:r>
            </a:p>
          </p:txBody>
        </p:sp>
        <p:sp>
          <p:nvSpPr>
            <p:cNvPr id="32855" name="Text Box 25"/>
            <p:cNvSpPr txBox="1">
              <a:spLocks noChangeArrowheads="1"/>
            </p:cNvSpPr>
            <p:nvPr/>
          </p:nvSpPr>
          <p:spPr bwMode="auto">
            <a:xfrm>
              <a:off x="7542213" y="1154756"/>
              <a:ext cx="356188" cy="533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 i="1"/>
                <a:t>B</a:t>
              </a:r>
            </a:p>
          </p:txBody>
        </p:sp>
        <p:sp>
          <p:nvSpPr>
            <p:cNvPr id="32856" name="Text Box 26"/>
            <p:cNvSpPr txBox="1">
              <a:spLocks noChangeArrowheads="1"/>
            </p:cNvSpPr>
            <p:nvPr/>
          </p:nvSpPr>
          <p:spPr bwMode="auto">
            <a:xfrm>
              <a:off x="7858125" y="3127676"/>
              <a:ext cx="356188" cy="533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 i="1"/>
                <a:t>C</a:t>
              </a:r>
            </a:p>
          </p:txBody>
        </p:sp>
        <p:sp>
          <p:nvSpPr>
            <p:cNvPr id="32857" name="Text Box 32"/>
            <p:cNvSpPr txBox="1">
              <a:spLocks noChangeArrowheads="1"/>
            </p:cNvSpPr>
            <p:nvPr/>
          </p:nvSpPr>
          <p:spPr bwMode="auto">
            <a:xfrm>
              <a:off x="6066934" y="1602432"/>
              <a:ext cx="575799" cy="533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/>
                <a:t>△</a:t>
              </a:r>
              <a:r>
                <a:rPr lang="en-US" altLang="zh-CN" sz="2000" b="1" i="1">
                  <a:sym typeface="Symbol" pitchFamily="18" charset="2"/>
                </a:rPr>
                <a:t></a:t>
              </a:r>
            </a:p>
          </p:txBody>
        </p:sp>
        <p:sp>
          <p:nvSpPr>
            <p:cNvPr id="32858" name="Oval 35"/>
            <p:cNvSpPr>
              <a:spLocks noChangeArrowheads="1"/>
            </p:cNvSpPr>
            <p:nvPr/>
          </p:nvSpPr>
          <p:spPr bwMode="auto">
            <a:xfrm>
              <a:off x="7873357" y="3188644"/>
              <a:ext cx="88900" cy="889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32859" name="Oval 36"/>
            <p:cNvSpPr>
              <a:spLocks noChangeArrowheads="1"/>
            </p:cNvSpPr>
            <p:nvPr/>
          </p:nvSpPr>
          <p:spPr bwMode="auto">
            <a:xfrm>
              <a:off x="7577138" y="1452563"/>
              <a:ext cx="88900" cy="889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32860" name="Oval 37"/>
            <p:cNvSpPr>
              <a:spLocks noChangeArrowheads="1"/>
            </p:cNvSpPr>
            <p:nvPr/>
          </p:nvSpPr>
          <p:spPr bwMode="auto">
            <a:xfrm>
              <a:off x="5819775" y="1631950"/>
              <a:ext cx="88900" cy="88900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74" name="弧形 73"/>
            <p:cNvSpPr/>
            <p:nvPr/>
          </p:nvSpPr>
          <p:spPr bwMode="auto">
            <a:xfrm>
              <a:off x="5821429" y="1529434"/>
              <a:ext cx="308042" cy="306941"/>
            </a:xfrm>
            <a:prstGeom prst="arc">
              <a:avLst>
                <a:gd name="adj1" fmla="val 20805566"/>
                <a:gd name="adj2" fmla="val 4008089"/>
              </a:avLst>
            </a:prstGeom>
            <a:noFill/>
            <a:ln w="190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b="1">
                <a:solidFill>
                  <a:srgbClr val="000000"/>
                </a:solidFill>
                <a:ea typeface="宋体" pitchFamily="2" charset="-122"/>
              </a:endParaRPr>
            </a:p>
          </p:txBody>
        </p:sp>
        <p:graphicFrame>
          <p:nvGraphicFramePr>
            <p:cNvPr id="32831" name="Object 63"/>
            <p:cNvGraphicFramePr>
              <a:graphicFrameLocks noChangeAspect="1"/>
            </p:cNvGraphicFramePr>
            <p:nvPr/>
          </p:nvGraphicFramePr>
          <p:xfrm>
            <a:off x="6699250" y="1181739"/>
            <a:ext cx="250825" cy="379358"/>
          </p:xfrm>
          <a:graphic>
            <a:graphicData uri="http://schemas.openxmlformats.org/presentationml/2006/ole">
              <p:oleObj spid="_x0000_s32831" name="Equation" r:id="rId6" imgW="152334" imgH="228501" progId="Equation.DSMT4">
                <p:embed/>
              </p:oleObj>
            </a:graphicData>
          </a:graphic>
        </p:graphicFrame>
        <p:graphicFrame>
          <p:nvGraphicFramePr>
            <p:cNvPr id="32832" name="Object 64"/>
            <p:cNvGraphicFramePr>
              <a:graphicFrameLocks noChangeAspect="1"/>
            </p:cNvGraphicFramePr>
            <p:nvPr/>
          </p:nvGraphicFramePr>
          <p:xfrm>
            <a:off x="6680200" y="2540443"/>
            <a:ext cx="292100" cy="377771"/>
          </p:xfrm>
          <a:graphic>
            <a:graphicData uri="http://schemas.openxmlformats.org/presentationml/2006/ole">
              <p:oleObj spid="_x0000_s32832" name="Equation" r:id="rId7" imgW="177646" imgH="228402" progId="Equation.DSMT4">
                <p:embed/>
              </p:oleObj>
            </a:graphicData>
          </a:graphic>
        </p:graphicFrame>
        <p:graphicFrame>
          <p:nvGraphicFramePr>
            <p:cNvPr id="32833" name="Object 65"/>
            <p:cNvGraphicFramePr>
              <a:graphicFrameLocks noChangeAspect="1"/>
            </p:cNvGraphicFramePr>
            <p:nvPr/>
          </p:nvGraphicFramePr>
          <p:xfrm>
            <a:off x="7750175" y="1957915"/>
            <a:ext cx="417513" cy="314280"/>
          </p:xfrm>
          <a:graphic>
            <a:graphicData uri="http://schemas.openxmlformats.org/presentationml/2006/ole">
              <p:oleObj spid="_x0000_s32833" name="Equation" r:id="rId8" imgW="253890" imgH="190417" progId="Equation.DSMT4">
                <p:embed/>
              </p:oleObj>
            </a:graphicData>
          </a:graphic>
        </p:graphicFrame>
      </p:grpSp>
      <p:grpSp>
        <p:nvGrpSpPr>
          <p:cNvPr id="6" name="组合 77"/>
          <p:cNvGrpSpPr>
            <a:grpSpLocks/>
          </p:cNvGrpSpPr>
          <p:nvPr/>
        </p:nvGrpSpPr>
        <p:grpSpPr bwMode="auto">
          <a:xfrm>
            <a:off x="6802438" y="1173163"/>
            <a:ext cx="1035050" cy="1373187"/>
            <a:chOff x="7510321" y="3434455"/>
            <a:chExt cx="1035050" cy="1829963"/>
          </a:xfrm>
        </p:grpSpPr>
        <p:sp>
          <p:nvSpPr>
            <p:cNvPr id="32847" name="Line 71"/>
            <p:cNvSpPr>
              <a:spLocks noChangeShapeType="1"/>
            </p:cNvSpPr>
            <p:nvPr/>
          </p:nvSpPr>
          <p:spPr bwMode="auto">
            <a:xfrm flipH="1">
              <a:off x="7813534" y="3434455"/>
              <a:ext cx="404812" cy="1182688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48" name="Line 72"/>
            <p:cNvSpPr>
              <a:spLocks noChangeShapeType="1"/>
            </p:cNvSpPr>
            <p:nvPr/>
          </p:nvSpPr>
          <p:spPr bwMode="auto">
            <a:xfrm>
              <a:off x="7824646" y="4647305"/>
              <a:ext cx="720725" cy="53975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49" name="Text Box 75"/>
            <p:cNvSpPr txBox="1">
              <a:spLocks noChangeArrowheads="1"/>
            </p:cNvSpPr>
            <p:nvPr/>
          </p:nvSpPr>
          <p:spPr bwMode="auto">
            <a:xfrm>
              <a:off x="7510321" y="4471092"/>
              <a:ext cx="404812" cy="4923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1800" b="1" i="1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32850" name="Oval 76"/>
            <p:cNvSpPr>
              <a:spLocks noChangeArrowheads="1"/>
            </p:cNvSpPr>
            <p:nvPr/>
          </p:nvSpPr>
          <p:spPr bwMode="auto">
            <a:xfrm>
              <a:off x="7769084" y="4559993"/>
              <a:ext cx="88900" cy="88900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graphicFrame>
          <p:nvGraphicFramePr>
            <p:cNvPr id="32834" name="Object 66"/>
            <p:cNvGraphicFramePr>
              <a:graphicFrameLocks noChangeAspect="1"/>
            </p:cNvGraphicFramePr>
            <p:nvPr/>
          </p:nvGraphicFramePr>
          <p:xfrm>
            <a:off x="7517379" y="3773017"/>
            <a:ext cx="481012" cy="377825"/>
          </p:xfrm>
          <a:graphic>
            <a:graphicData uri="http://schemas.openxmlformats.org/presentationml/2006/ole">
              <p:oleObj spid="_x0000_s32834" name="Equation" r:id="rId9" imgW="291973" imgH="228501" progId="Equation.DSMT4">
                <p:embed/>
              </p:oleObj>
            </a:graphicData>
          </a:graphic>
        </p:graphicFrame>
        <p:graphicFrame>
          <p:nvGraphicFramePr>
            <p:cNvPr id="32835" name="Object 67"/>
            <p:cNvGraphicFramePr>
              <a:graphicFrameLocks noChangeAspect="1"/>
            </p:cNvGraphicFramePr>
            <p:nvPr/>
          </p:nvGraphicFramePr>
          <p:xfrm>
            <a:off x="7770671" y="4886681"/>
            <a:ext cx="460375" cy="377737"/>
          </p:xfrm>
          <a:graphic>
            <a:graphicData uri="http://schemas.openxmlformats.org/presentationml/2006/ole">
              <p:oleObj spid="_x0000_s32835" name="Equation" r:id="rId10" imgW="279400" imgH="228600" progId="Equation.DSMT4">
                <p:embed/>
              </p:oleObj>
            </a:graphicData>
          </a:graphic>
        </p:graphicFrame>
      </p:grpSp>
      <p:graphicFrame>
        <p:nvGraphicFramePr>
          <p:cNvPr id="85" name="Object 68"/>
          <p:cNvGraphicFramePr>
            <a:graphicFrameLocks noChangeAspect="1"/>
          </p:cNvGraphicFramePr>
          <p:nvPr/>
        </p:nvGraphicFramePr>
        <p:xfrm>
          <a:off x="2347913" y="2808288"/>
          <a:ext cx="1963737" cy="561975"/>
        </p:xfrm>
        <a:graphic>
          <a:graphicData uri="http://schemas.openxmlformats.org/presentationml/2006/ole">
            <p:oleObj spid="_x0000_s32836" name="Equation" r:id="rId11" imgW="1079032" imgH="406224" progId="Equation.DSMT4">
              <p:embed/>
            </p:oleObj>
          </a:graphicData>
        </a:graphic>
      </p:graphicFrame>
      <p:graphicFrame>
        <p:nvGraphicFramePr>
          <p:cNvPr id="86" name="Object 69"/>
          <p:cNvGraphicFramePr>
            <a:graphicFrameLocks noChangeAspect="1"/>
          </p:cNvGraphicFramePr>
          <p:nvPr/>
        </p:nvGraphicFramePr>
        <p:xfrm>
          <a:off x="4371975" y="2787650"/>
          <a:ext cx="2447925" cy="561975"/>
        </p:xfrm>
        <a:graphic>
          <a:graphicData uri="http://schemas.openxmlformats.org/presentationml/2006/ole">
            <p:oleObj spid="_x0000_s32837" name="Equation" r:id="rId12" imgW="1345616" imgH="406224" progId="Equation.DSMT4">
              <p:embed/>
            </p:oleObj>
          </a:graphicData>
        </a:graphic>
      </p:graphicFrame>
      <p:graphicFrame>
        <p:nvGraphicFramePr>
          <p:cNvPr id="87" name="Object 70"/>
          <p:cNvGraphicFramePr>
            <a:graphicFrameLocks noChangeAspect="1"/>
          </p:cNvGraphicFramePr>
          <p:nvPr/>
        </p:nvGraphicFramePr>
        <p:xfrm>
          <a:off x="3524250" y="4194175"/>
          <a:ext cx="1768475" cy="447675"/>
        </p:xfrm>
        <a:graphic>
          <a:graphicData uri="http://schemas.openxmlformats.org/presentationml/2006/ole">
            <p:oleObj spid="_x0000_s32838" name="Equation" r:id="rId13" imgW="685800" imgH="228600" progId="Equation.DSMT4">
              <p:embed/>
            </p:oleObj>
          </a:graphicData>
        </a:graphic>
      </p:graphicFrame>
      <p:graphicFrame>
        <p:nvGraphicFramePr>
          <p:cNvPr id="89131" name="Object 71"/>
          <p:cNvGraphicFramePr>
            <a:graphicFrameLocks noChangeAspect="1"/>
          </p:cNvGraphicFramePr>
          <p:nvPr/>
        </p:nvGraphicFramePr>
        <p:xfrm>
          <a:off x="2655888" y="3546475"/>
          <a:ext cx="1023937" cy="533400"/>
        </p:xfrm>
        <a:graphic>
          <a:graphicData uri="http://schemas.openxmlformats.org/presentationml/2006/ole">
            <p:oleObj spid="_x0000_s32839" name="Equation" r:id="rId14" imgW="583947" imgH="406224" progId="Equation.DSMT4">
              <p:embed/>
            </p:oleObj>
          </a:graphicData>
        </a:graphic>
      </p:graphicFrame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258888" y="3589338"/>
            <a:ext cx="108108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zh-CN" alt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令：</a:t>
            </a:r>
          </a:p>
        </p:txBody>
      </p:sp>
      <p:graphicFrame>
        <p:nvGraphicFramePr>
          <p:cNvPr id="89134" name="Object 72"/>
          <p:cNvGraphicFramePr>
            <a:graphicFrameLocks noChangeAspect="1"/>
          </p:cNvGraphicFramePr>
          <p:nvPr/>
        </p:nvGraphicFramePr>
        <p:xfrm>
          <a:off x="4600575" y="3551238"/>
          <a:ext cx="1044575" cy="534987"/>
        </p:xfrm>
        <a:graphic>
          <a:graphicData uri="http://schemas.openxmlformats.org/presentationml/2006/ole">
            <p:oleObj spid="_x0000_s32840" name="Equation" r:id="rId15" imgW="596641" imgH="406224" progId="Equation.DSMT4">
              <p:embed/>
            </p:oleObj>
          </a:graphicData>
        </a:graphic>
      </p:graphicFrame>
      <p:graphicFrame>
        <p:nvGraphicFramePr>
          <p:cNvPr id="7" name="Object 73"/>
          <p:cNvGraphicFramePr>
            <a:graphicFrameLocks noChangeAspect="1"/>
          </p:cNvGraphicFramePr>
          <p:nvPr/>
        </p:nvGraphicFramePr>
        <p:xfrm>
          <a:off x="6818313" y="2789238"/>
          <a:ext cx="1479550" cy="561975"/>
        </p:xfrm>
        <a:graphic>
          <a:graphicData uri="http://schemas.openxmlformats.org/presentationml/2006/ole">
            <p:oleObj spid="_x0000_s32841" name="Equation" r:id="rId16" imgW="812447" imgH="406224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89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89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Object 53"/>
          <p:cNvGraphicFramePr>
            <a:graphicFrameLocks noChangeAspect="1"/>
          </p:cNvGraphicFramePr>
          <p:nvPr/>
        </p:nvGraphicFramePr>
        <p:xfrm>
          <a:off x="384175" y="1085850"/>
          <a:ext cx="1628775" cy="392113"/>
        </p:xfrm>
        <a:graphic>
          <a:graphicData uri="http://schemas.openxmlformats.org/presentationml/2006/ole">
            <p:oleObj spid="_x0000_s33845" name="Equation" r:id="rId3" imgW="723586" imgH="228501" progId="Equation.DSMT4">
              <p:embed/>
            </p:oleObj>
          </a:graphicData>
        </a:graphic>
      </p:graphicFrame>
      <p:grpSp>
        <p:nvGrpSpPr>
          <p:cNvPr id="2" name="组合 3"/>
          <p:cNvGrpSpPr>
            <a:grpSpLocks/>
          </p:cNvGrpSpPr>
          <p:nvPr/>
        </p:nvGrpSpPr>
        <p:grpSpPr bwMode="auto">
          <a:xfrm>
            <a:off x="5983288" y="835025"/>
            <a:ext cx="2692400" cy="1881188"/>
            <a:chOff x="4742727" y="883152"/>
            <a:chExt cx="2692988" cy="2506381"/>
          </a:xfrm>
        </p:grpSpPr>
        <p:grpSp>
          <p:nvGrpSpPr>
            <p:cNvPr id="33864" name="组合 32"/>
            <p:cNvGrpSpPr>
              <a:grpSpLocks/>
            </p:cNvGrpSpPr>
            <p:nvPr/>
          </p:nvGrpSpPr>
          <p:grpSpPr bwMode="auto">
            <a:xfrm>
              <a:off x="4742727" y="883152"/>
              <a:ext cx="2692988" cy="2506381"/>
              <a:chOff x="5521325" y="1154756"/>
              <a:chExt cx="2692988" cy="2506381"/>
            </a:xfrm>
          </p:grpSpPr>
          <p:sp>
            <p:nvSpPr>
              <p:cNvPr id="33870" name="Line 18"/>
              <p:cNvSpPr>
                <a:spLocks noChangeShapeType="1"/>
              </p:cNvSpPr>
              <p:nvPr/>
            </p:nvSpPr>
            <p:spPr bwMode="auto">
              <a:xfrm>
                <a:off x="5819775" y="1668463"/>
                <a:ext cx="2071688" cy="1541463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71" name="Line 19"/>
              <p:cNvSpPr>
                <a:spLocks noChangeShapeType="1"/>
              </p:cNvSpPr>
              <p:nvPr/>
            </p:nvSpPr>
            <p:spPr bwMode="auto">
              <a:xfrm flipV="1">
                <a:off x="5819775" y="1497013"/>
                <a:ext cx="1755775" cy="187325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72" name="Line 20"/>
              <p:cNvSpPr>
                <a:spLocks noChangeShapeType="1"/>
              </p:cNvSpPr>
              <p:nvPr/>
            </p:nvSpPr>
            <p:spPr bwMode="auto">
              <a:xfrm>
                <a:off x="7620000" y="1497013"/>
                <a:ext cx="325438" cy="17526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73" name="Text Box 24"/>
              <p:cNvSpPr txBox="1">
                <a:spLocks noChangeArrowheads="1"/>
              </p:cNvSpPr>
              <p:nvPr/>
            </p:nvSpPr>
            <p:spPr bwMode="auto">
              <a:xfrm>
                <a:off x="5521325" y="1453163"/>
                <a:ext cx="356188" cy="5334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zh-CN" sz="2000" b="1" i="1"/>
                  <a:t>A</a:t>
                </a:r>
              </a:p>
            </p:txBody>
          </p:sp>
          <p:sp>
            <p:nvSpPr>
              <p:cNvPr id="33874" name="Text Box 25"/>
              <p:cNvSpPr txBox="1">
                <a:spLocks noChangeArrowheads="1"/>
              </p:cNvSpPr>
              <p:nvPr/>
            </p:nvSpPr>
            <p:spPr bwMode="auto">
              <a:xfrm>
                <a:off x="7542213" y="1154756"/>
                <a:ext cx="356188" cy="5334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zh-CN" sz="2000" b="1" i="1"/>
                  <a:t>B</a:t>
                </a:r>
              </a:p>
            </p:txBody>
          </p:sp>
          <p:sp>
            <p:nvSpPr>
              <p:cNvPr id="33875" name="Text Box 26"/>
              <p:cNvSpPr txBox="1">
                <a:spLocks noChangeArrowheads="1"/>
              </p:cNvSpPr>
              <p:nvPr/>
            </p:nvSpPr>
            <p:spPr bwMode="auto">
              <a:xfrm>
                <a:off x="7858125" y="3127734"/>
                <a:ext cx="356188" cy="5334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zh-CN" sz="2000" b="1" i="1"/>
                  <a:t>C</a:t>
                </a:r>
              </a:p>
            </p:txBody>
          </p:sp>
          <p:sp>
            <p:nvSpPr>
              <p:cNvPr id="33876" name="Text Box 32"/>
              <p:cNvSpPr txBox="1">
                <a:spLocks noChangeArrowheads="1"/>
              </p:cNvSpPr>
              <p:nvPr/>
            </p:nvSpPr>
            <p:spPr bwMode="auto">
              <a:xfrm>
                <a:off x="6067425" y="1602366"/>
                <a:ext cx="575799" cy="5334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i="1"/>
                  <a:t>△</a:t>
                </a:r>
                <a:r>
                  <a:rPr lang="en-US" altLang="zh-CN" sz="2000" b="1" i="1">
                    <a:sym typeface="Symbol" pitchFamily="18" charset="2"/>
                  </a:rPr>
                  <a:t></a:t>
                </a:r>
              </a:p>
            </p:txBody>
          </p:sp>
          <p:sp>
            <p:nvSpPr>
              <p:cNvPr id="33877" name="Oval 35"/>
              <p:cNvSpPr>
                <a:spLocks noChangeArrowheads="1"/>
              </p:cNvSpPr>
              <p:nvPr/>
            </p:nvSpPr>
            <p:spPr bwMode="auto">
              <a:xfrm>
                <a:off x="7873357" y="3188644"/>
                <a:ext cx="88900" cy="8890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33878" name="Oval 36"/>
              <p:cNvSpPr>
                <a:spLocks noChangeArrowheads="1"/>
              </p:cNvSpPr>
              <p:nvPr/>
            </p:nvSpPr>
            <p:spPr bwMode="auto">
              <a:xfrm>
                <a:off x="7577138" y="1452563"/>
                <a:ext cx="88900" cy="8890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33879" name="Oval 37"/>
              <p:cNvSpPr>
                <a:spLocks noChangeArrowheads="1"/>
              </p:cNvSpPr>
              <p:nvPr/>
            </p:nvSpPr>
            <p:spPr bwMode="auto">
              <a:xfrm>
                <a:off x="5819775" y="1631950"/>
                <a:ext cx="88900" cy="88900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60" name="弧形 59"/>
              <p:cNvSpPr/>
              <p:nvPr/>
            </p:nvSpPr>
            <p:spPr bwMode="auto">
              <a:xfrm>
                <a:off x="5821428" y="1529127"/>
                <a:ext cx="308042" cy="308803"/>
              </a:xfrm>
              <a:prstGeom prst="arc">
                <a:avLst>
                  <a:gd name="adj1" fmla="val 20805566"/>
                  <a:gd name="adj2" fmla="val 4008089"/>
                </a:avLst>
              </a:prstGeom>
              <a:noFill/>
              <a:ln w="19050" cap="flat" cmpd="sng" algn="ctr">
                <a:solidFill>
                  <a:srgbClr val="00B0F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b="1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graphicFrame>
            <p:nvGraphicFramePr>
              <p:cNvPr id="33846" name="Object 54"/>
              <p:cNvGraphicFramePr>
                <a:graphicFrameLocks noChangeAspect="1"/>
              </p:cNvGraphicFramePr>
              <p:nvPr/>
            </p:nvGraphicFramePr>
            <p:xfrm>
              <a:off x="6699250" y="1183327"/>
              <a:ext cx="250825" cy="377770"/>
            </p:xfrm>
            <a:graphic>
              <a:graphicData uri="http://schemas.openxmlformats.org/presentationml/2006/ole">
                <p:oleObj spid="_x0000_s33846" name="Equation" r:id="rId4" imgW="152334" imgH="228501" progId="Equation.DSMT4">
                  <p:embed/>
                </p:oleObj>
              </a:graphicData>
            </a:graphic>
          </p:graphicFrame>
          <p:graphicFrame>
            <p:nvGraphicFramePr>
              <p:cNvPr id="33847" name="Object 55"/>
              <p:cNvGraphicFramePr>
                <a:graphicFrameLocks noChangeAspect="1"/>
              </p:cNvGraphicFramePr>
              <p:nvPr/>
            </p:nvGraphicFramePr>
            <p:xfrm>
              <a:off x="6680200" y="2540443"/>
              <a:ext cx="292100" cy="377770"/>
            </p:xfrm>
            <a:graphic>
              <a:graphicData uri="http://schemas.openxmlformats.org/presentationml/2006/ole">
                <p:oleObj spid="_x0000_s33847" name="Equation" r:id="rId5" imgW="177646" imgH="228402" progId="Equation.DSMT4">
                  <p:embed/>
                </p:oleObj>
              </a:graphicData>
            </a:graphic>
          </p:graphicFrame>
          <p:graphicFrame>
            <p:nvGraphicFramePr>
              <p:cNvPr id="33848" name="Object 56"/>
              <p:cNvGraphicFramePr>
                <a:graphicFrameLocks noChangeAspect="1"/>
              </p:cNvGraphicFramePr>
              <p:nvPr/>
            </p:nvGraphicFramePr>
            <p:xfrm>
              <a:off x="7750175" y="1956328"/>
              <a:ext cx="417513" cy="315866"/>
            </p:xfrm>
            <a:graphic>
              <a:graphicData uri="http://schemas.openxmlformats.org/presentationml/2006/ole">
                <p:oleObj spid="_x0000_s33848" name="Equation" r:id="rId6" imgW="253890" imgH="190417" progId="Equation.DSMT4">
                  <p:embed/>
                </p:oleObj>
              </a:graphicData>
            </a:graphic>
          </p:graphicFrame>
        </p:grpSp>
        <p:grpSp>
          <p:nvGrpSpPr>
            <p:cNvPr id="33865" name="组合 48"/>
            <p:cNvGrpSpPr>
              <a:grpSpLocks/>
            </p:cNvGrpSpPr>
            <p:nvPr/>
          </p:nvGrpSpPr>
          <p:grpSpPr bwMode="auto">
            <a:xfrm>
              <a:off x="6097981" y="1225410"/>
              <a:ext cx="1035050" cy="1830715"/>
              <a:chOff x="7510321" y="3434455"/>
              <a:chExt cx="1035050" cy="1830715"/>
            </a:xfrm>
          </p:grpSpPr>
          <p:sp>
            <p:nvSpPr>
              <p:cNvPr id="33866" name="Line 71"/>
              <p:cNvSpPr>
                <a:spLocks noChangeShapeType="1"/>
              </p:cNvSpPr>
              <p:nvPr/>
            </p:nvSpPr>
            <p:spPr bwMode="auto">
              <a:xfrm flipH="1">
                <a:off x="7813534" y="3434455"/>
                <a:ext cx="404812" cy="1182688"/>
              </a:xfrm>
              <a:prstGeom prst="line">
                <a:avLst/>
              </a:prstGeom>
              <a:noFill/>
              <a:ln w="38100">
                <a:solidFill>
                  <a:srgbClr val="FF00FF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67" name="Line 72"/>
              <p:cNvSpPr>
                <a:spLocks noChangeShapeType="1"/>
              </p:cNvSpPr>
              <p:nvPr/>
            </p:nvSpPr>
            <p:spPr bwMode="auto">
              <a:xfrm>
                <a:off x="7824646" y="4647305"/>
                <a:ext cx="720725" cy="539750"/>
              </a:xfrm>
              <a:prstGeom prst="line">
                <a:avLst/>
              </a:prstGeom>
              <a:noFill/>
              <a:ln w="38100">
                <a:solidFill>
                  <a:srgbClr val="00B050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68" name="Text Box 75"/>
              <p:cNvSpPr txBox="1">
                <a:spLocks noChangeArrowheads="1"/>
              </p:cNvSpPr>
              <p:nvPr/>
            </p:nvSpPr>
            <p:spPr bwMode="auto">
              <a:xfrm>
                <a:off x="7510321" y="4470852"/>
                <a:ext cx="404813" cy="4923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1800" b="1" i="1">
                    <a:solidFill>
                      <a:srgbClr val="000000"/>
                    </a:solidFill>
                  </a:rPr>
                  <a:t>D</a:t>
                </a:r>
              </a:p>
            </p:txBody>
          </p:sp>
          <p:sp>
            <p:nvSpPr>
              <p:cNvPr id="33869" name="Oval 76"/>
              <p:cNvSpPr>
                <a:spLocks noChangeArrowheads="1"/>
              </p:cNvSpPr>
              <p:nvPr/>
            </p:nvSpPr>
            <p:spPr bwMode="auto">
              <a:xfrm>
                <a:off x="7769084" y="4559993"/>
                <a:ext cx="88900" cy="88900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00"/>
                  </a:solidFill>
                </a:endParaRPr>
              </a:p>
            </p:txBody>
          </p:sp>
          <p:graphicFrame>
            <p:nvGraphicFramePr>
              <p:cNvPr id="33849" name="Object 57"/>
              <p:cNvGraphicFramePr>
                <a:graphicFrameLocks noChangeAspect="1"/>
              </p:cNvGraphicFramePr>
              <p:nvPr/>
            </p:nvGraphicFramePr>
            <p:xfrm>
              <a:off x="7517379" y="3773017"/>
              <a:ext cx="481012" cy="377825"/>
            </p:xfrm>
            <a:graphic>
              <a:graphicData uri="http://schemas.openxmlformats.org/presentationml/2006/ole">
                <p:oleObj spid="_x0000_s33849" name="Equation" r:id="rId7" imgW="291973" imgH="228501" progId="Equation.DSMT4">
                  <p:embed/>
                </p:oleObj>
              </a:graphicData>
            </a:graphic>
          </p:graphicFrame>
          <p:graphicFrame>
            <p:nvGraphicFramePr>
              <p:cNvPr id="33850" name="Object 58"/>
              <p:cNvGraphicFramePr>
                <a:graphicFrameLocks noChangeAspect="1"/>
              </p:cNvGraphicFramePr>
              <p:nvPr/>
            </p:nvGraphicFramePr>
            <p:xfrm>
              <a:off x="7771142" y="4885812"/>
              <a:ext cx="460375" cy="379358"/>
            </p:xfrm>
            <a:graphic>
              <a:graphicData uri="http://schemas.openxmlformats.org/presentationml/2006/ole">
                <p:oleObj spid="_x0000_s33850" name="Equation" r:id="rId8" imgW="279400" imgH="228600" progId="Equation.DSMT4">
                  <p:embed/>
                </p:oleObj>
              </a:graphicData>
            </a:graphic>
          </p:graphicFrame>
        </p:grpSp>
      </p:grpSp>
      <p:graphicFrame>
        <p:nvGraphicFramePr>
          <p:cNvPr id="64" name="Object 59"/>
          <p:cNvGraphicFramePr>
            <a:graphicFrameLocks noChangeAspect="1"/>
          </p:cNvGraphicFramePr>
          <p:nvPr/>
        </p:nvGraphicFramePr>
        <p:xfrm>
          <a:off x="2124075" y="915988"/>
          <a:ext cx="2301875" cy="658812"/>
        </p:xfrm>
        <a:graphic>
          <a:graphicData uri="http://schemas.openxmlformats.org/presentationml/2006/ole">
            <p:oleObj spid="_x0000_s33851" name="Equation" r:id="rId9" imgW="1079032" imgH="406224" progId="Equation.DSMT4">
              <p:embed/>
            </p:oleObj>
          </a:graphicData>
        </a:graphic>
      </p:graphicFrame>
      <p:sp>
        <p:nvSpPr>
          <p:cNvPr id="66" name="Text Box 83"/>
          <p:cNvSpPr txBox="1">
            <a:spLocks noChangeArrowheads="1"/>
          </p:cNvSpPr>
          <p:nvPr/>
        </p:nvSpPr>
        <p:spPr bwMode="auto">
          <a:xfrm>
            <a:off x="927100" y="1708150"/>
            <a:ext cx="14128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1800" b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切向加速度 </a:t>
            </a:r>
          </a:p>
        </p:txBody>
      </p:sp>
      <p:graphicFrame>
        <p:nvGraphicFramePr>
          <p:cNvPr id="67" name="Object 60"/>
          <p:cNvGraphicFramePr>
            <a:graphicFrameLocks noChangeAspect="1"/>
          </p:cNvGraphicFramePr>
          <p:nvPr/>
        </p:nvGraphicFramePr>
        <p:xfrm>
          <a:off x="2843213" y="1644650"/>
          <a:ext cx="1279525" cy="566738"/>
        </p:xfrm>
        <a:graphic>
          <a:graphicData uri="http://schemas.openxmlformats.org/presentationml/2006/ole">
            <p:oleObj spid="_x0000_s33852" name="Equation" r:id="rId10" imgW="672808" imgH="393529" progId="Equation.DSMT4">
              <p:embed/>
            </p:oleObj>
          </a:graphicData>
        </a:graphic>
      </p:graphicFrame>
      <p:graphicFrame>
        <p:nvGraphicFramePr>
          <p:cNvPr id="68" name="Object 61"/>
          <p:cNvGraphicFramePr>
            <a:graphicFrameLocks noChangeAspect="1"/>
          </p:cNvGraphicFramePr>
          <p:nvPr/>
        </p:nvGraphicFramePr>
        <p:xfrm>
          <a:off x="1319213" y="2355850"/>
          <a:ext cx="1892300" cy="365125"/>
        </p:xfrm>
        <a:graphic>
          <a:graphicData uri="http://schemas.openxmlformats.org/presentationml/2006/ole">
            <p:oleObj spid="_x0000_s33853" name="Equation" r:id="rId11" imgW="901309" imgH="228501" progId="Equation.DSMT4">
              <p:embed/>
            </p:oleObj>
          </a:graphicData>
        </a:graphic>
      </p:graphicFrame>
      <p:graphicFrame>
        <p:nvGraphicFramePr>
          <p:cNvPr id="71" name="Object 62"/>
          <p:cNvGraphicFramePr>
            <a:graphicFrameLocks noChangeAspect="1"/>
          </p:cNvGraphicFramePr>
          <p:nvPr/>
        </p:nvGraphicFramePr>
        <p:xfrm>
          <a:off x="204788" y="2716213"/>
          <a:ext cx="5456237" cy="592137"/>
        </p:xfrm>
        <a:graphic>
          <a:graphicData uri="http://schemas.openxmlformats.org/presentationml/2006/ole">
            <p:oleObj spid="_x0000_s33854" name="Equation" r:id="rId12" imgW="2717800" imgH="406400" progId="Equation.DSMT4">
              <p:embed/>
            </p:oleObj>
          </a:graphicData>
        </a:graphic>
      </p:graphicFrame>
      <p:graphicFrame>
        <p:nvGraphicFramePr>
          <p:cNvPr id="17" name="Object 63"/>
          <p:cNvGraphicFramePr>
            <a:graphicFrameLocks noChangeAspect="1"/>
          </p:cNvGraphicFramePr>
          <p:nvPr/>
        </p:nvGraphicFramePr>
        <p:xfrm>
          <a:off x="1198563" y="3414713"/>
          <a:ext cx="831850" cy="523875"/>
        </p:xfrm>
        <a:graphic>
          <a:graphicData uri="http://schemas.openxmlformats.org/presentationml/2006/ole">
            <p:oleObj spid="_x0000_s33855" name="Equation" r:id="rId13" imgW="482391" imgH="393529" progId="Equation.DSMT4">
              <p:embed/>
            </p:oleObj>
          </a:graphicData>
        </a:graphic>
      </p:graphicFrame>
      <p:graphicFrame>
        <p:nvGraphicFramePr>
          <p:cNvPr id="3" name="Object 64"/>
          <p:cNvGraphicFramePr>
            <a:graphicFrameLocks noChangeAspect="1"/>
          </p:cNvGraphicFramePr>
          <p:nvPr/>
        </p:nvGraphicFramePr>
        <p:xfrm>
          <a:off x="2497138" y="3371850"/>
          <a:ext cx="1377950" cy="547688"/>
        </p:xfrm>
        <a:graphic>
          <a:graphicData uri="http://schemas.openxmlformats.org/presentationml/2006/ole">
            <p:oleObj spid="_x0000_s33856" name="Equation" r:id="rId14" imgW="761669" imgH="393529" progId="Equation.DSMT4">
              <p:embed/>
            </p:oleObj>
          </a:graphicData>
        </a:graphic>
      </p:graphicFrame>
      <p:sp>
        <p:nvSpPr>
          <p:cNvPr id="28" name="Text Box 123"/>
          <p:cNvSpPr txBox="1">
            <a:spLocks noChangeArrowheads="1"/>
          </p:cNvSpPr>
          <p:nvPr/>
        </p:nvSpPr>
        <p:spPr bwMode="auto">
          <a:xfrm>
            <a:off x="838200" y="4011613"/>
            <a:ext cx="14128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1800" b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法向加速度 </a:t>
            </a:r>
          </a:p>
        </p:txBody>
      </p:sp>
      <p:graphicFrame>
        <p:nvGraphicFramePr>
          <p:cNvPr id="29" name="Object 65"/>
          <p:cNvGraphicFramePr>
            <a:graphicFrameLocks noChangeAspect="1"/>
          </p:cNvGraphicFramePr>
          <p:nvPr/>
        </p:nvGraphicFramePr>
        <p:xfrm>
          <a:off x="3011488" y="4021138"/>
          <a:ext cx="1055687" cy="530225"/>
        </p:xfrm>
        <a:graphic>
          <a:graphicData uri="http://schemas.openxmlformats.org/presentationml/2006/ole">
            <p:oleObj spid="_x0000_s33857" name="Equation" r:id="rId15" imgW="660113" imgH="444307" progId="Equation.DSMT4">
              <p:embed/>
            </p:oleObj>
          </a:graphicData>
        </a:graphic>
      </p:graphicFrame>
      <p:graphicFrame>
        <p:nvGraphicFramePr>
          <p:cNvPr id="30" name="Object 66"/>
          <p:cNvGraphicFramePr>
            <a:graphicFrameLocks noChangeAspect="1"/>
          </p:cNvGraphicFramePr>
          <p:nvPr/>
        </p:nvGraphicFramePr>
        <p:xfrm>
          <a:off x="6108700" y="2571750"/>
          <a:ext cx="2030413" cy="609600"/>
        </p:xfrm>
        <a:graphic>
          <a:graphicData uri="http://schemas.openxmlformats.org/presentationml/2006/ole">
            <p:oleObj spid="_x0000_s33858" name="Equation" r:id="rId16" imgW="1091726" imgH="444307" progId="Equation.DSMT4">
              <p:embed/>
            </p:oleObj>
          </a:graphicData>
        </a:graphic>
      </p:graphicFrame>
      <p:graphicFrame>
        <p:nvGraphicFramePr>
          <p:cNvPr id="21513" name="Object 67"/>
          <p:cNvGraphicFramePr>
            <a:graphicFrameLocks noChangeAspect="1"/>
          </p:cNvGraphicFramePr>
          <p:nvPr/>
        </p:nvGraphicFramePr>
        <p:xfrm>
          <a:off x="6002338" y="3435350"/>
          <a:ext cx="3038475" cy="1187450"/>
        </p:xfrm>
        <a:graphic>
          <a:graphicData uri="http://schemas.openxmlformats.org/presentationml/2006/ole">
            <p:oleObj spid="_x0000_s33859" name="Equation" r:id="rId17" imgW="2070100" imgH="965200" progId="Equation.DSMT4">
              <p:embed/>
            </p:oleObj>
          </a:graphicData>
        </a:graphic>
      </p:graphicFrame>
      <p:sp>
        <p:nvSpPr>
          <p:cNvPr id="90154" name="AutoShape 42"/>
          <p:cNvSpPr>
            <a:spLocks/>
          </p:cNvSpPr>
          <p:nvPr/>
        </p:nvSpPr>
        <p:spPr bwMode="auto">
          <a:xfrm>
            <a:off x="5435600" y="1662113"/>
            <a:ext cx="504825" cy="2925762"/>
          </a:xfrm>
          <a:prstGeom prst="rightBrace">
            <a:avLst>
              <a:gd name="adj1" fmla="val 59459"/>
              <a:gd name="adj2" fmla="val 50000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90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utoUpdateAnimBg="0"/>
      <p:bldP spid="28" grpId="0" autoUpdateAnimBg="0"/>
      <p:bldP spid="9015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Box 12"/>
          <p:cNvSpPr txBox="1">
            <a:spLocks noChangeArrowheads="1"/>
          </p:cNvSpPr>
          <p:nvPr/>
        </p:nvSpPr>
        <p:spPr bwMode="auto">
          <a:xfrm>
            <a:off x="881063" y="1352550"/>
            <a:ext cx="31861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18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1</a:t>
            </a:r>
            <a:r>
              <a:rPr lang="zh-CN" altLang="en-US" sz="18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）自然坐标系</a:t>
            </a:r>
            <a:r>
              <a:rPr lang="en-US" altLang="zh-CN" sz="18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:</a:t>
            </a:r>
          </a:p>
        </p:txBody>
      </p:sp>
      <p:grpSp>
        <p:nvGrpSpPr>
          <p:cNvPr id="2" name="组合 10"/>
          <p:cNvGrpSpPr>
            <a:grpSpLocks/>
          </p:cNvGrpSpPr>
          <p:nvPr/>
        </p:nvGrpSpPr>
        <p:grpSpPr bwMode="auto">
          <a:xfrm>
            <a:off x="6113463" y="1195388"/>
            <a:ext cx="2114550" cy="1808162"/>
            <a:chOff x="5589035" y="1266691"/>
            <a:chExt cx="2114550" cy="2409494"/>
          </a:xfrm>
        </p:grpSpPr>
        <p:sp>
          <p:nvSpPr>
            <p:cNvPr id="34857" name="Oval 25"/>
            <p:cNvSpPr>
              <a:spLocks noChangeArrowheads="1"/>
            </p:cNvSpPr>
            <p:nvPr/>
          </p:nvSpPr>
          <p:spPr bwMode="auto">
            <a:xfrm>
              <a:off x="5589035" y="1561635"/>
              <a:ext cx="2114550" cy="2114550"/>
            </a:xfrm>
            <a:prstGeom prst="ellipse">
              <a:avLst/>
            </a:prstGeom>
            <a:noFill/>
            <a:ln w="19050">
              <a:solidFill>
                <a:srgbClr val="00B0F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 b="1">
                <a:solidFill>
                  <a:srgbClr val="000000"/>
                </a:solidFill>
                <a:cs typeface="Times New Roman" pitchFamily="18" charset="0"/>
              </a:endParaRPr>
            </a:p>
          </p:txBody>
        </p:sp>
        <p:sp>
          <p:nvSpPr>
            <p:cNvPr id="34858" name="Text Box 27"/>
            <p:cNvSpPr txBox="1">
              <a:spLocks noChangeArrowheads="1"/>
            </p:cNvSpPr>
            <p:nvPr/>
          </p:nvSpPr>
          <p:spPr bwMode="auto">
            <a:xfrm>
              <a:off x="6355798" y="2604770"/>
              <a:ext cx="338554" cy="492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800" b="1" i="1">
                  <a:cs typeface="Times New Roman" pitchFamily="18" charset="0"/>
                </a:rPr>
                <a:t>C</a:t>
              </a:r>
            </a:p>
          </p:txBody>
        </p:sp>
        <p:sp>
          <p:nvSpPr>
            <p:cNvPr id="34859" name="Line 28"/>
            <p:cNvSpPr>
              <a:spLocks noChangeShapeType="1"/>
            </p:cNvSpPr>
            <p:nvPr/>
          </p:nvSpPr>
          <p:spPr bwMode="auto">
            <a:xfrm flipV="1">
              <a:off x="6624085" y="2145835"/>
              <a:ext cx="944562" cy="49530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0" name="Oval 30"/>
            <p:cNvSpPr>
              <a:spLocks noChangeArrowheads="1"/>
            </p:cNvSpPr>
            <p:nvPr/>
          </p:nvSpPr>
          <p:spPr bwMode="auto">
            <a:xfrm>
              <a:off x="6579635" y="2595098"/>
              <a:ext cx="88900" cy="88900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 b="1">
                <a:solidFill>
                  <a:srgbClr val="000000"/>
                </a:solidFill>
                <a:cs typeface="Times New Roman" pitchFamily="18" charset="0"/>
              </a:endParaRPr>
            </a:p>
          </p:txBody>
        </p:sp>
        <p:sp>
          <p:nvSpPr>
            <p:cNvPr id="34861" name="Rectangle 32"/>
            <p:cNvSpPr>
              <a:spLocks noChangeArrowheads="1"/>
            </p:cNvSpPr>
            <p:nvPr/>
          </p:nvSpPr>
          <p:spPr bwMode="auto">
            <a:xfrm>
              <a:off x="6797123" y="1266691"/>
              <a:ext cx="274434" cy="492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800" b="1">
                  <a:solidFill>
                    <a:srgbClr val="0000FF"/>
                  </a:solidFill>
                  <a:cs typeface="Times New Roman" pitchFamily="18" charset="0"/>
                  <a:sym typeface="Symbol" pitchFamily="18" charset="2"/>
                </a:rPr>
                <a:t>s</a:t>
              </a:r>
            </a:p>
          </p:txBody>
        </p:sp>
        <p:sp>
          <p:nvSpPr>
            <p:cNvPr id="34862" name="Rectangle 32"/>
            <p:cNvSpPr>
              <a:spLocks noChangeArrowheads="1"/>
            </p:cNvSpPr>
            <p:nvPr/>
          </p:nvSpPr>
          <p:spPr bwMode="auto">
            <a:xfrm>
              <a:off x="6887410" y="2416909"/>
              <a:ext cx="366810" cy="492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1800" b="1">
                  <a:solidFill>
                    <a:srgbClr val="0000FF"/>
                  </a:solidFill>
                  <a:cs typeface="Times New Roman" pitchFamily="18" charset="0"/>
                  <a:sym typeface="Symbol" pitchFamily="18" charset="2"/>
                </a:rPr>
                <a:t>R</a:t>
              </a:r>
            </a:p>
          </p:txBody>
        </p:sp>
        <p:sp>
          <p:nvSpPr>
            <p:cNvPr id="34863" name="椭圆 8"/>
            <p:cNvSpPr>
              <a:spLocks noChangeArrowheads="1"/>
            </p:cNvSpPr>
            <p:nvPr/>
          </p:nvSpPr>
          <p:spPr bwMode="auto">
            <a:xfrm>
              <a:off x="5919170" y="1755573"/>
              <a:ext cx="104174" cy="104174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34864" name="Text Box 27"/>
            <p:cNvSpPr txBox="1">
              <a:spLocks noChangeArrowheads="1"/>
            </p:cNvSpPr>
            <p:nvPr/>
          </p:nvSpPr>
          <p:spPr bwMode="auto">
            <a:xfrm>
              <a:off x="5863402" y="1793329"/>
              <a:ext cx="351378" cy="492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800" b="1" i="1">
                  <a:cs typeface="Times New Roman" pitchFamily="18" charset="0"/>
                </a:rPr>
                <a:t>O</a:t>
              </a:r>
            </a:p>
          </p:txBody>
        </p:sp>
        <p:sp>
          <p:nvSpPr>
            <p:cNvPr id="34865" name="椭圆 9"/>
            <p:cNvSpPr>
              <a:spLocks noChangeArrowheads="1"/>
            </p:cNvSpPr>
            <p:nvPr/>
          </p:nvSpPr>
          <p:spPr bwMode="auto">
            <a:xfrm>
              <a:off x="7496793" y="2069303"/>
              <a:ext cx="143707" cy="143707"/>
            </a:xfrm>
            <a:prstGeom prst="ellipse">
              <a:avLst/>
            </a:prstGeom>
            <a:solidFill>
              <a:srgbClr val="00B0F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</p:grpSp>
      <p:graphicFrame>
        <p:nvGraphicFramePr>
          <p:cNvPr id="13" name="Object 29"/>
          <p:cNvGraphicFramePr>
            <a:graphicFrameLocks noChangeAspect="1"/>
          </p:cNvGraphicFramePr>
          <p:nvPr/>
        </p:nvGraphicFramePr>
        <p:xfrm>
          <a:off x="1231900" y="1722438"/>
          <a:ext cx="1217613" cy="357187"/>
        </p:xfrm>
        <a:graphic>
          <a:graphicData uri="http://schemas.openxmlformats.org/presentationml/2006/ole">
            <p:oleObj spid="_x0000_s34845" name="Equation" r:id="rId3" imgW="494870" imgH="203024" progId="Equation.DSMT4">
              <p:embed/>
            </p:oleObj>
          </a:graphicData>
        </a:graphic>
      </p:graphicFrame>
      <p:grpSp>
        <p:nvGrpSpPr>
          <p:cNvPr id="3" name="组合 19"/>
          <p:cNvGrpSpPr>
            <a:grpSpLocks/>
          </p:cNvGrpSpPr>
          <p:nvPr/>
        </p:nvGrpSpPr>
        <p:grpSpPr bwMode="auto">
          <a:xfrm>
            <a:off x="8154988" y="1879600"/>
            <a:ext cx="593725" cy="1006475"/>
            <a:chOff x="7630190" y="2177511"/>
            <a:chExt cx="593891" cy="1343290"/>
          </a:xfrm>
        </p:grpSpPr>
        <p:cxnSp>
          <p:nvCxnSpPr>
            <p:cNvPr id="34856" name="直接箭头连接符 18"/>
            <p:cNvCxnSpPr>
              <a:cxnSpLocks noChangeShapeType="1"/>
            </p:cNvCxnSpPr>
            <p:nvPr/>
          </p:nvCxnSpPr>
          <p:spPr bwMode="auto">
            <a:xfrm>
              <a:off x="7630190" y="2177511"/>
              <a:ext cx="351880" cy="882798"/>
            </a:xfrm>
            <a:prstGeom prst="straightConnector1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graphicFrame>
          <p:nvGraphicFramePr>
            <p:cNvPr id="34846" name="Object 30"/>
            <p:cNvGraphicFramePr>
              <a:graphicFrameLocks noChangeAspect="1"/>
            </p:cNvGraphicFramePr>
            <p:nvPr/>
          </p:nvGraphicFramePr>
          <p:xfrm>
            <a:off x="7703585" y="3060309"/>
            <a:ext cx="520496" cy="460492"/>
          </p:xfrm>
          <a:graphic>
            <a:graphicData uri="http://schemas.openxmlformats.org/presentationml/2006/ole">
              <p:oleObj spid="_x0000_s34846" name="Equation" r:id="rId4" imgW="253890" imgH="228501" progId="Equation.DSMT4">
                <p:embed/>
              </p:oleObj>
            </a:graphicData>
          </a:graphic>
        </p:graphicFrame>
      </p:grpSp>
      <p:graphicFrame>
        <p:nvGraphicFramePr>
          <p:cNvPr id="26" name="Object 31"/>
          <p:cNvGraphicFramePr>
            <a:graphicFrameLocks noChangeAspect="1"/>
          </p:cNvGraphicFramePr>
          <p:nvPr/>
        </p:nvGraphicFramePr>
        <p:xfrm>
          <a:off x="1196975" y="2197100"/>
          <a:ext cx="1947863" cy="593725"/>
        </p:xfrm>
        <a:graphic>
          <a:graphicData uri="http://schemas.openxmlformats.org/presentationml/2006/ole">
            <p:oleObj spid="_x0000_s34847" name="Equation" r:id="rId5" imgW="952087" imgH="393529" progId="Equation.DSMT4">
              <p:embed/>
            </p:oleObj>
          </a:graphicData>
        </a:graphic>
      </p:graphicFrame>
      <p:graphicFrame>
        <p:nvGraphicFramePr>
          <p:cNvPr id="27" name="Object 32"/>
          <p:cNvGraphicFramePr>
            <a:graphicFrameLocks noChangeAspect="1"/>
          </p:cNvGraphicFramePr>
          <p:nvPr/>
        </p:nvGraphicFramePr>
        <p:xfrm>
          <a:off x="1187450" y="2908300"/>
          <a:ext cx="2122488" cy="600075"/>
        </p:xfrm>
        <a:graphic>
          <a:graphicData uri="http://schemas.openxmlformats.org/presentationml/2006/ole">
            <p:oleObj spid="_x0000_s34848" name="Equation" r:id="rId6" imgW="1091726" imgH="418918" progId="Equation.DSMT4">
              <p:embed/>
            </p:oleObj>
          </a:graphicData>
        </a:graphic>
      </p:graphicFrame>
      <p:sp>
        <p:nvSpPr>
          <p:cNvPr id="81" name="Text Box 20"/>
          <p:cNvSpPr txBox="1">
            <a:spLocks noChangeArrowheads="1"/>
          </p:cNvSpPr>
          <p:nvPr/>
        </p:nvSpPr>
        <p:spPr bwMode="auto">
          <a:xfrm>
            <a:off x="3703638" y="2922588"/>
            <a:ext cx="25146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匀速圆周运动</a:t>
            </a:r>
            <a:r>
              <a:rPr lang="zh-CN" altLang="en-US" sz="1800" b="1">
                <a:latin typeface="华文中宋"/>
                <a:ea typeface="华文中宋"/>
                <a:cs typeface="华文中宋"/>
              </a:rPr>
              <a:t> </a:t>
            </a:r>
            <a:r>
              <a:rPr lang="en-US" altLang="zh-CN" sz="1800" b="1">
                <a:latin typeface="华文中宋"/>
                <a:ea typeface="华文中宋"/>
                <a:cs typeface="华文中宋"/>
              </a:rPr>
              <a:t>(</a:t>
            </a:r>
            <a:r>
              <a:rPr lang="en-US" altLang="zh-CN" sz="1800" b="1" i="1">
                <a:latin typeface="华文中宋"/>
                <a:ea typeface="华文中宋"/>
                <a:cs typeface="华文中宋"/>
                <a:sym typeface="Symbol" pitchFamily="18" charset="2"/>
              </a:rPr>
              <a:t></a:t>
            </a:r>
            <a:r>
              <a:rPr lang="en-US" altLang="zh-CN" sz="1800" b="1">
                <a:latin typeface="华文中宋"/>
                <a:ea typeface="华文中宋"/>
                <a:cs typeface="华文中宋"/>
                <a:sym typeface="Symbol" pitchFamily="18" charset="2"/>
              </a:rPr>
              <a:t>=</a:t>
            </a:r>
            <a:r>
              <a:rPr lang="zh-CN" altLang="en-US" sz="1800" b="1">
                <a:latin typeface="华文中宋"/>
                <a:ea typeface="华文中宋"/>
                <a:cs typeface="华文中宋"/>
                <a:sym typeface="Symbol" pitchFamily="18" charset="2"/>
              </a:rPr>
              <a:t>常数</a:t>
            </a:r>
            <a:r>
              <a:rPr lang="en-US" altLang="zh-CN" sz="1800" b="1">
                <a:latin typeface="华文中宋"/>
                <a:ea typeface="华文中宋"/>
                <a:cs typeface="华文中宋"/>
                <a:sym typeface="Symbol" pitchFamily="18" charset="2"/>
              </a:rPr>
              <a:t>)</a:t>
            </a:r>
          </a:p>
        </p:txBody>
      </p:sp>
      <p:graphicFrame>
        <p:nvGraphicFramePr>
          <p:cNvPr id="82" name="Object 33"/>
          <p:cNvGraphicFramePr>
            <a:graphicFrameLocks noChangeAspect="1"/>
          </p:cNvGraphicFramePr>
          <p:nvPr/>
        </p:nvGraphicFramePr>
        <p:xfrm>
          <a:off x="5338763" y="3400425"/>
          <a:ext cx="936625" cy="387350"/>
        </p:xfrm>
        <a:graphic>
          <a:graphicData uri="http://schemas.openxmlformats.org/presentationml/2006/ole">
            <p:oleObj spid="_x0000_s34849" name="公式" r:id="rId7" imgW="419100" imgH="228600" progId="Equation.3">
              <p:embed/>
            </p:oleObj>
          </a:graphicData>
        </a:graphic>
      </p:graphicFrame>
      <p:graphicFrame>
        <p:nvGraphicFramePr>
          <p:cNvPr id="83" name="Object 34"/>
          <p:cNvGraphicFramePr>
            <a:graphicFrameLocks noChangeAspect="1"/>
          </p:cNvGraphicFramePr>
          <p:nvPr/>
        </p:nvGraphicFramePr>
        <p:xfrm>
          <a:off x="5326063" y="3806825"/>
          <a:ext cx="1622425" cy="636588"/>
        </p:xfrm>
        <a:graphic>
          <a:graphicData uri="http://schemas.openxmlformats.org/presentationml/2006/ole">
            <p:oleObj spid="_x0000_s34850" name="公式" r:id="rId8" imgW="800100" imgH="419100" progId="Equation.3">
              <p:embed/>
            </p:oleObj>
          </a:graphicData>
        </a:graphic>
      </p:graphicFrame>
      <p:sp>
        <p:nvSpPr>
          <p:cNvPr id="24" name="Text Box 4"/>
          <p:cNvSpPr txBox="1">
            <a:spLocks noChangeArrowheads="1"/>
          </p:cNvSpPr>
          <p:nvPr/>
        </p:nvSpPr>
        <p:spPr bwMode="auto">
          <a:xfrm>
            <a:off x="657225" y="915988"/>
            <a:ext cx="181768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 </a:t>
            </a:r>
            <a:r>
              <a:rPr kumimoji="1" lang="en-US" altLang="zh-CN" sz="20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2</a:t>
            </a:r>
            <a:r>
              <a:rPr kumimoji="1" lang="zh-CN" altLang="en-US" sz="20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、</a:t>
            </a:r>
            <a:r>
              <a:rPr lang="zh-CN" altLang="en-US" sz="20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圆周运动</a:t>
            </a:r>
            <a:endParaRPr kumimoji="1" lang="zh-CN" altLang="en-US" sz="2000" b="1" dirty="0">
              <a:solidFill>
                <a:srgbClr val="000000"/>
              </a:solidFill>
              <a:latin typeface="华文中宋" pitchFamily="2" charset="-122"/>
              <a:ea typeface="华文中宋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utoUpdateAnimBg="0"/>
      <p:bldP spid="81" grpId="0" autoUpdateAnimBg="0"/>
      <p:bldP spid="24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3"/>
          <p:cNvSpPr txBox="1">
            <a:spLocks noChangeArrowheads="1"/>
          </p:cNvSpPr>
          <p:nvPr/>
        </p:nvSpPr>
        <p:spPr bwMode="auto">
          <a:xfrm>
            <a:off x="652463" y="842963"/>
            <a:ext cx="284003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18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2</a:t>
            </a:r>
            <a:r>
              <a:rPr kumimoji="1" lang="zh-CN" altLang="en-US" sz="18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）极坐标系</a:t>
            </a:r>
            <a:r>
              <a:rPr kumimoji="1" lang="en-US" altLang="zh-CN" sz="18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:</a:t>
            </a:r>
          </a:p>
        </p:txBody>
      </p:sp>
      <p:grpSp>
        <p:nvGrpSpPr>
          <p:cNvPr id="3" name="组合 45"/>
          <p:cNvGrpSpPr>
            <a:grpSpLocks/>
          </p:cNvGrpSpPr>
          <p:nvPr/>
        </p:nvGrpSpPr>
        <p:grpSpPr bwMode="auto">
          <a:xfrm>
            <a:off x="7135813" y="1376363"/>
            <a:ext cx="461962" cy="338137"/>
            <a:chOff x="7061200" y="3473450"/>
            <a:chExt cx="461552" cy="451405"/>
          </a:xfrm>
        </p:grpSpPr>
        <p:sp>
          <p:nvSpPr>
            <p:cNvPr id="35921" name="Rectangle 35"/>
            <p:cNvSpPr>
              <a:spLocks noChangeArrowheads="1"/>
            </p:cNvSpPr>
            <p:nvPr/>
          </p:nvSpPr>
          <p:spPr bwMode="auto">
            <a:xfrm>
              <a:off x="7105650" y="3473450"/>
              <a:ext cx="417102" cy="4514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l-GR" altLang="zh-CN" sz="1600" b="1">
                  <a:solidFill>
                    <a:srgbClr val="C00000"/>
                  </a:solidFill>
                  <a:latin typeface="Symbol" pitchFamily="18" charset="2"/>
                  <a:sym typeface="Symbol" pitchFamily="18" charset="2"/>
                </a:rPr>
                <a:t></a:t>
              </a:r>
              <a:endParaRPr lang="en-US" altLang="zh-CN" sz="1600" b="1">
                <a:solidFill>
                  <a:srgbClr val="C00000"/>
                </a:solidFill>
                <a:latin typeface="Symbol" pitchFamily="18" charset="2"/>
                <a:sym typeface="Symbol" pitchFamily="18" charset="2"/>
              </a:endParaRPr>
            </a:p>
          </p:txBody>
        </p:sp>
        <p:sp>
          <p:nvSpPr>
            <p:cNvPr id="35922" name="Freeform 36"/>
            <p:cNvSpPr>
              <a:spLocks/>
            </p:cNvSpPr>
            <p:nvPr/>
          </p:nvSpPr>
          <p:spPr bwMode="auto">
            <a:xfrm>
              <a:off x="7061200" y="3606800"/>
              <a:ext cx="269875" cy="269875"/>
            </a:xfrm>
            <a:custGeom>
              <a:avLst/>
              <a:gdLst>
                <a:gd name="T0" fmla="*/ 2147483647 w 198"/>
                <a:gd name="T1" fmla="*/ 2147483647 h 170"/>
                <a:gd name="T2" fmla="*/ 2147483647 w 198"/>
                <a:gd name="T3" fmla="*/ 2147483647 h 170"/>
                <a:gd name="T4" fmla="*/ 0 w 198"/>
                <a:gd name="T5" fmla="*/ 0 h 170"/>
                <a:gd name="T6" fmla="*/ 0 60000 65536"/>
                <a:gd name="T7" fmla="*/ 0 60000 65536"/>
                <a:gd name="T8" fmla="*/ 0 60000 65536"/>
                <a:gd name="T9" fmla="*/ 0 w 198"/>
                <a:gd name="T10" fmla="*/ 0 h 170"/>
                <a:gd name="T11" fmla="*/ 198 w 198"/>
                <a:gd name="T12" fmla="*/ 170 h 1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8" h="170">
                  <a:moveTo>
                    <a:pt x="198" y="170"/>
                  </a:moveTo>
                  <a:cubicBezTo>
                    <a:pt x="172" y="141"/>
                    <a:pt x="146" y="113"/>
                    <a:pt x="113" y="85"/>
                  </a:cubicBezTo>
                  <a:cubicBezTo>
                    <a:pt x="80" y="57"/>
                    <a:pt x="40" y="28"/>
                    <a:pt x="0" y="0"/>
                  </a:cubicBezTo>
                </a:path>
              </a:pathLst>
            </a:custGeom>
            <a:noFill/>
            <a:ln w="19050">
              <a:solidFill>
                <a:srgbClr val="C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组合 44"/>
          <p:cNvGrpSpPr>
            <a:grpSpLocks/>
          </p:cNvGrpSpPr>
          <p:nvPr/>
        </p:nvGrpSpPr>
        <p:grpSpPr bwMode="auto">
          <a:xfrm>
            <a:off x="6735763" y="976313"/>
            <a:ext cx="766762" cy="971550"/>
            <a:chOff x="6661150" y="2940050"/>
            <a:chExt cx="767792" cy="1295400"/>
          </a:xfrm>
        </p:grpSpPr>
        <p:sp>
          <p:nvSpPr>
            <p:cNvPr id="35917" name="Line 29"/>
            <p:cNvSpPr>
              <a:spLocks noChangeShapeType="1"/>
            </p:cNvSpPr>
            <p:nvPr/>
          </p:nvSpPr>
          <p:spPr bwMode="auto">
            <a:xfrm flipV="1">
              <a:off x="6661150" y="3340100"/>
              <a:ext cx="585787" cy="854075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18" name="Freeform 33"/>
            <p:cNvSpPr>
              <a:spLocks/>
            </p:cNvSpPr>
            <p:nvPr/>
          </p:nvSpPr>
          <p:spPr bwMode="auto">
            <a:xfrm>
              <a:off x="7011988" y="3740150"/>
              <a:ext cx="315912" cy="495300"/>
            </a:xfrm>
            <a:custGeom>
              <a:avLst/>
              <a:gdLst>
                <a:gd name="T0" fmla="*/ 2147483647 w 199"/>
                <a:gd name="T1" fmla="*/ 2147483647 h 312"/>
                <a:gd name="T2" fmla="*/ 2147483647 w 199"/>
                <a:gd name="T3" fmla="*/ 2147483647 h 312"/>
                <a:gd name="T4" fmla="*/ 0 w 199"/>
                <a:gd name="T5" fmla="*/ 0 h 312"/>
                <a:gd name="T6" fmla="*/ 0 60000 65536"/>
                <a:gd name="T7" fmla="*/ 0 60000 65536"/>
                <a:gd name="T8" fmla="*/ 0 60000 65536"/>
                <a:gd name="T9" fmla="*/ 0 w 199"/>
                <a:gd name="T10" fmla="*/ 0 h 312"/>
                <a:gd name="T11" fmla="*/ 199 w 199"/>
                <a:gd name="T12" fmla="*/ 312 h 3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9" h="312">
                  <a:moveTo>
                    <a:pt x="199" y="312"/>
                  </a:moveTo>
                  <a:cubicBezTo>
                    <a:pt x="187" y="253"/>
                    <a:pt x="175" y="194"/>
                    <a:pt x="142" y="142"/>
                  </a:cubicBezTo>
                  <a:cubicBezTo>
                    <a:pt x="109" y="90"/>
                    <a:pt x="54" y="45"/>
                    <a:pt x="0" y="0"/>
                  </a:cubicBezTo>
                </a:path>
              </a:pathLst>
            </a:custGeom>
            <a:noFill/>
            <a:ln w="19050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19" name="Rectangle 34"/>
            <p:cNvSpPr>
              <a:spLocks noChangeArrowheads="1"/>
            </p:cNvSpPr>
            <p:nvPr/>
          </p:nvSpPr>
          <p:spPr bwMode="auto">
            <a:xfrm>
              <a:off x="6838950" y="3695701"/>
              <a:ext cx="361324" cy="4514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l-GR" altLang="zh-CN" sz="1600" b="1">
                  <a:solidFill>
                    <a:srgbClr val="0000FF"/>
                  </a:solidFill>
                  <a:latin typeface="Symbol" pitchFamily="18" charset="2"/>
                  <a:sym typeface="Symbol" pitchFamily="18" charset="2"/>
                </a:rPr>
                <a:t></a:t>
              </a:r>
              <a:r>
                <a:rPr lang="en-US" altLang="zh-CN" sz="1600" b="1" baseline="-25000">
                  <a:solidFill>
                    <a:srgbClr val="0000FF"/>
                  </a:solidFill>
                  <a:latin typeface="Symbol" pitchFamily="18" charset="2"/>
                  <a:sym typeface="Symbol" pitchFamily="18" charset="2"/>
                </a:rPr>
                <a:t>2</a:t>
              </a:r>
              <a:endParaRPr lang="en-US" altLang="zh-CN" sz="1600" b="1">
                <a:solidFill>
                  <a:srgbClr val="0000FF"/>
                </a:solidFill>
                <a:latin typeface="Symbol" pitchFamily="18" charset="2"/>
                <a:sym typeface="Symbol" pitchFamily="18" charset="2"/>
              </a:endParaRPr>
            </a:p>
          </p:txBody>
        </p:sp>
        <p:sp>
          <p:nvSpPr>
            <p:cNvPr id="35920" name="Rectangle 38"/>
            <p:cNvSpPr>
              <a:spLocks noChangeArrowheads="1"/>
            </p:cNvSpPr>
            <p:nvPr/>
          </p:nvSpPr>
          <p:spPr bwMode="auto">
            <a:xfrm>
              <a:off x="7061200" y="2940050"/>
              <a:ext cx="367742" cy="4514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/>
                <a:t>p</a:t>
              </a:r>
              <a:r>
                <a:rPr lang="en-US" altLang="zh-CN" sz="1600" b="1" baseline="-25000"/>
                <a:t>2</a:t>
              </a:r>
            </a:p>
          </p:txBody>
        </p:sp>
      </p:grpSp>
      <p:grpSp>
        <p:nvGrpSpPr>
          <p:cNvPr id="5" name="组合 43"/>
          <p:cNvGrpSpPr>
            <a:grpSpLocks/>
          </p:cNvGrpSpPr>
          <p:nvPr/>
        </p:nvGrpSpPr>
        <p:grpSpPr bwMode="auto">
          <a:xfrm>
            <a:off x="5678488" y="1042988"/>
            <a:ext cx="2925762" cy="1689100"/>
            <a:chOff x="5594350" y="3028950"/>
            <a:chExt cx="2925762" cy="2251075"/>
          </a:xfrm>
        </p:grpSpPr>
        <p:sp>
          <p:nvSpPr>
            <p:cNvPr id="35908" name="Oval 25"/>
            <p:cNvSpPr>
              <a:spLocks noChangeArrowheads="1"/>
            </p:cNvSpPr>
            <p:nvPr/>
          </p:nvSpPr>
          <p:spPr bwMode="auto">
            <a:xfrm>
              <a:off x="5594350" y="3165475"/>
              <a:ext cx="2114550" cy="2114550"/>
            </a:xfrm>
            <a:prstGeom prst="ellipse">
              <a:avLst/>
            </a:prstGeom>
            <a:noFill/>
            <a:ln w="19050">
              <a:solidFill>
                <a:srgbClr val="00B0F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 b="1">
                <a:solidFill>
                  <a:srgbClr val="000000"/>
                </a:solidFill>
              </a:endParaRPr>
            </a:p>
          </p:txBody>
        </p:sp>
        <p:sp>
          <p:nvSpPr>
            <p:cNvPr id="35909" name="Line 26"/>
            <p:cNvSpPr>
              <a:spLocks noChangeShapeType="1"/>
            </p:cNvSpPr>
            <p:nvPr/>
          </p:nvSpPr>
          <p:spPr bwMode="auto">
            <a:xfrm>
              <a:off x="6629400" y="4244975"/>
              <a:ext cx="18907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10" name="Text Box 27"/>
            <p:cNvSpPr txBox="1">
              <a:spLocks noChangeArrowheads="1"/>
            </p:cNvSpPr>
            <p:nvPr/>
          </p:nvSpPr>
          <p:spPr bwMode="auto">
            <a:xfrm>
              <a:off x="6311677" y="4110038"/>
              <a:ext cx="332142" cy="4514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1"/>
                <a:t>O</a:t>
              </a:r>
            </a:p>
          </p:txBody>
        </p:sp>
        <p:sp>
          <p:nvSpPr>
            <p:cNvPr id="35911" name="Line 28"/>
            <p:cNvSpPr>
              <a:spLocks noChangeShapeType="1"/>
            </p:cNvSpPr>
            <p:nvPr/>
          </p:nvSpPr>
          <p:spPr bwMode="auto">
            <a:xfrm flipV="1">
              <a:off x="6629400" y="3749675"/>
              <a:ext cx="944562" cy="49530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12" name="Oval 30"/>
            <p:cNvSpPr>
              <a:spLocks noChangeArrowheads="1"/>
            </p:cNvSpPr>
            <p:nvPr/>
          </p:nvSpPr>
          <p:spPr bwMode="auto">
            <a:xfrm>
              <a:off x="6584950" y="4198938"/>
              <a:ext cx="88900" cy="88900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 b="1">
                <a:solidFill>
                  <a:srgbClr val="000000"/>
                </a:solidFill>
              </a:endParaRPr>
            </a:p>
          </p:txBody>
        </p:sp>
        <p:sp>
          <p:nvSpPr>
            <p:cNvPr id="35913" name="Freeform 31"/>
            <p:cNvSpPr>
              <a:spLocks/>
            </p:cNvSpPr>
            <p:nvPr/>
          </p:nvSpPr>
          <p:spPr bwMode="auto">
            <a:xfrm>
              <a:off x="6943725" y="4064000"/>
              <a:ext cx="53975" cy="180975"/>
            </a:xfrm>
            <a:custGeom>
              <a:avLst/>
              <a:gdLst>
                <a:gd name="T0" fmla="*/ 2147483647 w 34"/>
                <a:gd name="T1" fmla="*/ 2147483647 h 114"/>
                <a:gd name="T2" fmla="*/ 2147483647 w 34"/>
                <a:gd name="T3" fmla="*/ 2147483647 h 114"/>
                <a:gd name="T4" fmla="*/ 0 w 34"/>
                <a:gd name="T5" fmla="*/ 0 h 114"/>
                <a:gd name="T6" fmla="*/ 0 60000 65536"/>
                <a:gd name="T7" fmla="*/ 0 60000 65536"/>
                <a:gd name="T8" fmla="*/ 0 60000 65536"/>
                <a:gd name="T9" fmla="*/ 0 w 34"/>
                <a:gd name="T10" fmla="*/ 0 h 114"/>
                <a:gd name="T11" fmla="*/ 34 w 34"/>
                <a:gd name="T12" fmla="*/ 114 h 1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" h="114">
                  <a:moveTo>
                    <a:pt x="29" y="114"/>
                  </a:moveTo>
                  <a:cubicBezTo>
                    <a:pt x="31" y="95"/>
                    <a:pt x="34" y="76"/>
                    <a:pt x="29" y="57"/>
                  </a:cubicBezTo>
                  <a:cubicBezTo>
                    <a:pt x="24" y="38"/>
                    <a:pt x="12" y="19"/>
                    <a:pt x="0" y="0"/>
                  </a:cubicBezTo>
                </a:path>
              </a:pathLst>
            </a:custGeom>
            <a:noFill/>
            <a:ln w="19050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14" name="Rectangle 32"/>
            <p:cNvSpPr>
              <a:spLocks noChangeArrowheads="1"/>
            </p:cNvSpPr>
            <p:nvPr/>
          </p:nvSpPr>
          <p:spPr bwMode="auto">
            <a:xfrm>
              <a:off x="6923088" y="3981450"/>
              <a:ext cx="360996" cy="4514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l-GR" altLang="zh-CN" sz="1600" b="1">
                  <a:solidFill>
                    <a:srgbClr val="0000FF"/>
                  </a:solidFill>
                  <a:latin typeface="Symbol" pitchFamily="18" charset="2"/>
                  <a:sym typeface="Symbol" pitchFamily="18" charset="2"/>
                </a:rPr>
                <a:t></a:t>
              </a:r>
              <a:r>
                <a:rPr lang="en-US" altLang="zh-CN" sz="1600" b="1" baseline="-25000">
                  <a:solidFill>
                    <a:srgbClr val="0000FF"/>
                  </a:solidFill>
                  <a:latin typeface="Symbol" pitchFamily="18" charset="2"/>
                  <a:sym typeface="Symbol" pitchFamily="18" charset="2"/>
                </a:rPr>
                <a:t>1</a:t>
              </a:r>
              <a:endParaRPr lang="en-US" altLang="zh-CN" sz="1600" b="1">
                <a:solidFill>
                  <a:srgbClr val="0000FF"/>
                </a:solidFill>
                <a:latin typeface="Symbol" pitchFamily="18" charset="2"/>
                <a:sym typeface="Symbol" pitchFamily="18" charset="2"/>
              </a:endParaRPr>
            </a:p>
          </p:txBody>
        </p:sp>
        <p:sp>
          <p:nvSpPr>
            <p:cNvPr id="35915" name="Rectangle 37"/>
            <p:cNvSpPr>
              <a:spLocks noChangeArrowheads="1"/>
            </p:cNvSpPr>
            <p:nvPr/>
          </p:nvSpPr>
          <p:spPr bwMode="auto">
            <a:xfrm>
              <a:off x="7573962" y="3479799"/>
              <a:ext cx="367408" cy="4514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600" b="1"/>
                <a:t>p</a:t>
              </a:r>
              <a:r>
                <a:rPr lang="en-US" altLang="zh-CN" sz="1600" b="1" baseline="-25000"/>
                <a:t>1</a:t>
              </a:r>
            </a:p>
          </p:txBody>
        </p:sp>
        <p:sp>
          <p:nvSpPr>
            <p:cNvPr id="35916" name="Freeform 39"/>
            <p:cNvSpPr>
              <a:spLocks/>
            </p:cNvSpPr>
            <p:nvPr/>
          </p:nvSpPr>
          <p:spPr bwMode="auto">
            <a:xfrm>
              <a:off x="7394575" y="3028950"/>
              <a:ext cx="495300" cy="584200"/>
            </a:xfrm>
            <a:custGeom>
              <a:avLst/>
              <a:gdLst>
                <a:gd name="T0" fmla="*/ 2147483647 w 255"/>
                <a:gd name="T1" fmla="*/ 2147483647 h 368"/>
                <a:gd name="T2" fmla="*/ 2147483647 w 255"/>
                <a:gd name="T3" fmla="*/ 2147483647 h 368"/>
                <a:gd name="T4" fmla="*/ 0 w 255"/>
                <a:gd name="T5" fmla="*/ 0 h 368"/>
                <a:gd name="T6" fmla="*/ 0 60000 65536"/>
                <a:gd name="T7" fmla="*/ 0 60000 65536"/>
                <a:gd name="T8" fmla="*/ 0 60000 65536"/>
                <a:gd name="T9" fmla="*/ 0 w 255"/>
                <a:gd name="T10" fmla="*/ 0 h 368"/>
                <a:gd name="T11" fmla="*/ 255 w 255"/>
                <a:gd name="T12" fmla="*/ 368 h 3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5" h="368">
                  <a:moveTo>
                    <a:pt x="255" y="368"/>
                  </a:moveTo>
                  <a:cubicBezTo>
                    <a:pt x="233" y="299"/>
                    <a:pt x="212" y="231"/>
                    <a:pt x="170" y="170"/>
                  </a:cubicBezTo>
                  <a:cubicBezTo>
                    <a:pt x="128" y="109"/>
                    <a:pt x="64" y="54"/>
                    <a:pt x="0" y="0"/>
                  </a:cubicBezTo>
                </a:path>
              </a:pathLst>
            </a:custGeom>
            <a:noFill/>
            <a:ln w="19050">
              <a:solidFill>
                <a:srgbClr val="FF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40"/>
          <p:cNvGrpSpPr>
            <a:grpSpLocks/>
          </p:cNvGrpSpPr>
          <p:nvPr/>
        </p:nvGrpSpPr>
        <p:grpSpPr bwMode="auto">
          <a:xfrm>
            <a:off x="971550" y="1266825"/>
            <a:ext cx="2735263" cy="368300"/>
            <a:chOff x="576" y="1270"/>
            <a:chExt cx="1852" cy="376"/>
          </a:xfrm>
        </p:grpSpPr>
        <p:graphicFrame>
          <p:nvGraphicFramePr>
            <p:cNvPr id="35886" name="Object 46"/>
            <p:cNvGraphicFramePr>
              <a:graphicFrameLocks noChangeAspect="1"/>
            </p:cNvGraphicFramePr>
            <p:nvPr/>
          </p:nvGraphicFramePr>
          <p:xfrm>
            <a:off x="1579" y="1310"/>
            <a:ext cx="849" cy="302"/>
          </p:xfrm>
          <a:graphic>
            <a:graphicData uri="http://schemas.openxmlformats.org/presentationml/2006/ole">
              <p:oleObj spid="_x0000_s35886" name="公式" r:id="rId3" imgW="545626" imgH="203024" progId="Equation.3">
                <p:embed/>
              </p:oleObj>
            </a:graphicData>
          </a:graphic>
        </p:graphicFrame>
        <p:sp>
          <p:nvSpPr>
            <p:cNvPr id="35907" name="Rectangle 42"/>
            <p:cNvSpPr>
              <a:spLocks noChangeArrowheads="1"/>
            </p:cNvSpPr>
            <p:nvPr/>
          </p:nvSpPr>
          <p:spPr bwMode="auto">
            <a:xfrm>
              <a:off x="576" y="1270"/>
              <a:ext cx="644" cy="3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800" b="1">
                  <a:solidFill>
                    <a:srgbClr val="000000"/>
                  </a:solidFill>
                  <a:latin typeface="华文中宋"/>
                  <a:ea typeface="华文中宋"/>
                  <a:cs typeface="华文中宋"/>
                </a:rPr>
                <a:t> </a:t>
              </a:r>
              <a:r>
                <a:rPr lang="zh-CN" altLang="en-US" sz="1800" b="1">
                  <a:solidFill>
                    <a:srgbClr val="000000"/>
                  </a:solidFill>
                  <a:latin typeface="华文中宋"/>
                  <a:ea typeface="华文中宋"/>
                  <a:cs typeface="华文中宋"/>
                </a:rPr>
                <a:t>角位置</a:t>
              </a:r>
            </a:p>
          </p:txBody>
        </p:sp>
      </p:grpSp>
      <p:grpSp>
        <p:nvGrpSpPr>
          <p:cNvPr id="8" name="组合 39"/>
          <p:cNvGrpSpPr>
            <a:grpSpLocks/>
          </p:cNvGrpSpPr>
          <p:nvPr/>
        </p:nvGrpSpPr>
        <p:grpSpPr bwMode="auto">
          <a:xfrm>
            <a:off x="949325" y="1782763"/>
            <a:ext cx="3211513" cy="392112"/>
            <a:chOff x="927100" y="1636713"/>
            <a:chExt cx="3211144" cy="521864"/>
          </a:xfrm>
        </p:grpSpPr>
        <p:sp>
          <p:nvSpPr>
            <p:cNvPr id="35906" name="Rectangle 45"/>
            <p:cNvSpPr>
              <a:spLocks noChangeArrowheads="1"/>
            </p:cNvSpPr>
            <p:nvPr/>
          </p:nvSpPr>
          <p:spPr bwMode="auto">
            <a:xfrm>
              <a:off x="927100" y="1636713"/>
              <a:ext cx="1091866" cy="4918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800" b="1" baseline="30000">
                  <a:solidFill>
                    <a:schemeClr val="bg1"/>
                  </a:solidFill>
                  <a:latin typeface="华文中宋"/>
                  <a:ea typeface="华文中宋"/>
                  <a:cs typeface="华文中宋"/>
                </a:rPr>
                <a:t>*</a:t>
              </a:r>
              <a:r>
                <a:rPr lang="zh-CN" altLang="en-US" sz="1800" b="1">
                  <a:latin typeface="华文中宋"/>
                  <a:ea typeface="华文中宋"/>
                  <a:cs typeface="华文中宋"/>
                </a:rPr>
                <a:t>角位移</a:t>
              </a:r>
              <a:r>
                <a:rPr lang="zh-CN" altLang="en-US" sz="1800" b="1">
                  <a:solidFill>
                    <a:srgbClr val="000000"/>
                  </a:solidFill>
                  <a:latin typeface="华文中宋"/>
                  <a:ea typeface="华文中宋"/>
                  <a:cs typeface="华文中宋"/>
                </a:rPr>
                <a:t>  </a:t>
              </a:r>
            </a:p>
          </p:txBody>
        </p:sp>
        <p:graphicFrame>
          <p:nvGraphicFramePr>
            <p:cNvPr id="35887" name="Object 47"/>
            <p:cNvGraphicFramePr>
              <a:graphicFrameLocks noChangeAspect="1"/>
            </p:cNvGraphicFramePr>
            <p:nvPr/>
          </p:nvGraphicFramePr>
          <p:xfrm>
            <a:off x="2388979" y="1712518"/>
            <a:ext cx="1749265" cy="446059"/>
          </p:xfrm>
          <a:graphic>
            <a:graphicData uri="http://schemas.openxmlformats.org/presentationml/2006/ole">
              <p:oleObj spid="_x0000_s35887" name="Equation" r:id="rId4" imgW="761669" imgH="228501" progId="Equation.DSMT4">
                <p:embed/>
              </p:oleObj>
            </a:graphicData>
          </a:graphic>
        </p:graphicFrame>
      </p:grpSp>
      <p:grpSp>
        <p:nvGrpSpPr>
          <p:cNvPr id="9" name="Group 47"/>
          <p:cNvGrpSpPr>
            <a:grpSpLocks/>
          </p:cNvGrpSpPr>
          <p:nvPr/>
        </p:nvGrpSpPr>
        <p:grpSpPr bwMode="auto">
          <a:xfrm>
            <a:off x="1042988" y="2330450"/>
            <a:ext cx="2549525" cy="573088"/>
            <a:chOff x="432" y="1966"/>
            <a:chExt cx="1642" cy="580"/>
          </a:xfrm>
        </p:grpSpPr>
        <p:graphicFrame>
          <p:nvGraphicFramePr>
            <p:cNvPr id="35888" name="Object 48"/>
            <p:cNvGraphicFramePr>
              <a:graphicFrameLocks noChangeAspect="1"/>
            </p:cNvGraphicFramePr>
            <p:nvPr/>
          </p:nvGraphicFramePr>
          <p:xfrm>
            <a:off x="1322" y="1966"/>
            <a:ext cx="752" cy="580"/>
          </p:xfrm>
          <a:graphic>
            <a:graphicData uri="http://schemas.openxmlformats.org/presentationml/2006/ole">
              <p:oleObj spid="_x0000_s35888" name="Equation" r:id="rId5" imgW="507780" imgH="393529" progId="Equation.DSMT4">
                <p:embed/>
              </p:oleObj>
            </a:graphicData>
          </a:graphic>
        </p:graphicFrame>
        <p:sp>
          <p:nvSpPr>
            <p:cNvPr id="35905" name="Rectangle 49"/>
            <p:cNvSpPr>
              <a:spLocks noChangeArrowheads="1"/>
            </p:cNvSpPr>
            <p:nvPr/>
          </p:nvSpPr>
          <p:spPr bwMode="auto">
            <a:xfrm>
              <a:off x="432" y="2079"/>
              <a:ext cx="565" cy="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1800" b="1">
                  <a:latin typeface="华文中宋"/>
                  <a:ea typeface="华文中宋"/>
                  <a:cs typeface="华文中宋"/>
                </a:rPr>
                <a:t>角速度</a:t>
              </a:r>
            </a:p>
          </p:txBody>
        </p:sp>
      </p:grpSp>
      <p:grpSp>
        <p:nvGrpSpPr>
          <p:cNvPr id="10" name="Group 50"/>
          <p:cNvGrpSpPr>
            <a:grpSpLocks/>
          </p:cNvGrpSpPr>
          <p:nvPr/>
        </p:nvGrpSpPr>
        <p:grpSpPr bwMode="auto">
          <a:xfrm>
            <a:off x="1042988" y="3060700"/>
            <a:ext cx="3419475" cy="577850"/>
            <a:chOff x="118" y="2781"/>
            <a:chExt cx="2004" cy="533"/>
          </a:xfrm>
        </p:grpSpPr>
        <p:sp>
          <p:nvSpPr>
            <p:cNvPr id="35904" name="Text Box 51"/>
            <p:cNvSpPr txBox="1">
              <a:spLocks noChangeArrowheads="1"/>
            </p:cNvSpPr>
            <p:nvPr/>
          </p:nvSpPr>
          <p:spPr bwMode="auto">
            <a:xfrm>
              <a:off x="118" y="2884"/>
              <a:ext cx="649" cy="3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1800" b="1">
                  <a:solidFill>
                    <a:srgbClr val="000000"/>
                  </a:solidFill>
                  <a:latin typeface="华文中宋"/>
                  <a:ea typeface="华文中宋"/>
                  <a:cs typeface="华文中宋"/>
                </a:rPr>
                <a:t>角加速度</a:t>
              </a:r>
              <a:endParaRPr lang="zh-CN" altLang="en-US" sz="1800" b="1">
                <a:latin typeface="华文中宋"/>
                <a:ea typeface="华文中宋"/>
                <a:cs typeface="华文中宋"/>
              </a:endParaRPr>
            </a:p>
          </p:txBody>
        </p:sp>
        <p:graphicFrame>
          <p:nvGraphicFramePr>
            <p:cNvPr id="35889" name="Object 49"/>
            <p:cNvGraphicFramePr>
              <a:graphicFrameLocks noChangeAspect="1"/>
            </p:cNvGraphicFramePr>
            <p:nvPr/>
          </p:nvGraphicFramePr>
          <p:xfrm>
            <a:off x="944" y="2781"/>
            <a:ext cx="1178" cy="533"/>
          </p:xfrm>
          <a:graphic>
            <a:graphicData uri="http://schemas.openxmlformats.org/presentationml/2006/ole">
              <p:oleObj spid="_x0000_s35889" name="Equation" r:id="rId6" imgW="914400" imgH="419100" progId="Equation.DSMT4">
                <p:embed/>
              </p:oleObj>
            </a:graphicData>
          </a:graphic>
        </p:graphicFrame>
      </p:grpSp>
      <p:sp>
        <p:nvSpPr>
          <p:cNvPr id="81" name="Text Box 20"/>
          <p:cNvSpPr txBox="1">
            <a:spLocks noChangeArrowheads="1"/>
          </p:cNvSpPr>
          <p:nvPr/>
        </p:nvSpPr>
        <p:spPr bwMode="auto">
          <a:xfrm>
            <a:off x="971550" y="3786188"/>
            <a:ext cx="25161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匀速圆周运动</a:t>
            </a:r>
            <a:r>
              <a:rPr lang="zh-CN" altLang="en-US" sz="1800" b="1">
                <a:latin typeface="华文中宋"/>
                <a:ea typeface="华文中宋"/>
                <a:cs typeface="华文中宋"/>
              </a:rPr>
              <a:t> </a:t>
            </a:r>
            <a:r>
              <a:rPr lang="en-US" altLang="zh-CN" sz="1800" b="1">
                <a:latin typeface="华文中宋"/>
                <a:ea typeface="华文中宋"/>
                <a:cs typeface="华文中宋"/>
              </a:rPr>
              <a:t>(</a:t>
            </a:r>
            <a:r>
              <a:rPr lang="en-US" altLang="zh-CN" sz="1800" b="1" i="1">
                <a:latin typeface="华文中宋"/>
                <a:ea typeface="华文中宋"/>
                <a:cs typeface="华文中宋"/>
                <a:sym typeface="Symbol" pitchFamily="18" charset="2"/>
              </a:rPr>
              <a:t></a:t>
            </a:r>
            <a:r>
              <a:rPr lang="en-US" altLang="zh-CN" sz="1800" b="1">
                <a:latin typeface="华文中宋"/>
                <a:ea typeface="华文中宋"/>
                <a:cs typeface="华文中宋"/>
                <a:sym typeface="Symbol" pitchFamily="18" charset="2"/>
              </a:rPr>
              <a:t>=</a:t>
            </a:r>
            <a:r>
              <a:rPr lang="zh-CN" altLang="en-US" sz="1800" b="1">
                <a:latin typeface="华文中宋"/>
                <a:ea typeface="华文中宋"/>
                <a:cs typeface="华文中宋"/>
                <a:sym typeface="Symbol" pitchFamily="18" charset="2"/>
              </a:rPr>
              <a:t>常数</a:t>
            </a:r>
            <a:r>
              <a:rPr lang="en-US" altLang="zh-CN" sz="1800" b="1">
                <a:latin typeface="华文中宋"/>
                <a:ea typeface="华文中宋"/>
                <a:cs typeface="华文中宋"/>
                <a:sym typeface="Symbol" pitchFamily="18" charset="2"/>
              </a:rPr>
              <a:t>)</a:t>
            </a:r>
          </a:p>
        </p:txBody>
      </p:sp>
      <p:graphicFrame>
        <p:nvGraphicFramePr>
          <p:cNvPr id="82" name="Object 50"/>
          <p:cNvGraphicFramePr>
            <a:graphicFrameLocks noChangeAspect="1"/>
          </p:cNvGraphicFramePr>
          <p:nvPr/>
        </p:nvGraphicFramePr>
        <p:xfrm>
          <a:off x="3636963" y="4132263"/>
          <a:ext cx="1006475" cy="311150"/>
        </p:xfrm>
        <a:graphic>
          <a:graphicData uri="http://schemas.openxmlformats.org/presentationml/2006/ole">
            <p:oleObj spid="_x0000_s35890" name="公式" r:id="rId7" imgW="431425" imgH="177646" progId="Equation.3">
              <p:embed/>
            </p:oleObj>
          </a:graphicData>
        </a:graphic>
      </p:graphicFrame>
      <p:graphicFrame>
        <p:nvGraphicFramePr>
          <p:cNvPr id="83" name="Object 51"/>
          <p:cNvGraphicFramePr>
            <a:graphicFrameLocks noChangeAspect="1"/>
          </p:cNvGraphicFramePr>
          <p:nvPr/>
        </p:nvGraphicFramePr>
        <p:xfrm>
          <a:off x="3635375" y="3700463"/>
          <a:ext cx="936625" cy="361950"/>
        </p:xfrm>
        <a:graphic>
          <a:graphicData uri="http://schemas.openxmlformats.org/presentationml/2006/ole">
            <p:oleObj spid="_x0000_s35891" name="公式" r:id="rId8" imgW="393529" imgH="203112" progId="Equation.3">
              <p:embed/>
            </p:oleObj>
          </a:graphicData>
        </a:graphic>
      </p:graphicFrame>
      <p:grpSp>
        <p:nvGrpSpPr>
          <p:cNvPr id="11" name="Group 42"/>
          <p:cNvGrpSpPr>
            <a:grpSpLocks/>
          </p:cNvGrpSpPr>
          <p:nvPr/>
        </p:nvGrpSpPr>
        <p:grpSpPr bwMode="auto">
          <a:xfrm>
            <a:off x="5940425" y="2789238"/>
            <a:ext cx="2232025" cy="646112"/>
            <a:chOff x="3606" y="1903"/>
            <a:chExt cx="1406" cy="542"/>
          </a:xfrm>
        </p:grpSpPr>
        <p:sp>
          <p:nvSpPr>
            <p:cNvPr id="35903" name="Text Box 46"/>
            <p:cNvSpPr txBox="1">
              <a:spLocks noChangeArrowheads="1"/>
            </p:cNvSpPr>
            <p:nvPr/>
          </p:nvSpPr>
          <p:spPr bwMode="auto">
            <a:xfrm>
              <a:off x="3697" y="1903"/>
              <a:ext cx="1315" cy="5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en-US" altLang="zh-CN" sz="1800" b="1" i="1">
                  <a:latin typeface="华文中宋"/>
                  <a:ea typeface="华文中宋"/>
                  <a:cs typeface="Times New Roman" pitchFamily="18" charset="0"/>
                </a:rPr>
                <a:t>      </a:t>
              </a:r>
              <a:r>
                <a:rPr kumimoji="1" lang="zh-CN" altLang="en-US" sz="1800" b="1">
                  <a:latin typeface="华文中宋"/>
                  <a:ea typeface="华文中宋"/>
                  <a:cs typeface="Times New Roman" pitchFamily="18" charset="0"/>
                </a:rPr>
                <a:t>方向为右手螺旋法则</a:t>
              </a:r>
            </a:p>
          </p:txBody>
        </p:sp>
        <p:graphicFrame>
          <p:nvGraphicFramePr>
            <p:cNvPr id="35892" name="Object 52"/>
            <p:cNvGraphicFramePr>
              <a:graphicFrameLocks noChangeAspect="1"/>
            </p:cNvGraphicFramePr>
            <p:nvPr/>
          </p:nvGraphicFramePr>
          <p:xfrm>
            <a:off x="3606" y="1933"/>
            <a:ext cx="499" cy="258"/>
          </p:xfrm>
          <a:graphic>
            <a:graphicData uri="http://schemas.openxmlformats.org/presentationml/2006/ole">
              <p:oleObj spid="_x0000_s35892" name="Equation" r:id="rId9" imgW="393529" imgH="203112" progId="Equation.DSMT4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81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31"/>
          <p:cNvGraphicFramePr>
            <a:graphicFrameLocks noChangeAspect="1"/>
          </p:cNvGraphicFramePr>
          <p:nvPr/>
        </p:nvGraphicFramePr>
        <p:xfrm>
          <a:off x="1244600" y="2003425"/>
          <a:ext cx="2300288" cy="536575"/>
        </p:xfrm>
        <a:graphic>
          <a:graphicData uri="http://schemas.openxmlformats.org/presentationml/2006/ole">
            <p:oleObj spid="_x0000_s36895" name="Equation" r:id="rId3" imgW="1269449" imgH="393529" progId="Equation.DSMT4">
              <p:embed/>
            </p:oleObj>
          </a:graphicData>
        </a:graphic>
      </p:graphicFrame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6281738" y="2217738"/>
            <a:ext cx="392112" cy="1085850"/>
            <a:chOff x="3674" y="459"/>
            <a:chExt cx="247" cy="912"/>
          </a:xfrm>
        </p:grpSpPr>
        <p:sp>
          <p:nvSpPr>
            <p:cNvPr id="36914" name="Line 17"/>
            <p:cNvSpPr>
              <a:spLocks noChangeShapeType="1"/>
            </p:cNvSpPr>
            <p:nvPr/>
          </p:nvSpPr>
          <p:spPr bwMode="auto">
            <a:xfrm flipV="1">
              <a:off x="3921" y="459"/>
              <a:ext cx="0" cy="91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6896" name="Object 32"/>
            <p:cNvGraphicFramePr>
              <a:graphicFrameLocks noChangeAspect="1"/>
            </p:cNvGraphicFramePr>
            <p:nvPr/>
          </p:nvGraphicFramePr>
          <p:xfrm>
            <a:off x="3674" y="564"/>
            <a:ext cx="194" cy="242"/>
          </p:xfrm>
          <a:graphic>
            <a:graphicData uri="http://schemas.openxmlformats.org/presentationml/2006/ole">
              <p:oleObj spid="_x0000_s36896" name="Equation" r:id="rId4" imgW="152334" imgH="190417" progId="Equation.DSMT4">
                <p:embed/>
              </p:oleObj>
            </a:graphicData>
          </a:graphic>
        </p:graphicFrame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7721600" y="3184525"/>
            <a:ext cx="1027113" cy="360363"/>
            <a:chOff x="2880" y="2178"/>
            <a:chExt cx="647" cy="303"/>
          </a:xfrm>
        </p:grpSpPr>
        <p:sp>
          <p:nvSpPr>
            <p:cNvPr id="36913" name="Line 20"/>
            <p:cNvSpPr>
              <a:spLocks noChangeShapeType="1"/>
            </p:cNvSpPr>
            <p:nvPr/>
          </p:nvSpPr>
          <p:spPr bwMode="auto">
            <a:xfrm flipV="1">
              <a:off x="2880" y="2188"/>
              <a:ext cx="528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6897" name="Object 33"/>
            <p:cNvGraphicFramePr>
              <a:graphicFrameLocks noChangeAspect="1"/>
            </p:cNvGraphicFramePr>
            <p:nvPr/>
          </p:nvGraphicFramePr>
          <p:xfrm>
            <a:off x="3305" y="2178"/>
            <a:ext cx="222" cy="303"/>
          </p:xfrm>
          <a:graphic>
            <a:graphicData uri="http://schemas.openxmlformats.org/presentationml/2006/ole">
              <p:oleObj spid="_x0000_s36897" name="Equation" r:id="rId5" imgW="139639" imgH="190417" progId="Equation.DSMT4">
                <p:embed/>
              </p:oleObj>
            </a:graphicData>
          </a:graphic>
        </p:graphicFrame>
      </p:grp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5607050" y="2960688"/>
            <a:ext cx="2209800" cy="800100"/>
            <a:chOff x="3249" y="1083"/>
            <a:chExt cx="1392" cy="672"/>
          </a:xfrm>
        </p:grpSpPr>
        <p:sp>
          <p:nvSpPr>
            <p:cNvPr id="36910" name="Oval 23"/>
            <p:cNvSpPr>
              <a:spLocks noChangeArrowheads="1"/>
            </p:cNvSpPr>
            <p:nvPr/>
          </p:nvSpPr>
          <p:spPr bwMode="auto">
            <a:xfrm>
              <a:off x="3249" y="1083"/>
              <a:ext cx="1392" cy="672"/>
            </a:xfrm>
            <a:prstGeom prst="ellips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36911" name="Line 24"/>
            <p:cNvSpPr>
              <a:spLocks noChangeShapeType="1"/>
            </p:cNvSpPr>
            <p:nvPr/>
          </p:nvSpPr>
          <p:spPr bwMode="auto">
            <a:xfrm>
              <a:off x="3921" y="1371"/>
              <a:ext cx="672" cy="19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2" name="Oval 25"/>
            <p:cNvSpPr>
              <a:spLocks noChangeArrowheads="1"/>
            </p:cNvSpPr>
            <p:nvPr/>
          </p:nvSpPr>
          <p:spPr bwMode="auto">
            <a:xfrm>
              <a:off x="4535" y="1508"/>
              <a:ext cx="90" cy="90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p:graphicFrame>
          <p:nvGraphicFramePr>
            <p:cNvPr id="36898" name="Object 34"/>
            <p:cNvGraphicFramePr>
              <a:graphicFrameLocks noChangeAspect="1"/>
            </p:cNvGraphicFramePr>
            <p:nvPr/>
          </p:nvGraphicFramePr>
          <p:xfrm>
            <a:off x="4099" y="1444"/>
            <a:ext cx="149" cy="208"/>
          </p:xfrm>
          <a:graphic>
            <a:graphicData uri="http://schemas.openxmlformats.org/presentationml/2006/ole">
              <p:oleObj spid="_x0000_s36898" name="Equation" r:id="rId6" imgW="126725" imgH="177415" progId="Equation.DSMT4">
                <p:embed/>
              </p:oleObj>
            </a:graphicData>
          </a:graphic>
        </p:graphicFrame>
      </p:grpSp>
      <p:graphicFrame>
        <p:nvGraphicFramePr>
          <p:cNvPr id="36" name="Object 35"/>
          <p:cNvGraphicFramePr>
            <a:graphicFrameLocks noChangeAspect="1"/>
          </p:cNvGraphicFramePr>
          <p:nvPr/>
        </p:nvGraphicFramePr>
        <p:xfrm>
          <a:off x="5926138" y="1693863"/>
          <a:ext cx="1733550" cy="419100"/>
        </p:xfrm>
        <a:graphic>
          <a:graphicData uri="http://schemas.openxmlformats.org/presentationml/2006/ole">
            <p:oleObj spid="_x0000_s36899" name="Equation" r:id="rId7" imgW="609336" imgH="190417" progId="Equation.DSMT4">
              <p:embed/>
            </p:oleObj>
          </a:graphicData>
        </a:graphic>
      </p:graphicFrame>
      <p:graphicFrame>
        <p:nvGraphicFramePr>
          <p:cNvPr id="18" name="Object 36"/>
          <p:cNvGraphicFramePr>
            <a:graphicFrameLocks noChangeAspect="1"/>
          </p:cNvGraphicFramePr>
          <p:nvPr/>
        </p:nvGraphicFramePr>
        <p:xfrm>
          <a:off x="1152525" y="2551113"/>
          <a:ext cx="2343150" cy="515937"/>
        </p:xfrm>
        <a:graphic>
          <a:graphicData uri="http://schemas.openxmlformats.org/presentationml/2006/ole">
            <p:oleObj spid="_x0000_s36900" name="Equation" r:id="rId8" imgW="1345616" imgH="393529" progId="Equation.DSMT4">
              <p:embed/>
            </p:oleObj>
          </a:graphicData>
        </a:graphic>
      </p:graphicFrame>
      <p:graphicFrame>
        <p:nvGraphicFramePr>
          <p:cNvPr id="19" name="Object 37"/>
          <p:cNvGraphicFramePr>
            <a:graphicFrameLocks noChangeAspect="1"/>
          </p:cNvGraphicFramePr>
          <p:nvPr/>
        </p:nvGraphicFramePr>
        <p:xfrm>
          <a:off x="1095375" y="3100388"/>
          <a:ext cx="2613025" cy="550862"/>
        </p:xfrm>
        <a:graphic>
          <a:graphicData uri="http://schemas.openxmlformats.org/presentationml/2006/ole">
            <p:oleObj spid="_x0000_s36901" name="Equation" r:id="rId9" imgW="1498600" imgH="419100" progId="Equation.DSMT4">
              <p:embed/>
            </p:oleObj>
          </a:graphicData>
        </a:graphic>
      </p:graphicFrame>
      <p:sp>
        <p:nvSpPr>
          <p:cNvPr id="22" name="Text Box 19"/>
          <p:cNvSpPr txBox="1">
            <a:spLocks noChangeArrowheads="1"/>
          </p:cNvSpPr>
          <p:nvPr/>
        </p:nvSpPr>
        <p:spPr bwMode="auto">
          <a:xfrm>
            <a:off x="612775" y="3651250"/>
            <a:ext cx="50387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>
                <a:solidFill>
                  <a:srgbClr val="C00000"/>
                </a:solidFill>
                <a:latin typeface="华文中宋"/>
                <a:ea typeface="华文中宋"/>
                <a:cs typeface="华文中宋"/>
              </a:rPr>
              <a:t>【</a:t>
            </a:r>
            <a:r>
              <a:rPr lang="zh-CN" altLang="en-US" sz="1800" b="1">
                <a:solidFill>
                  <a:srgbClr val="C00000"/>
                </a:solidFill>
                <a:latin typeface="华文中宋"/>
                <a:ea typeface="华文中宋"/>
                <a:cs typeface="华文中宋"/>
              </a:rPr>
              <a:t>思考</a:t>
            </a:r>
            <a:r>
              <a:rPr lang="en-US" altLang="zh-CN" sz="1800" b="1">
                <a:solidFill>
                  <a:srgbClr val="C00000"/>
                </a:solidFill>
                <a:latin typeface="华文中宋"/>
                <a:ea typeface="华文中宋"/>
                <a:cs typeface="华文中宋"/>
              </a:rPr>
              <a:t>】 </a:t>
            </a:r>
            <a:r>
              <a:rPr lang="zh-CN" altLang="en-US" sz="1800" b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下列描述质点加速度物理量有何不同？</a:t>
            </a:r>
          </a:p>
        </p:txBody>
      </p:sp>
      <p:graphicFrame>
        <p:nvGraphicFramePr>
          <p:cNvPr id="94228" name="Object 38"/>
          <p:cNvGraphicFramePr>
            <a:graphicFrameLocks noChangeAspect="1"/>
          </p:cNvGraphicFramePr>
          <p:nvPr/>
        </p:nvGraphicFramePr>
        <p:xfrm>
          <a:off x="3324225" y="4078288"/>
          <a:ext cx="2039938" cy="525462"/>
        </p:xfrm>
        <a:graphic>
          <a:graphicData uri="http://schemas.openxmlformats.org/presentationml/2006/ole">
            <p:oleObj spid="_x0000_s36902" name="Equation" r:id="rId10" imgW="1193282" imgH="406224" progId="Equation.DSMT4">
              <p:embed/>
            </p:oleObj>
          </a:graphicData>
        </a:graphic>
      </p:graphicFrame>
      <p:sp>
        <p:nvSpPr>
          <p:cNvPr id="48" name="Text Box 10"/>
          <p:cNvSpPr txBox="1">
            <a:spLocks noChangeArrowheads="1"/>
          </p:cNvSpPr>
          <p:nvPr/>
        </p:nvSpPr>
        <p:spPr bwMode="auto">
          <a:xfrm>
            <a:off x="654050" y="874713"/>
            <a:ext cx="27336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3</a:t>
            </a:r>
            <a:r>
              <a:rPr lang="zh-CN" altLang="en-US" sz="20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）线量与角量的关系 </a:t>
            </a:r>
          </a:p>
        </p:txBody>
      </p:sp>
      <p:sp>
        <p:nvSpPr>
          <p:cNvPr id="49" name="Text Box 11"/>
          <p:cNvSpPr txBox="1">
            <a:spLocks noChangeArrowheads="1"/>
          </p:cNvSpPr>
          <p:nvPr/>
        </p:nvSpPr>
        <p:spPr bwMode="auto">
          <a:xfrm>
            <a:off x="1016000" y="1347788"/>
            <a:ext cx="487521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同一种运动的两种描述方法，二者必有联系。</a:t>
            </a:r>
            <a:r>
              <a:rPr lang="zh-CN" altLang="en-US" sz="1800" b="1">
                <a:latin typeface="华文中宋"/>
                <a:ea typeface="华文中宋"/>
                <a:cs typeface="华文中宋"/>
              </a:rPr>
              <a:t> </a:t>
            </a:r>
          </a:p>
        </p:txBody>
      </p:sp>
      <p:graphicFrame>
        <p:nvGraphicFramePr>
          <p:cNvPr id="50" name="Object 39"/>
          <p:cNvGraphicFramePr>
            <a:graphicFrameLocks noChangeAspect="1"/>
          </p:cNvGraphicFramePr>
          <p:nvPr/>
        </p:nvGraphicFramePr>
        <p:xfrm>
          <a:off x="1116013" y="1716088"/>
          <a:ext cx="1295400" cy="279400"/>
        </p:xfrm>
        <a:graphic>
          <a:graphicData uri="http://schemas.openxmlformats.org/presentationml/2006/ole">
            <p:oleObj spid="_x0000_s36903" name="Equation" r:id="rId11" imgW="609336" imgH="177723" progId="Equation.DSMT4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94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48" grpId="0" autoUpdateAnimBg="0"/>
      <p:bldP spid="49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393700" y="844550"/>
            <a:ext cx="87503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1800" b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例</a:t>
            </a:r>
            <a:r>
              <a:rPr lang="en-US" altLang="zh-CN" sz="1800" b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  </a:t>
            </a:r>
            <a:r>
              <a:rPr lang="zh-CN" altLang="en-US" sz="1800" b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以速度为</a:t>
            </a:r>
            <a:r>
              <a:rPr lang="zh-CN" altLang="en-US" sz="1800" b="1" i="1">
                <a:solidFill>
                  <a:srgbClr val="0000FF"/>
                </a:solidFill>
                <a:latin typeface="华文中宋"/>
                <a:ea typeface="华文中宋"/>
                <a:cs typeface="华文中宋"/>
                <a:sym typeface="Symbol" pitchFamily="18" charset="2"/>
              </a:rPr>
              <a:t></a:t>
            </a:r>
            <a:r>
              <a:rPr lang="en-US" altLang="zh-CN" sz="1800" b="1" baseline="-25000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0</a:t>
            </a:r>
            <a:r>
              <a:rPr lang="zh-CN" altLang="en-US" sz="1800" b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平抛一球，不计空气阻力，</a:t>
            </a:r>
            <a:r>
              <a:rPr lang="en-US" altLang="zh-CN" sz="1800" b="1" i="1">
                <a:solidFill>
                  <a:srgbClr val="0000FF"/>
                </a:solidFill>
                <a:ea typeface="华文中宋"/>
                <a:cs typeface="华文中宋"/>
              </a:rPr>
              <a:t>t</a:t>
            </a:r>
            <a:r>
              <a:rPr lang="zh-CN" altLang="en-US" sz="1800" b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时刻小球的切向加速度量值 </a:t>
            </a:r>
            <a:r>
              <a:rPr lang="en-US" altLang="zh-CN" sz="1800" b="1" i="1">
                <a:solidFill>
                  <a:srgbClr val="0000FF"/>
                </a:solidFill>
                <a:ea typeface="华文中宋"/>
                <a:cs typeface="华文中宋"/>
              </a:rPr>
              <a:t>a</a:t>
            </a:r>
            <a:r>
              <a:rPr lang="en-US" altLang="zh-CN" sz="1800" b="1" baseline="-25000">
                <a:solidFill>
                  <a:srgbClr val="0000FF"/>
                </a:solidFill>
                <a:latin typeface="华文中宋"/>
                <a:ea typeface="华文中宋"/>
                <a:cs typeface="华文中宋"/>
                <a:sym typeface="Symbol" pitchFamily="18" charset="2"/>
              </a:rPr>
              <a:t></a:t>
            </a:r>
            <a:r>
              <a:rPr lang="en-US" altLang="zh-CN" sz="1800" b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 </a:t>
            </a:r>
            <a:r>
              <a:rPr lang="en-US" altLang="zh-CN" sz="1800" b="1" u="sng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      </a:t>
            </a:r>
            <a:r>
              <a:rPr lang="zh-CN" altLang="en-US" sz="1800" b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；法向加速度量值</a:t>
            </a:r>
            <a:r>
              <a:rPr lang="en-US" altLang="zh-CN" sz="1800" b="1" i="1">
                <a:solidFill>
                  <a:srgbClr val="0000FF"/>
                </a:solidFill>
                <a:ea typeface="华文中宋"/>
                <a:cs typeface="华文中宋"/>
              </a:rPr>
              <a:t>a</a:t>
            </a:r>
            <a:r>
              <a:rPr lang="en-US" altLang="zh-CN" sz="1800" b="1" baseline="-25000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n</a:t>
            </a:r>
            <a:r>
              <a:rPr lang="en-US" altLang="zh-CN" sz="1800" b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 </a:t>
            </a:r>
            <a:r>
              <a:rPr lang="en-US" altLang="zh-CN" sz="1800" b="1" u="sng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    </a:t>
            </a:r>
            <a:r>
              <a:rPr lang="zh-CN" altLang="en-US" sz="1800" b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。 </a:t>
            </a:r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527050" y="1484313"/>
            <a:ext cx="16970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1800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解：由图可知</a:t>
            </a:r>
            <a:r>
              <a:rPr lang="zh-CN" altLang="en-US" sz="1800" b="1">
                <a:latin typeface="楷体_GB2312"/>
                <a:ea typeface="楷体_GB2312"/>
                <a:cs typeface="楷体_GB2312"/>
              </a:rPr>
              <a:t> 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464300" y="1979613"/>
            <a:ext cx="1687513" cy="941387"/>
            <a:chOff x="3792" y="1315"/>
            <a:chExt cx="1063" cy="790"/>
          </a:xfrm>
        </p:grpSpPr>
        <p:sp>
          <p:nvSpPr>
            <p:cNvPr id="37952" name="Line 5"/>
            <p:cNvSpPr>
              <a:spLocks noChangeShapeType="1"/>
            </p:cNvSpPr>
            <p:nvPr/>
          </p:nvSpPr>
          <p:spPr bwMode="auto">
            <a:xfrm>
              <a:off x="3792" y="1536"/>
              <a:ext cx="816" cy="432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3" name="Line 6"/>
            <p:cNvSpPr>
              <a:spLocks noChangeShapeType="1"/>
            </p:cNvSpPr>
            <p:nvPr/>
          </p:nvSpPr>
          <p:spPr bwMode="auto">
            <a:xfrm>
              <a:off x="3792" y="1536"/>
              <a:ext cx="816" cy="0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4" name="Line 7"/>
            <p:cNvSpPr>
              <a:spLocks noChangeShapeType="1"/>
            </p:cNvSpPr>
            <p:nvPr/>
          </p:nvSpPr>
          <p:spPr bwMode="auto">
            <a:xfrm>
              <a:off x="4608" y="1536"/>
              <a:ext cx="0" cy="43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5" name="Rectangle 8"/>
            <p:cNvSpPr>
              <a:spLocks noChangeArrowheads="1"/>
            </p:cNvSpPr>
            <p:nvPr/>
          </p:nvSpPr>
          <p:spPr bwMode="auto">
            <a:xfrm>
              <a:off x="4166" y="1315"/>
              <a:ext cx="459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600" b="1" i="1">
                  <a:solidFill>
                    <a:srgbClr val="000000"/>
                  </a:solidFill>
                  <a:sym typeface="Symbol" pitchFamily="18" charset="2"/>
                </a:rPr>
                <a:t></a:t>
              </a:r>
              <a:r>
                <a:rPr lang="en-US" altLang="zh-CN" sz="1600" b="1" baseline="-25000">
                  <a:solidFill>
                    <a:srgbClr val="000000"/>
                  </a:solidFill>
                </a:rPr>
                <a:t>x</a:t>
              </a:r>
              <a:r>
                <a:rPr lang="en-US" altLang="zh-CN" sz="1600" b="1">
                  <a:solidFill>
                    <a:srgbClr val="000000"/>
                  </a:solidFill>
                </a:rPr>
                <a:t>= </a:t>
              </a:r>
              <a:r>
                <a:rPr lang="en-US" altLang="zh-CN" sz="1600" b="1" i="1">
                  <a:solidFill>
                    <a:srgbClr val="000000"/>
                  </a:solidFill>
                  <a:sym typeface="Symbol" pitchFamily="18" charset="2"/>
                </a:rPr>
                <a:t></a:t>
              </a:r>
              <a:r>
                <a:rPr lang="en-US" altLang="zh-CN" sz="1600" b="1" baseline="-25000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37956" name="Text Box 9"/>
            <p:cNvSpPr txBox="1">
              <a:spLocks noChangeArrowheads="1"/>
            </p:cNvSpPr>
            <p:nvPr/>
          </p:nvSpPr>
          <p:spPr bwMode="auto">
            <a:xfrm>
              <a:off x="4586" y="1673"/>
              <a:ext cx="269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 sz="1600" b="1" i="1">
                  <a:solidFill>
                    <a:srgbClr val="000000"/>
                  </a:solidFill>
                  <a:sym typeface="Symbol" pitchFamily="18" charset="2"/>
                </a:rPr>
                <a:t></a:t>
              </a:r>
              <a:r>
                <a:rPr lang="en-US" altLang="zh-CN" sz="1600" b="1" baseline="-25000"/>
                <a:t>y</a:t>
              </a:r>
            </a:p>
          </p:txBody>
        </p:sp>
        <p:sp>
          <p:nvSpPr>
            <p:cNvPr id="37957" name="Freeform 10"/>
            <p:cNvSpPr>
              <a:spLocks/>
            </p:cNvSpPr>
            <p:nvPr/>
          </p:nvSpPr>
          <p:spPr bwMode="auto">
            <a:xfrm>
              <a:off x="4128" y="1536"/>
              <a:ext cx="104" cy="192"/>
            </a:xfrm>
            <a:custGeom>
              <a:avLst/>
              <a:gdLst>
                <a:gd name="T0" fmla="*/ 48 w 104"/>
                <a:gd name="T1" fmla="*/ 0 h 192"/>
                <a:gd name="T2" fmla="*/ 96 w 104"/>
                <a:gd name="T3" fmla="*/ 96 h 192"/>
                <a:gd name="T4" fmla="*/ 0 w 104"/>
                <a:gd name="T5" fmla="*/ 192 h 192"/>
                <a:gd name="T6" fmla="*/ 0 60000 65536"/>
                <a:gd name="T7" fmla="*/ 0 60000 65536"/>
                <a:gd name="T8" fmla="*/ 0 60000 65536"/>
                <a:gd name="T9" fmla="*/ 0 w 104"/>
                <a:gd name="T10" fmla="*/ 0 h 192"/>
                <a:gd name="T11" fmla="*/ 104 w 104"/>
                <a:gd name="T12" fmla="*/ 192 h 1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4" h="192">
                  <a:moveTo>
                    <a:pt x="48" y="0"/>
                  </a:moveTo>
                  <a:cubicBezTo>
                    <a:pt x="76" y="32"/>
                    <a:pt x="104" y="64"/>
                    <a:pt x="96" y="96"/>
                  </a:cubicBezTo>
                  <a:cubicBezTo>
                    <a:pt x="88" y="128"/>
                    <a:pt x="44" y="160"/>
                    <a:pt x="0" y="19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8" name="Text Box 11"/>
            <p:cNvSpPr txBox="1">
              <a:spLocks noChangeArrowheads="1"/>
            </p:cNvSpPr>
            <p:nvPr/>
          </p:nvSpPr>
          <p:spPr bwMode="auto">
            <a:xfrm>
              <a:off x="4224" y="1562"/>
              <a:ext cx="184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l-GR" altLang="zh-CN" sz="1600" b="1"/>
                <a:t>θ</a:t>
              </a:r>
              <a:endParaRPr lang="en-US" altLang="zh-CN" sz="1600" b="1"/>
            </a:p>
          </p:txBody>
        </p:sp>
        <p:sp>
          <p:nvSpPr>
            <p:cNvPr id="37959" name="Text Box 9"/>
            <p:cNvSpPr txBox="1">
              <a:spLocks noChangeArrowheads="1"/>
            </p:cNvSpPr>
            <p:nvPr/>
          </p:nvSpPr>
          <p:spPr bwMode="auto">
            <a:xfrm>
              <a:off x="4356" y="1821"/>
              <a:ext cx="269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 sz="1600" b="1" i="1">
                  <a:solidFill>
                    <a:srgbClr val="000000"/>
                  </a:solidFill>
                  <a:sym typeface="Symbol" pitchFamily="18" charset="2"/>
                </a:rPr>
                <a:t></a:t>
              </a:r>
              <a:endParaRPr lang="en-US" altLang="zh-CN" sz="1600" b="1" i="1" baseline="-25000"/>
            </a:p>
          </p:txBody>
        </p:sp>
      </p:grp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4989513" y="1778000"/>
            <a:ext cx="3006725" cy="1657350"/>
            <a:chOff x="2890" y="1133"/>
            <a:chExt cx="1894" cy="1392"/>
          </a:xfrm>
        </p:grpSpPr>
        <p:sp>
          <p:nvSpPr>
            <p:cNvPr id="37947" name="Line 28"/>
            <p:cNvSpPr>
              <a:spLocks noChangeShapeType="1"/>
            </p:cNvSpPr>
            <p:nvPr/>
          </p:nvSpPr>
          <p:spPr bwMode="auto">
            <a:xfrm flipV="1">
              <a:off x="2890" y="2514"/>
              <a:ext cx="1894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8" name="Line 29"/>
            <p:cNvSpPr>
              <a:spLocks noChangeShapeType="1"/>
            </p:cNvSpPr>
            <p:nvPr/>
          </p:nvSpPr>
          <p:spPr bwMode="auto">
            <a:xfrm flipV="1">
              <a:off x="2919" y="1133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949" name="Group 30"/>
            <p:cNvGrpSpPr>
              <a:grpSpLocks/>
            </p:cNvGrpSpPr>
            <p:nvPr/>
          </p:nvGrpSpPr>
          <p:grpSpPr bwMode="auto">
            <a:xfrm>
              <a:off x="2924" y="1344"/>
              <a:ext cx="1716" cy="1170"/>
              <a:chOff x="2924" y="1344"/>
              <a:chExt cx="1716" cy="1170"/>
            </a:xfrm>
          </p:grpSpPr>
          <p:sp>
            <p:nvSpPr>
              <p:cNvPr id="37950" name="Freeform 31"/>
              <p:cNvSpPr>
                <a:spLocks/>
              </p:cNvSpPr>
              <p:nvPr/>
            </p:nvSpPr>
            <p:spPr bwMode="auto">
              <a:xfrm>
                <a:off x="2924" y="1344"/>
                <a:ext cx="1716" cy="1170"/>
              </a:xfrm>
              <a:custGeom>
                <a:avLst/>
                <a:gdLst>
                  <a:gd name="T0" fmla="*/ 0 w 1716"/>
                  <a:gd name="T1" fmla="*/ 0 h 1170"/>
                  <a:gd name="T2" fmla="*/ 669 w 1716"/>
                  <a:gd name="T3" fmla="*/ 118 h 1170"/>
                  <a:gd name="T4" fmla="*/ 1362 w 1716"/>
                  <a:gd name="T5" fmla="*/ 565 h 1170"/>
                  <a:gd name="T6" fmla="*/ 1716 w 1716"/>
                  <a:gd name="T7" fmla="*/ 1170 h 117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16"/>
                  <a:gd name="T13" fmla="*/ 0 h 1170"/>
                  <a:gd name="T14" fmla="*/ 1716 w 1716"/>
                  <a:gd name="T15" fmla="*/ 1170 h 117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16" h="1170">
                    <a:moveTo>
                      <a:pt x="0" y="0"/>
                    </a:moveTo>
                    <a:cubicBezTo>
                      <a:pt x="151" y="18"/>
                      <a:pt x="442" y="24"/>
                      <a:pt x="669" y="118"/>
                    </a:cubicBezTo>
                    <a:cubicBezTo>
                      <a:pt x="896" y="212"/>
                      <a:pt x="1188" y="390"/>
                      <a:pt x="1362" y="565"/>
                    </a:cubicBezTo>
                    <a:cubicBezTo>
                      <a:pt x="1536" y="740"/>
                      <a:pt x="1669" y="1017"/>
                      <a:pt x="1716" y="1170"/>
                    </a:cubicBezTo>
                  </a:path>
                </a:pathLst>
              </a:custGeom>
              <a:noFill/>
              <a:ln w="28575">
                <a:solidFill>
                  <a:srgbClr val="CC66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51" name="Oval 32"/>
              <p:cNvSpPr>
                <a:spLocks noChangeArrowheads="1"/>
              </p:cNvSpPr>
              <p:nvPr/>
            </p:nvSpPr>
            <p:spPr bwMode="auto">
              <a:xfrm>
                <a:off x="3744" y="148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600" b="1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5519738" y="2252663"/>
            <a:ext cx="1779587" cy="1116012"/>
            <a:chOff x="3475" y="2982"/>
            <a:chExt cx="1121" cy="938"/>
          </a:xfrm>
        </p:grpSpPr>
        <p:grpSp>
          <p:nvGrpSpPr>
            <p:cNvPr id="37936" name="Group 38"/>
            <p:cNvGrpSpPr>
              <a:grpSpLocks/>
            </p:cNvGrpSpPr>
            <p:nvPr/>
          </p:nvGrpSpPr>
          <p:grpSpPr bwMode="auto">
            <a:xfrm>
              <a:off x="3715" y="2982"/>
              <a:ext cx="688" cy="720"/>
              <a:chOff x="3715" y="2982"/>
              <a:chExt cx="688" cy="720"/>
            </a:xfrm>
          </p:grpSpPr>
          <p:sp>
            <p:nvSpPr>
              <p:cNvPr id="37942" name="Line 39"/>
              <p:cNvSpPr>
                <a:spLocks noChangeShapeType="1"/>
              </p:cNvSpPr>
              <p:nvPr/>
            </p:nvSpPr>
            <p:spPr bwMode="auto">
              <a:xfrm>
                <a:off x="4051" y="2982"/>
                <a:ext cx="0" cy="72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43" name="Line 40"/>
              <p:cNvSpPr>
                <a:spLocks noChangeShapeType="1"/>
              </p:cNvSpPr>
              <p:nvPr/>
            </p:nvSpPr>
            <p:spPr bwMode="auto">
              <a:xfrm>
                <a:off x="4068" y="2996"/>
                <a:ext cx="335" cy="19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44" name="Line 41"/>
              <p:cNvSpPr>
                <a:spLocks noChangeShapeType="1"/>
              </p:cNvSpPr>
              <p:nvPr/>
            </p:nvSpPr>
            <p:spPr bwMode="auto">
              <a:xfrm flipH="1">
                <a:off x="3715" y="2982"/>
                <a:ext cx="336" cy="528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45" name="Line 42"/>
              <p:cNvSpPr>
                <a:spLocks noChangeShapeType="1"/>
              </p:cNvSpPr>
              <p:nvPr/>
            </p:nvSpPr>
            <p:spPr bwMode="auto">
              <a:xfrm>
                <a:off x="3715" y="3510"/>
                <a:ext cx="33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46" name="Line 43"/>
              <p:cNvSpPr>
                <a:spLocks noChangeShapeType="1"/>
              </p:cNvSpPr>
              <p:nvPr/>
            </p:nvSpPr>
            <p:spPr bwMode="auto">
              <a:xfrm flipV="1">
                <a:off x="4051" y="3174"/>
                <a:ext cx="336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937" name="Text Box 44"/>
            <p:cNvSpPr txBox="1">
              <a:spLocks noChangeArrowheads="1"/>
            </p:cNvSpPr>
            <p:nvPr/>
          </p:nvSpPr>
          <p:spPr bwMode="auto">
            <a:xfrm>
              <a:off x="3987" y="3636"/>
              <a:ext cx="181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600" b="1" i="1"/>
                <a:t>g</a:t>
              </a:r>
            </a:p>
          </p:txBody>
        </p:sp>
        <p:sp>
          <p:nvSpPr>
            <p:cNvPr id="37938" name="Text Box 45"/>
            <p:cNvSpPr txBox="1">
              <a:spLocks noChangeArrowheads="1"/>
            </p:cNvSpPr>
            <p:nvPr/>
          </p:nvSpPr>
          <p:spPr bwMode="auto">
            <a:xfrm>
              <a:off x="3475" y="3381"/>
              <a:ext cx="228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600" b="1" i="1"/>
                <a:t>a</a:t>
              </a:r>
              <a:r>
                <a:rPr lang="en-US" altLang="zh-CN" sz="1600" b="1" baseline="-25000"/>
                <a:t>n</a:t>
              </a:r>
              <a:endParaRPr lang="en-US" altLang="zh-CN" sz="1600" b="1"/>
            </a:p>
          </p:txBody>
        </p:sp>
        <p:sp>
          <p:nvSpPr>
            <p:cNvPr id="37939" name="Rectangle 46"/>
            <p:cNvSpPr>
              <a:spLocks noChangeArrowheads="1"/>
            </p:cNvSpPr>
            <p:nvPr/>
          </p:nvSpPr>
          <p:spPr bwMode="auto">
            <a:xfrm>
              <a:off x="4341" y="3132"/>
              <a:ext cx="255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 sz="1600" b="1" i="1"/>
                <a:t>a</a:t>
              </a:r>
              <a:r>
                <a:rPr lang="en-US" altLang="zh-CN" sz="1600" b="1" i="1" baseline="-25000">
                  <a:latin typeface="Symbol" pitchFamily="18" charset="2"/>
                  <a:sym typeface="Symbol" pitchFamily="18" charset="2"/>
                </a:rPr>
                <a:t></a:t>
              </a:r>
              <a:endParaRPr lang="en-US" altLang="zh-CN" sz="1600" b="1" i="1" baseline="-25000">
                <a:sym typeface="Symbol" pitchFamily="18" charset="2"/>
              </a:endParaRPr>
            </a:p>
          </p:txBody>
        </p:sp>
        <p:sp>
          <p:nvSpPr>
            <p:cNvPr id="37940" name="Freeform 47"/>
            <p:cNvSpPr>
              <a:spLocks/>
            </p:cNvSpPr>
            <p:nvPr/>
          </p:nvSpPr>
          <p:spPr bwMode="auto">
            <a:xfrm>
              <a:off x="3864" y="3255"/>
              <a:ext cx="192" cy="104"/>
            </a:xfrm>
            <a:custGeom>
              <a:avLst/>
              <a:gdLst>
                <a:gd name="T0" fmla="*/ 0 w 192"/>
                <a:gd name="T1" fmla="*/ 48 h 104"/>
                <a:gd name="T2" fmla="*/ 96 w 192"/>
                <a:gd name="T3" fmla="*/ 96 h 104"/>
                <a:gd name="T4" fmla="*/ 192 w 192"/>
                <a:gd name="T5" fmla="*/ 0 h 104"/>
                <a:gd name="T6" fmla="*/ 0 60000 65536"/>
                <a:gd name="T7" fmla="*/ 0 60000 65536"/>
                <a:gd name="T8" fmla="*/ 0 60000 65536"/>
                <a:gd name="T9" fmla="*/ 0 w 192"/>
                <a:gd name="T10" fmla="*/ 0 h 104"/>
                <a:gd name="T11" fmla="*/ 192 w 192"/>
                <a:gd name="T12" fmla="*/ 104 h 1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" h="104">
                  <a:moveTo>
                    <a:pt x="0" y="48"/>
                  </a:moveTo>
                  <a:cubicBezTo>
                    <a:pt x="32" y="76"/>
                    <a:pt x="64" y="104"/>
                    <a:pt x="96" y="96"/>
                  </a:cubicBezTo>
                  <a:cubicBezTo>
                    <a:pt x="128" y="88"/>
                    <a:pt x="160" y="44"/>
                    <a:pt x="192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1" name="Rectangle 48"/>
            <p:cNvSpPr>
              <a:spLocks noChangeArrowheads="1"/>
            </p:cNvSpPr>
            <p:nvPr/>
          </p:nvSpPr>
          <p:spPr bwMode="auto">
            <a:xfrm>
              <a:off x="3842" y="3310"/>
              <a:ext cx="183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l-GR" altLang="zh-CN" sz="1600" b="1" i="1"/>
                <a:t>θ</a:t>
              </a:r>
              <a:endParaRPr lang="en-US" altLang="zh-CN" sz="1600" b="1" i="1"/>
            </a:p>
          </p:txBody>
        </p:sp>
      </p:grpSp>
      <p:graphicFrame>
        <p:nvGraphicFramePr>
          <p:cNvPr id="38961" name="Object 39"/>
          <p:cNvGraphicFramePr>
            <a:graphicFrameLocks noChangeAspect="1"/>
          </p:cNvGraphicFramePr>
          <p:nvPr/>
        </p:nvGraphicFramePr>
        <p:xfrm>
          <a:off x="1039813" y="1960563"/>
          <a:ext cx="2236787" cy="587375"/>
        </p:xfrm>
        <a:graphic>
          <a:graphicData uri="http://schemas.openxmlformats.org/presentationml/2006/ole">
            <p:oleObj spid="_x0000_s37927" name="Equation" r:id="rId3" imgW="1193800" imgH="419100" progId="Equation.DSMT4">
              <p:embed/>
            </p:oleObj>
          </a:graphicData>
        </a:graphic>
      </p:graphicFrame>
      <p:graphicFrame>
        <p:nvGraphicFramePr>
          <p:cNvPr id="36" name="Object 40"/>
          <p:cNvGraphicFramePr>
            <a:graphicFrameLocks noChangeAspect="1"/>
          </p:cNvGraphicFramePr>
          <p:nvPr/>
        </p:nvGraphicFramePr>
        <p:xfrm>
          <a:off x="1901825" y="2654300"/>
          <a:ext cx="1878013" cy="579438"/>
        </p:xfrm>
        <a:graphic>
          <a:graphicData uri="http://schemas.openxmlformats.org/presentationml/2006/ole">
            <p:oleObj spid="_x0000_s37928" name="公式" r:id="rId4" imgW="1167893" imgH="482391" progId="Equation.3">
              <p:embed/>
            </p:oleObj>
          </a:graphicData>
        </a:graphic>
      </p:graphicFrame>
      <p:graphicFrame>
        <p:nvGraphicFramePr>
          <p:cNvPr id="5" name="Object 41"/>
          <p:cNvGraphicFramePr>
            <a:graphicFrameLocks noChangeAspect="1"/>
          </p:cNvGraphicFramePr>
          <p:nvPr/>
        </p:nvGraphicFramePr>
        <p:xfrm>
          <a:off x="1039813" y="3340100"/>
          <a:ext cx="2092325" cy="522288"/>
        </p:xfrm>
        <a:graphic>
          <a:graphicData uri="http://schemas.openxmlformats.org/presentationml/2006/ole">
            <p:oleObj spid="_x0000_s37929" name="公式" r:id="rId5" imgW="1218671" imgH="406224" progId="Equation.3">
              <p:embed/>
            </p:oleObj>
          </a:graphicData>
        </a:graphic>
      </p:graphicFrame>
      <p:graphicFrame>
        <p:nvGraphicFramePr>
          <p:cNvPr id="8" name="Object 42"/>
          <p:cNvGraphicFramePr>
            <a:graphicFrameLocks noChangeAspect="1"/>
          </p:cNvGraphicFramePr>
          <p:nvPr/>
        </p:nvGraphicFramePr>
        <p:xfrm>
          <a:off x="2019300" y="3968750"/>
          <a:ext cx="1831975" cy="619125"/>
        </p:xfrm>
        <a:graphic>
          <a:graphicData uri="http://schemas.openxmlformats.org/presentationml/2006/ole">
            <p:oleObj spid="_x0000_s37930" name="公式" r:id="rId6" imgW="1066800" imgH="48260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autoUpdateAnimBg="0"/>
      <p:bldP spid="38915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323850" y="1338263"/>
            <a:ext cx="36322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1800" b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1.</a:t>
            </a:r>
            <a:r>
              <a:rPr kumimoji="1" lang="zh-CN" altLang="en-US" sz="1800" b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已知运动方程，求速度、加速度</a:t>
            </a:r>
          </a:p>
        </p:txBody>
      </p:sp>
      <p:graphicFrame>
        <p:nvGraphicFramePr>
          <p:cNvPr id="5" name="Object 14"/>
          <p:cNvGraphicFramePr>
            <a:graphicFrameLocks noChangeAspect="1"/>
          </p:cNvGraphicFramePr>
          <p:nvPr/>
        </p:nvGraphicFramePr>
        <p:xfrm>
          <a:off x="2727325" y="1671638"/>
          <a:ext cx="1035050" cy="671512"/>
        </p:xfrm>
        <a:graphic>
          <a:graphicData uri="http://schemas.openxmlformats.org/presentationml/2006/ole">
            <p:oleObj spid="_x0000_s38926" name="Equation" r:id="rId3" imgW="469696" imgH="406224" progId="Equation.DSMT4">
              <p:embed/>
            </p:oleObj>
          </a:graphicData>
        </a:graphic>
      </p:graphicFrame>
      <p:graphicFrame>
        <p:nvGraphicFramePr>
          <p:cNvPr id="6" name="Object 15"/>
          <p:cNvGraphicFramePr>
            <a:graphicFrameLocks noChangeAspect="1"/>
          </p:cNvGraphicFramePr>
          <p:nvPr/>
        </p:nvGraphicFramePr>
        <p:xfrm>
          <a:off x="4514850" y="1670050"/>
          <a:ext cx="1322388" cy="685800"/>
        </p:xfrm>
        <a:graphic>
          <a:graphicData uri="http://schemas.openxmlformats.org/presentationml/2006/ole">
            <p:oleObj spid="_x0000_s38927" name="Equation" r:id="rId4" imgW="494870" imgH="406048" progId="Equation.DSMT4">
              <p:embed/>
            </p:oleObj>
          </a:graphicData>
        </a:graphic>
      </p:graphicFrame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395288" y="2368550"/>
            <a:ext cx="8424862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例</a:t>
            </a:r>
            <a:r>
              <a:rPr kumimoji="1" lang="en-US" altLang="zh-CN" sz="1800" b="1">
                <a:solidFill>
                  <a:srgbClr val="0000FF"/>
                </a:solidFill>
                <a:ea typeface="华文中宋"/>
                <a:cs typeface="华文中宋"/>
              </a:rPr>
              <a:t>    </a:t>
            </a:r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一质点的运动方程为</a:t>
            </a:r>
            <a:r>
              <a:rPr kumimoji="1" lang="en-US" altLang="zh-CN" sz="1800" b="1" i="1">
                <a:solidFill>
                  <a:srgbClr val="0000FF"/>
                </a:solidFill>
                <a:ea typeface="华文中宋"/>
                <a:cs typeface="华文中宋"/>
              </a:rPr>
              <a:t>x </a:t>
            </a:r>
            <a:r>
              <a:rPr kumimoji="1" lang="en-US" altLang="zh-CN" sz="1800" b="1">
                <a:solidFill>
                  <a:srgbClr val="0000FF"/>
                </a:solidFill>
                <a:ea typeface="华文中宋"/>
                <a:cs typeface="华文中宋"/>
              </a:rPr>
              <a:t>=4</a:t>
            </a:r>
            <a:r>
              <a:rPr kumimoji="1" lang="en-US" altLang="zh-CN" sz="1800" b="1" i="1">
                <a:solidFill>
                  <a:srgbClr val="0000FF"/>
                </a:solidFill>
                <a:ea typeface="华文中宋"/>
                <a:cs typeface="华文中宋"/>
              </a:rPr>
              <a:t>t</a:t>
            </a:r>
            <a:r>
              <a:rPr kumimoji="1" lang="en-US" altLang="zh-CN" sz="1800" b="1" i="1" baseline="30000">
                <a:solidFill>
                  <a:srgbClr val="0000FF"/>
                </a:solidFill>
                <a:ea typeface="华文中宋"/>
                <a:cs typeface="华文中宋"/>
              </a:rPr>
              <a:t>2</a:t>
            </a:r>
            <a:r>
              <a:rPr kumimoji="1" lang="en-US" altLang="zh-CN" sz="1800" b="1">
                <a:solidFill>
                  <a:srgbClr val="0000FF"/>
                </a:solidFill>
                <a:ea typeface="华文中宋"/>
                <a:cs typeface="华文中宋"/>
              </a:rPr>
              <a:t>,</a:t>
            </a:r>
            <a:r>
              <a:rPr kumimoji="1" lang="en-US" altLang="zh-CN" sz="1800" b="1" i="1">
                <a:solidFill>
                  <a:srgbClr val="0000FF"/>
                </a:solidFill>
                <a:ea typeface="华文中宋"/>
                <a:cs typeface="华文中宋"/>
              </a:rPr>
              <a:t>y</a:t>
            </a:r>
            <a:r>
              <a:rPr kumimoji="1" lang="en-US" altLang="zh-CN" sz="1800" b="1">
                <a:solidFill>
                  <a:srgbClr val="0000FF"/>
                </a:solidFill>
                <a:ea typeface="华文中宋"/>
                <a:cs typeface="华文中宋"/>
              </a:rPr>
              <a:t> = 2</a:t>
            </a:r>
            <a:r>
              <a:rPr kumimoji="1" lang="en-US" altLang="zh-CN" sz="1800" b="1" i="1">
                <a:solidFill>
                  <a:srgbClr val="0000FF"/>
                </a:solidFill>
                <a:ea typeface="华文中宋"/>
                <a:cs typeface="华文中宋"/>
              </a:rPr>
              <a:t>t </a:t>
            </a:r>
            <a:r>
              <a:rPr kumimoji="1" lang="en-US" altLang="zh-CN" sz="1800" b="1">
                <a:solidFill>
                  <a:srgbClr val="0000FF"/>
                </a:solidFill>
                <a:ea typeface="华文中宋"/>
                <a:cs typeface="华文中宋"/>
              </a:rPr>
              <a:t>+ 3,</a:t>
            </a:r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其中</a:t>
            </a:r>
            <a:r>
              <a:rPr kumimoji="1" lang="en-US" altLang="zh-CN" sz="1800" b="1" i="1">
                <a:solidFill>
                  <a:srgbClr val="0000FF"/>
                </a:solidFill>
                <a:ea typeface="华文中宋"/>
                <a:cs typeface="华文中宋"/>
              </a:rPr>
              <a:t>x</a:t>
            </a:r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和</a:t>
            </a:r>
            <a:r>
              <a:rPr kumimoji="1" lang="en-US" altLang="zh-CN" sz="1800" b="1" i="1">
                <a:solidFill>
                  <a:srgbClr val="0000FF"/>
                </a:solidFill>
                <a:ea typeface="华文中宋"/>
                <a:cs typeface="华文中宋"/>
              </a:rPr>
              <a:t>y</a:t>
            </a:r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的单位是米（</a:t>
            </a:r>
            <a:r>
              <a:rPr kumimoji="1" lang="en-US" altLang="zh-CN" sz="1800" b="1">
                <a:solidFill>
                  <a:srgbClr val="0000FF"/>
                </a:solidFill>
                <a:ea typeface="华文中宋"/>
                <a:cs typeface="华文中宋"/>
              </a:rPr>
              <a:t>m</a:t>
            </a:r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），</a:t>
            </a:r>
            <a:r>
              <a:rPr kumimoji="1" lang="en-US" altLang="zh-CN" sz="1800" b="1" i="1">
                <a:solidFill>
                  <a:srgbClr val="0000FF"/>
                </a:solidFill>
                <a:ea typeface="华文中宋"/>
                <a:cs typeface="华文中宋"/>
              </a:rPr>
              <a:t>t </a:t>
            </a:r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的单位是秒。试求：</a:t>
            </a:r>
          </a:p>
          <a:p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（</a:t>
            </a:r>
            <a:r>
              <a:rPr kumimoji="1" lang="en-US" altLang="zh-CN" sz="1800" b="1">
                <a:solidFill>
                  <a:srgbClr val="0000FF"/>
                </a:solidFill>
                <a:ea typeface="华文中宋"/>
                <a:cs typeface="华文中宋"/>
              </a:rPr>
              <a:t>1</a:t>
            </a:r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）运动轨迹；</a:t>
            </a: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900113" y="3441700"/>
            <a:ext cx="17907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解</a:t>
            </a:r>
            <a:r>
              <a:rPr kumimoji="1" lang="en-US" altLang="zh-CN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:  </a:t>
            </a:r>
            <a:r>
              <a:rPr kumimoji="1" lang="zh-CN" altLang="en-US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由运动方程</a:t>
            </a:r>
            <a:endParaRPr kumimoji="1" lang="zh-CN" altLang="en-US" sz="1800" b="1">
              <a:latin typeface="华文中宋"/>
              <a:ea typeface="华文中宋"/>
              <a:cs typeface="华文中宋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3276600" y="3330575"/>
            <a:ext cx="1238250" cy="708025"/>
            <a:chOff x="2568" y="2869"/>
            <a:chExt cx="780" cy="595"/>
          </a:xfrm>
        </p:grpSpPr>
        <p:sp>
          <p:nvSpPr>
            <p:cNvPr id="38934" name="AutoShape 11"/>
            <p:cNvSpPr>
              <a:spLocks/>
            </p:cNvSpPr>
            <p:nvPr/>
          </p:nvSpPr>
          <p:spPr bwMode="auto">
            <a:xfrm>
              <a:off x="2568" y="2982"/>
              <a:ext cx="29" cy="482"/>
            </a:xfrm>
            <a:prstGeom prst="leftBrace">
              <a:avLst>
                <a:gd name="adj1" fmla="val 13850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endParaRPr>
            </a:p>
          </p:txBody>
        </p:sp>
        <p:sp>
          <p:nvSpPr>
            <p:cNvPr id="38935" name="Text Box 12"/>
            <p:cNvSpPr txBox="1">
              <a:spLocks noChangeArrowheads="1"/>
            </p:cNvSpPr>
            <p:nvPr/>
          </p:nvSpPr>
          <p:spPr bwMode="auto">
            <a:xfrm>
              <a:off x="2597" y="2869"/>
              <a:ext cx="751" cy="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800" b="1" i="1">
                  <a:solidFill>
                    <a:srgbClr val="000000"/>
                  </a:solidFill>
                  <a:ea typeface="楷体_GB2312"/>
                  <a:cs typeface="楷体_GB2312"/>
                </a:rPr>
                <a:t>x </a:t>
              </a:r>
              <a:r>
                <a:rPr kumimoji="1" lang="en-US" altLang="zh-CN" sz="1800" b="1">
                  <a:solidFill>
                    <a:srgbClr val="000000"/>
                  </a:solidFill>
                  <a:ea typeface="楷体_GB2312"/>
                  <a:cs typeface="楷体_GB2312"/>
                </a:rPr>
                <a:t>= 4</a:t>
              </a:r>
              <a:r>
                <a:rPr kumimoji="1" lang="en-US" altLang="zh-CN" sz="1800" b="1" i="1">
                  <a:solidFill>
                    <a:srgbClr val="000000"/>
                  </a:solidFill>
                  <a:ea typeface="楷体_GB2312"/>
                  <a:cs typeface="楷体_GB2312"/>
                </a:rPr>
                <a:t>t</a:t>
              </a:r>
              <a:r>
                <a:rPr kumimoji="1" lang="en-US" altLang="zh-CN" sz="1800" b="1" baseline="30000">
                  <a:solidFill>
                    <a:srgbClr val="000000"/>
                  </a:solidFill>
                  <a:ea typeface="楷体_GB2312"/>
                  <a:cs typeface="楷体_GB2312"/>
                </a:rPr>
                <a:t>2 </a:t>
              </a:r>
            </a:p>
            <a:p>
              <a:r>
                <a:rPr kumimoji="1" lang="en-US" altLang="zh-CN" sz="1800" b="1" i="1">
                  <a:solidFill>
                    <a:srgbClr val="000000"/>
                  </a:solidFill>
                  <a:ea typeface="楷体_GB2312"/>
                  <a:cs typeface="楷体_GB2312"/>
                </a:rPr>
                <a:t>y</a:t>
              </a:r>
              <a:r>
                <a:rPr kumimoji="1" lang="en-US" altLang="zh-CN" sz="1800" b="1">
                  <a:solidFill>
                    <a:srgbClr val="000000"/>
                  </a:solidFill>
                  <a:ea typeface="楷体_GB2312"/>
                  <a:cs typeface="楷体_GB2312"/>
                </a:rPr>
                <a:t> = 2</a:t>
              </a:r>
              <a:r>
                <a:rPr kumimoji="1" lang="en-US" altLang="zh-CN" sz="1800" b="1" i="1">
                  <a:solidFill>
                    <a:srgbClr val="000000"/>
                  </a:solidFill>
                  <a:ea typeface="楷体_GB2312"/>
                  <a:cs typeface="楷体_GB2312"/>
                </a:rPr>
                <a:t>t </a:t>
              </a:r>
              <a:r>
                <a:rPr kumimoji="1" lang="en-US" altLang="zh-CN" sz="1800" b="1">
                  <a:solidFill>
                    <a:srgbClr val="000000"/>
                  </a:solidFill>
                  <a:ea typeface="楷体_GB2312"/>
                  <a:cs typeface="楷体_GB2312"/>
                </a:rPr>
                <a:t>+ 3</a:t>
              </a:r>
              <a:r>
                <a:rPr kumimoji="1" lang="en-US" altLang="zh-CN" sz="1800" b="1">
                  <a:solidFill>
                    <a:srgbClr val="000000"/>
                  </a:solidFill>
                  <a:latin typeface="楷体_GB2312"/>
                  <a:ea typeface="楷体_GB2312"/>
                  <a:cs typeface="楷体_GB2312"/>
                </a:rPr>
                <a:t> </a:t>
              </a:r>
              <a:endParaRPr kumimoji="1" lang="en-US" altLang="zh-CN" sz="1800" b="1">
                <a:latin typeface="楷体_GB2312"/>
                <a:ea typeface="楷体_GB2312"/>
                <a:cs typeface="楷体_GB2312"/>
              </a:endParaRPr>
            </a:p>
          </p:txBody>
        </p:sp>
      </p:grp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1408113" y="4243388"/>
            <a:ext cx="326548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消去参数 </a:t>
            </a:r>
            <a:r>
              <a:rPr kumimoji="1" lang="en-US" altLang="zh-CN" sz="1800" b="1" i="1">
                <a:solidFill>
                  <a:srgbClr val="000000"/>
                </a:solidFill>
                <a:ea typeface="华文中宋"/>
                <a:cs typeface="华文中宋"/>
              </a:rPr>
              <a:t>t </a:t>
            </a:r>
            <a:r>
              <a:rPr kumimoji="1"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得           </a:t>
            </a:r>
            <a:r>
              <a:rPr kumimoji="1" lang="en-US" altLang="zh-CN" sz="1800" b="1" i="1">
                <a:solidFill>
                  <a:srgbClr val="000000"/>
                </a:solidFill>
                <a:ea typeface="华文中宋"/>
                <a:cs typeface="华文中宋"/>
              </a:rPr>
              <a:t>x </a:t>
            </a:r>
            <a:r>
              <a:rPr kumimoji="1" lang="en-US" altLang="zh-CN" sz="1800" b="1">
                <a:solidFill>
                  <a:srgbClr val="000000"/>
                </a:solidFill>
                <a:ea typeface="华文中宋"/>
                <a:cs typeface="华文中宋"/>
              </a:rPr>
              <a:t>=(y</a:t>
            </a:r>
            <a:r>
              <a:rPr kumimoji="1"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－</a:t>
            </a:r>
            <a:r>
              <a:rPr kumimoji="1" lang="zh-CN" altLang="en-US" sz="1800" b="1" i="1">
                <a:solidFill>
                  <a:srgbClr val="000000"/>
                </a:solidFill>
                <a:ea typeface="华文中宋"/>
                <a:cs typeface="华文中宋"/>
              </a:rPr>
              <a:t> </a:t>
            </a:r>
            <a:r>
              <a:rPr kumimoji="1" lang="en-US" altLang="zh-CN" sz="1800" b="1">
                <a:solidFill>
                  <a:srgbClr val="000000"/>
                </a:solidFill>
                <a:ea typeface="华文中宋"/>
                <a:cs typeface="华文中宋"/>
              </a:rPr>
              <a:t>3)</a:t>
            </a:r>
            <a:r>
              <a:rPr kumimoji="1" lang="en-US" altLang="zh-CN" sz="1800" b="1" baseline="30000">
                <a:solidFill>
                  <a:srgbClr val="000000"/>
                </a:solidFill>
                <a:ea typeface="华文中宋"/>
                <a:cs typeface="华文中宋"/>
              </a:rPr>
              <a:t>2</a:t>
            </a:r>
            <a:endParaRPr kumimoji="1" lang="en-US" altLang="zh-CN" sz="1800" b="1">
              <a:ea typeface="华文中宋"/>
              <a:cs typeface="华文中宋"/>
            </a:endParaRPr>
          </a:p>
        </p:txBody>
      </p:sp>
      <p:sp>
        <p:nvSpPr>
          <p:cNvPr id="13" name="Text Box 2"/>
          <p:cNvSpPr>
            <a:spLocks noChangeArrowheads="1"/>
          </p:cNvSpPr>
          <p:nvPr/>
        </p:nvSpPr>
        <p:spPr bwMode="auto">
          <a:xfrm>
            <a:off x="827088" y="911225"/>
            <a:ext cx="3081337" cy="400050"/>
          </a:xfrm>
          <a:prstGeom prst="homePlate">
            <a:avLst>
              <a:gd name="adj" fmla="val 49852"/>
            </a:avLst>
          </a:prstGeom>
          <a:solidFill>
            <a:srgbClr val="539A84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二、运动学中的两类问题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7" grpId="0" autoUpdateAnimBg="0"/>
      <p:bldP spid="8" grpId="0" build="p" autoUpdateAnimBg="0"/>
      <p:bldP spid="12" grpId="0" build="p" autoUpdateAnimBg="0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590550" y="804863"/>
            <a:ext cx="46799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（</a:t>
            </a:r>
            <a:r>
              <a:rPr kumimoji="1" lang="en-US" altLang="zh-CN" sz="1800" b="1">
                <a:solidFill>
                  <a:srgbClr val="0000FF"/>
                </a:solidFill>
                <a:ea typeface="华文中宋"/>
                <a:cs typeface="华文中宋"/>
              </a:rPr>
              <a:t>2</a:t>
            </a:r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）第一秒内的位移；</a:t>
            </a:r>
          </a:p>
        </p:txBody>
      </p:sp>
      <p:sp>
        <p:nvSpPr>
          <p:cNvPr id="4" name="Text Box 15"/>
          <p:cNvSpPr txBox="1">
            <a:spLocks noChangeArrowheads="1"/>
          </p:cNvSpPr>
          <p:nvPr/>
        </p:nvSpPr>
        <p:spPr bwMode="auto">
          <a:xfrm>
            <a:off x="1150938" y="1219200"/>
            <a:ext cx="38973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解</a:t>
            </a:r>
            <a:r>
              <a:rPr kumimoji="1" lang="en-US" altLang="zh-CN" sz="1800" b="1">
                <a:solidFill>
                  <a:srgbClr val="000000"/>
                </a:solidFill>
                <a:ea typeface="华文中宋"/>
                <a:cs typeface="华文中宋"/>
              </a:rPr>
              <a:t>:  </a:t>
            </a:r>
            <a:r>
              <a:rPr kumimoji="1"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先将运动方程写成</a:t>
            </a:r>
            <a:r>
              <a:rPr kumimoji="1" lang="zh-CN" altLang="en-US" sz="1800" b="1">
                <a:solidFill>
                  <a:srgbClr val="FF00FF"/>
                </a:solidFill>
                <a:ea typeface="华文中宋"/>
                <a:cs typeface="华文中宋"/>
              </a:rPr>
              <a:t>位置矢量</a:t>
            </a:r>
            <a:r>
              <a:rPr kumimoji="1"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形式</a:t>
            </a:r>
            <a:r>
              <a:rPr kumimoji="1" lang="zh-CN" altLang="en-US" sz="1800" b="1">
                <a:ea typeface="华文中宋"/>
                <a:cs typeface="华文中宋"/>
              </a:rPr>
              <a:t> </a:t>
            </a:r>
          </a:p>
        </p:txBody>
      </p:sp>
      <p:graphicFrame>
        <p:nvGraphicFramePr>
          <p:cNvPr id="14" name="Object 19"/>
          <p:cNvGraphicFramePr>
            <a:graphicFrameLocks noChangeAspect="1"/>
          </p:cNvGraphicFramePr>
          <p:nvPr/>
        </p:nvGraphicFramePr>
        <p:xfrm>
          <a:off x="2922588" y="1633538"/>
          <a:ext cx="1504950" cy="396875"/>
        </p:xfrm>
        <a:graphic>
          <a:graphicData uri="http://schemas.openxmlformats.org/presentationml/2006/ole">
            <p:oleObj spid="_x0000_s39955" name="Equation" r:id="rId3" imgW="723586" imgH="253890" progId="Equation.DSMT4">
              <p:embed/>
            </p:oleObj>
          </a:graphicData>
        </a:graphic>
      </p:graphicFrame>
      <p:graphicFrame>
        <p:nvGraphicFramePr>
          <p:cNvPr id="15" name="Object 20"/>
          <p:cNvGraphicFramePr>
            <a:graphicFrameLocks noChangeAspect="1"/>
          </p:cNvGraphicFramePr>
          <p:nvPr/>
        </p:nvGraphicFramePr>
        <p:xfrm>
          <a:off x="2874963" y="2074863"/>
          <a:ext cx="2486025" cy="390525"/>
        </p:xfrm>
        <a:graphic>
          <a:graphicData uri="http://schemas.openxmlformats.org/presentationml/2006/ole">
            <p:oleObj spid="_x0000_s39956" name="Equation" r:id="rId4" imgW="1218671" imgH="253890" progId="Equation.DSMT4">
              <p:embed/>
            </p:oleObj>
          </a:graphicData>
        </a:graphic>
      </p:graphicFrame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2051050" y="2509838"/>
            <a:ext cx="11303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1800" b="1" i="1">
                <a:solidFill>
                  <a:srgbClr val="000000"/>
                </a:solidFill>
                <a:ea typeface="华文中宋"/>
                <a:cs typeface="华文中宋"/>
              </a:rPr>
              <a:t>t </a:t>
            </a:r>
            <a:r>
              <a:rPr kumimoji="1" lang="en-US" altLang="zh-CN" sz="1800" b="1">
                <a:solidFill>
                  <a:srgbClr val="000000"/>
                </a:solidFill>
                <a:ea typeface="华文中宋"/>
                <a:cs typeface="华文中宋"/>
              </a:rPr>
              <a:t>= 0</a:t>
            </a:r>
            <a:r>
              <a:rPr kumimoji="1"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时刻</a:t>
            </a:r>
            <a:r>
              <a:rPr kumimoji="1" lang="en-US" altLang="zh-CN" sz="1800" b="1">
                <a:solidFill>
                  <a:srgbClr val="000000"/>
                </a:solidFill>
                <a:ea typeface="华文中宋"/>
                <a:cs typeface="华文中宋"/>
              </a:rPr>
              <a:t>,</a:t>
            </a:r>
          </a:p>
        </p:txBody>
      </p:sp>
      <p:graphicFrame>
        <p:nvGraphicFramePr>
          <p:cNvPr id="18" name="Object 21"/>
          <p:cNvGraphicFramePr>
            <a:graphicFrameLocks noChangeAspect="1"/>
          </p:cNvGraphicFramePr>
          <p:nvPr/>
        </p:nvGraphicFramePr>
        <p:xfrm>
          <a:off x="3851275" y="2408238"/>
          <a:ext cx="1062038" cy="450850"/>
        </p:xfrm>
        <a:graphic>
          <a:graphicData uri="http://schemas.openxmlformats.org/presentationml/2006/ole">
            <p:oleObj spid="_x0000_s39957" name="Equation" r:id="rId5" imgW="469696" imgH="266584" progId="Equation.DSMT4">
              <p:embed/>
            </p:oleObj>
          </a:graphicData>
        </a:graphic>
      </p:graphicFrame>
      <p:sp>
        <p:nvSpPr>
          <p:cNvPr id="19" name="Rectangle 6"/>
          <p:cNvSpPr>
            <a:spLocks noChangeArrowheads="1"/>
          </p:cNvSpPr>
          <p:nvPr/>
        </p:nvSpPr>
        <p:spPr bwMode="auto">
          <a:xfrm>
            <a:off x="2039938" y="2924175"/>
            <a:ext cx="11303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1800" b="1" i="1">
                <a:solidFill>
                  <a:srgbClr val="000000"/>
                </a:solidFill>
                <a:ea typeface="华文中宋"/>
                <a:cs typeface="华文中宋"/>
              </a:rPr>
              <a:t>t </a:t>
            </a:r>
            <a:r>
              <a:rPr kumimoji="1" lang="en-US" altLang="zh-CN" sz="1800" b="1">
                <a:solidFill>
                  <a:srgbClr val="000000"/>
                </a:solidFill>
                <a:ea typeface="华文中宋"/>
                <a:cs typeface="华文中宋"/>
              </a:rPr>
              <a:t>= 1</a:t>
            </a:r>
            <a:r>
              <a:rPr kumimoji="1"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时刻</a:t>
            </a:r>
            <a:r>
              <a:rPr kumimoji="1" lang="en-US" altLang="zh-CN" sz="1800" b="1">
                <a:solidFill>
                  <a:srgbClr val="000000"/>
                </a:solidFill>
                <a:ea typeface="华文中宋"/>
                <a:cs typeface="华文中宋"/>
              </a:rPr>
              <a:t>,</a:t>
            </a:r>
          </a:p>
        </p:txBody>
      </p:sp>
      <p:graphicFrame>
        <p:nvGraphicFramePr>
          <p:cNvPr id="20" name="Object 22"/>
          <p:cNvGraphicFramePr>
            <a:graphicFrameLocks noChangeAspect="1"/>
          </p:cNvGraphicFramePr>
          <p:nvPr/>
        </p:nvGraphicFramePr>
        <p:xfrm>
          <a:off x="3851275" y="2840038"/>
          <a:ext cx="1662113" cy="452437"/>
        </p:xfrm>
        <a:graphic>
          <a:graphicData uri="http://schemas.openxmlformats.org/presentationml/2006/ole">
            <p:oleObj spid="_x0000_s39958" name="Equation" r:id="rId6" imgW="736280" imgH="266584" progId="Equation.DSMT4">
              <p:embed/>
            </p:oleObj>
          </a:graphicData>
        </a:graphic>
      </p:graphicFrame>
      <p:sp>
        <p:nvSpPr>
          <p:cNvPr id="21" name="Text Box 8"/>
          <p:cNvSpPr txBox="1">
            <a:spLocks noChangeArrowheads="1"/>
          </p:cNvSpPr>
          <p:nvPr/>
        </p:nvSpPr>
        <p:spPr bwMode="auto">
          <a:xfrm>
            <a:off x="1033463" y="3338513"/>
            <a:ext cx="27813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因此，第一秒内的位移为</a:t>
            </a:r>
            <a:r>
              <a:rPr lang="zh-CN" altLang="en-US" sz="1800" b="1">
                <a:ea typeface="华文中宋"/>
                <a:cs typeface="华文中宋"/>
              </a:rPr>
              <a:t> </a:t>
            </a:r>
          </a:p>
        </p:txBody>
      </p:sp>
      <p:graphicFrame>
        <p:nvGraphicFramePr>
          <p:cNvPr id="22" name="Object 23"/>
          <p:cNvGraphicFramePr>
            <a:graphicFrameLocks noChangeAspect="1"/>
          </p:cNvGraphicFramePr>
          <p:nvPr/>
        </p:nvGraphicFramePr>
        <p:xfrm>
          <a:off x="3419475" y="3751263"/>
          <a:ext cx="1574800" cy="388937"/>
        </p:xfrm>
        <a:graphic>
          <a:graphicData uri="http://schemas.openxmlformats.org/presentationml/2006/ole">
            <p:oleObj spid="_x0000_s39959" name="Equation" r:id="rId7" imgW="698500" imgH="228600" progId="Equation.DSMT4">
              <p:embed/>
            </p:oleObj>
          </a:graphicData>
        </a:graphic>
      </p:graphicFrame>
      <p:graphicFrame>
        <p:nvGraphicFramePr>
          <p:cNvPr id="23" name="Object 24"/>
          <p:cNvGraphicFramePr>
            <a:graphicFrameLocks noChangeAspect="1"/>
          </p:cNvGraphicFramePr>
          <p:nvPr/>
        </p:nvGraphicFramePr>
        <p:xfrm>
          <a:off x="3419475" y="4184650"/>
          <a:ext cx="1863725" cy="428625"/>
        </p:xfrm>
        <a:graphic>
          <a:graphicData uri="http://schemas.openxmlformats.org/presentationml/2006/ole">
            <p:oleObj spid="_x0000_s39960" name="Equation" r:id="rId8" imgW="825500" imgH="2540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17" grpId="0"/>
      <p:bldP spid="19" grpId="0"/>
      <p:bldP spid="21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393700" y="906463"/>
            <a:ext cx="82819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（</a:t>
            </a:r>
            <a:r>
              <a:rPr kumimoji="1" lang="en-US" altLang="zh-CN" sz="1800" b="1">
                <a:solidFill>
                  <a:srgbClr val="0000FF"/>
                </a:solidFill>
                <a:ea typeface="华文中宋"/>
                <a:cs typeface="华文中宋"/>
              </a:rPr>
              <a:t>3</a:t>
            </a:r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）</a:t>
            </a:r>
            <a:r>
              <a:rPr kumimoji="1" lang="en-US" altLang="zh-CN" sz="1800" b="1" i="1">
                <a:solidFill>
                  <a:srgbClr val="0000FF"/>
                </a:solidFill>
                <a:ea typeface="华文中宋"/>
                <a:cs typeface="华文中宋"/>
              </a:rPr>
              <a:t>t </a:t>
            </a:r>
            <a:r>
              <a:rPr kumimoji="1" lang="en-US" altLang="zh-CN" sz="1800" b="1">
                <a:solidFill>
                  <a:srgbClr val="0000FF"/>
                </a:solidFill>
                <a:ea typeface="华文中宋"/>
                <a:cs typeface="华文中宋"/>
              </a:rPr>
              <a:t>= 0 </a:t>
            </a:r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和 </a:t>
            </a:r>
            <a:r>
              <a:rPr kumimoji="1" lang="en-US" altLang="zh-CN" sz="1800" b="1" i="1">
                <a:solidFill>
                  <a:srgbClr val="0000FF"/>
                </a:solidFill>
                <a:ea typeface="华文中宋"/>
                <a:cs typeface="华文中宋"/>
              </a:rPr>
              <a:t>t </a:t>
            </a:r>
            <a:r>
              <a:rPr kumimoji="1" lang="en-US" altLang="zh-CN" sz="1800" b="1">
                <a:solidFill>
                  <a:srgbClr val="0000FF"/>
                </a:solidFill>
                <a:ea typeface="华文中宋"/>
                <a:cs typeface="华文中宋"/>
              </a:rPr>
              <a:t>= 1</a:t>
            </a:r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两时刻质点的速度和加速度。 </a:t>
            </a:r>
          </a:p>
        </p:txBody>
      </p:sp>
      <p:sp>
        <p:nvSpPr>
          <p:cNvPr id="4" name="Text Box 12"/>
          <p:cNvSpPr txBox="1">
            <a:spLocks noChangeArrowheads="1"/>
          </p:cNvSpPr>
          <p:nvPr/>
        </p:nvSpPr>
        <p:spPr bwMode="auto">
          <a:xfrm>
            <a:off x="828675" y="1404938"/>
            <a:ext cx="16160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kumimoji="1"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解</a:t>
            </a:r>
            <a:r>
              <a:rPr kumimoji="1" lang="en-US" altLang="zh-CN" sz="1800" b="1">
                <a:solidFill>
                  <a:srgbClr val="000000"/>
                </a:solidFill>
                <a:ea typeface="华文中宋"/>
                <a:cs typeface="华文中宋"/>
              </a:rPr>
              <a:t>:   </a:t>
            </a:r>
            <a:r>
              <a:rPr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由</a:t>
            </a:r>
            <a:endParaRPr lang="zh-CN" altLang="en-US" sz="1800" b="1">
              <a:ea typeface="华文中宋"/>
              <a:cs typeface="华文中宋"/>
            </a:endParaRPr>
          </a:p>
        </p:txBody>
      </p:sp>
      <p:grpSp>
        <p:nvGrpSpPr>
          <p:cNvPr id="2" name="组合 28"/>
          <p:cNvGrpSpPr>
            <a:grpSpLocks/>
          </p:cNvGrpSpPr>
          <p:nvPr/>
        </p:nvGrpSpPr>
        <p:grpSpPr bwMode="auto">
          <a:xfrm>
            <a:off x="2916238" y="1404938"/>
            <a:ext cx="3024187" cy="390525"/>
            <a:chOff x="4027715" y="1177680"/>
            <a:chExt cx="3043240" cy="515133"/>
          </a:xfrm>
        </p:grpSpPr>
        <p:sp>
          <p:nvSpPr>
            <p:cNvPr id="41016" name="Text Box 12"/>
            <p:cNvSpPr txBox="1">
              <a:spLocks noChangeArrowheads="1"/>
            </p:cNvSpPr>
            <p:nvPr/>
          </p:nvSpPr>
          <p:spPr bwMode="auto">
            <a:xfrm>
              <a:off x="4027715" y="1194575"/>
              <a:ext cx="541338" cy="4920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1800" b="1">
                  <a:solidFill>
                    <a:srgbClr val="000000"/>
                  </a:solidFill>
                  <a:ea typeface="华文中宋"/>
                  <a:cs typeface="华文中宋"/>
                </a:rPr>
                <a:t>及</a:t>
              </a:r>
              <a:endParaRPr lang="zh-CN" altLang="en-US" sz="1800" b="1">
                <a:ea typeface="华文中宋"/>
                <a:cs typeface="华文中宋"/>
              </a:endParaRPr>
            </a:p>
          </p:txBody>
        </p:sp>
        <p:graphicFrame>
          <p:nvGraphicFramePr>
            <p:cNvPr id="40994" name="Object 34"/>
            <p:cNvGraphicFramePr>
              <a:graphicFrameLocks noChangeAspect="1"/>
            </p:cNvGraphicFramePr>
            <p:nvPr/>
          </p:nvGraphicFramePr>
          <p:xfrm>
            <a:off x="4599216" y="1177680"/>
            <a:ext cx="2471739" cy="515133"/>
          </p:xfrm>
          <a:graphic>
            <a:graphicData uri="http://schemas.openxmlformats.org/presentationml/2006/ole">
              <p:oleObj spid="_x0000_s40994" name="Equation" r:id="rId3" imgW="1218671" imgH="253890" progId="Equation.DSMT4">
                <p:embed/>
              </p:oleObj>
            </a:graphicData>
          </a:graphic>
        </p:graphicFrame>
      </p:grpSp>
      <p:graphicFrame>
        <p:nvGraphicFramePr>
          <p:cNvPr id="28" name="Object 35"/>
          <p:cNvGraphicFramePr>
            <a:graphicFrameLocks noChangeAspect="1"/>
          </p:cNvGraphicFramePr>
          <p:nvPr/>
        </p:nvGraphicFramePr>
        <p:xfrm>
          <a:off x="1979613" y="1409700"/>
          <a:ext cx="792162" cy="514350"/>
        </p:xfrm>
        <a:graphic>
          <a:graphicData uri="http://schemas.openxmlformats.org/presentationml/2006/ole">
            <p:oleObj spid="_x0000_s40995" name="Equation" r:id="rId4" imgW="469696" imgH="406224" progId="Equation.DSMT4">
              <p:embed/>
            </p:oleObj>
          </a:graphicData>
        </a:graphic>
      </p:graphicFrame>
      <p:grpSp>
        <p:nvGrpSpPr>
          <p:cNvPr id="5" name="组合 11"/>
          <p:cNvGrpSpPr>
            <a:grpSpLocks/>
          </p:cNvGrpSpPr>
          <p:nvPr/>
        </p:nvGrpSpPr>
        <p:grpSpPr bwMode="auto">
          <a:xfrm>
            <a:off x="1568450" y="1924050"/>
            <a:ext cx="2667000" cy="411163"/>
            <a:chOff x="1949450" y="2624060"/>
            <a:chExt cx="2668109" cy="547135"/>
          </a:xfrm>
        </p:grpSpPr>
        <p:graphicFrame>
          <p:nvGraphicFramePr>
            <p:cNvPr id="40996" name="Object 36"/>
            <p:cNvGraphicFramePr>
              <a:graphicFrameLocks noChangeAspect="1"/>
            </p:cNvGraphicFramePr>
            <p:nvPr/>
          </p:nvGraphicFramePr>
          <p:xfrm>
            <a:off x="2918228" y="2624060"/>
            <a:ext cx="1699331" cy="547135"/>
          </p:xfrm>
          <a:graphic>
            <a:graphicData uri="http://schemas.openxmlformats.org/presentationml/2006/ole">
              <p:oleObj spid="_x0000_s40996" name="Equation" r:id="rId5" imgW="787058" imgH="253890" progId="Equation.DSMT4">
                <p:embed/>
              </p:oleObj>
            </a:graphicData>
          </a:graphic>
        </p:graphicFrame>
        <p:sp>
          <p:nvSpPr>
            <p:cNvPr id="41015" name="Text Box 12"/>
            <p:cNvSpPr txBox="1">
              <a:spLocks noChangeArrowheads="1"/>
            </p:cNvSpPr>
            <p:nvPr/>
          </p:nvSpPr>
          <p:spPr bwMode="auto">
            <a:xfrm>
              <a:off x="1949450" y="2673222"/>
              <a:ext cx="541563" cy="4917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1800" b="1">
                  <a:ea typeface="华文中宋"/>
                  <a:cs typeface="华文中宋"/>
                </a:rPr>
                <a:t>得</a:t>
              </a:r>
            </a:p>
          </p:txBody>
        </p:sp>
      </p:grpSp>
      <p:sp>
        <p:nvSpPr>
          <p:cNvPr id="34" name="Text Box 12"/>
          <p:cNvSpPr txBox="1">
            <a:spLocks noChangeArrowheads="1"/>
          </p:cNvSpPr>
          <p:nvPr/>
        </p:nvSpPr>
        <p:spPr bwMode="auto">
          <a:xfrm>
            <a:off x="1979613" y="2427288"/>
            <a:ext cx="54133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由</a:t>
            </a:r>
            <a:endParaRPr lang="zh-CN" altLang="en-US" sz="1800" b="1">
              <a:ea typeface="华文中宋"/>
              <a:cs typeface="华文中宋"/>
            </a:endParaRPr>
          </a:p>
        </p:txBody>
      </p:sp>
      <p:graphicFrame>
        <p:nvGraphicFramePr>
          <p:cNvPr id="35" name="Object 37"/>
          <p:cNvGraphicFramePr>
            <a:graphicFrameLocks noChangeAspect="1"/>
          </p:cNvGraphicFramePr>
          <p:nvPr/>
        </p:nvGraphicFramePr>
        <p:xfrm>
          <a:off x="2498725" y="2355850"/>
          <a:ext cx="920750" cy="568325"/>
        </p:xfrm>
        <a:graphic>
          <a:graphicData uri="http://schemas.openxmlformats.org/presentationml/2006/ole">
            <p:oleObj spid="_x0000_s40997" name="Equation" r:id="rId6" imgW="494870" imgH="406048" progId="Equation.DSMT4">
              <p:embed/>
            </p:oleObj>
          </a:graphicData>
        </a:graphic>
      </p:graphicFrame>
      <p:grpSp>
        <p:nvGrpSpPr>
          <p:cNvPr id="6" name="组合 36"/>
          <p:cNvGrpSpPr>
            <a:grpSpLocks/>
          </p:cNvGrpSpPr>
          <p:nvPr/>
        </p:nvGrpSpPr>
        <p:grpSpPr bwMode="auto">
          <a:xfrm>
            <a:off x="4462463" y="2457450"/>
            <a:ext cx="1462087" cy="369888"/>
            <a:chOff x="1917168" y="3505653"/>
            <a:chExt cx="1463492" cy="492247"/>
          </a:xfrm>
        </p:grpSpPr>
        <p:sp>
          <p:nvSpPr>
            <p:cNvPr id="41014" name="Text Box 12"/>
            <p:cNvSpPr txBox="1">
              <a:spLocks noChangeArrowheads="1"/>
            </p:cNvSpPr>
            <p:nvPr/>
          </p:nvSpPr>
          <p:spPr bwMode="auto">
            <a:xfrm>
              <a:off x="1917168" y="3505653"/>
              <a:ext cx="541660" cy="4922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1800" b="1">
                  <a:ea typeface="华文中宋"/>
                  <a:cs typeface="华文中宋"/>
                </a:rPr>
                <a:t>得</a:t>
              </a:r>
            </a:p>
          </p:txBody>
        </p:sp>
        <p:graphicFrame>
          <p:nvGraphicFramePr>
            <p:cNvPr id="40998" name="Object 38"/>
            <p:cNvGraphicFramePr>
              <a:graphicFrameLocks noChangeAspect="1"/>
            </p:cNvGraphicFramePr>
            <p:nvPr/>
          </p:nvGraphicFramePr>
          <p:xfrm>
            <a:off x="2491012" y="3507240"/>
            <a:ext cx="889648" cy="471320"/>
          </p:xfrm>
          <a:graphic>
            <a:graphicData uri="http://schemas.openxmlformats.org/presentationml/2006/ole">
              <p:oleObj spid="_x0000_s40998" name="Equation" r:id="rId7" imgW="431613" imgH="228501" progId="Equation.DSMT4">
                <p:embed/>
              </p:oleObj>
            </a:graphicData>
          </a:graphic>
        </p:graphicFrame>
      </p:grpSp>
      <p:sp>
        <p:nvSpPr>
          <p:cNvPr id="38" name="Text Box 16"/>
          <p:cNvSpPr txBox="1">
            <a:spLocks noChangeArrowheads="1"/>
          </p:cNvSpPr>
          <p:nvPr/>
        </p:nvSpPr>
        <p:spPr bwMode="auto">
          <a:xfrm>
            <a:off x="827088" y="3424238"/>
            <a:ext cx="233203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 b="1">
                <a:ea typeface="华文中宋"/>
                <a:cs typeface="华文中宋"/>
              </a:rPr>
              <a:t>所以，</a:t>
            </a:r>
            <a:r>
              <a:rPr lang="en-US" altLang="zh-CN" sz="1800" b="1" i="1">
                <a:ea typeface="华文中宋"/>
                <a:cs typeface="华文中宋"/>
              </a:rPr>
              <a:t>t</a:t>
            </a:r>
            <a:r>
              <a:rPr lang="en-US" altLang="zh-CN" sz="1800" b="1">
                <a:ea typeface="华文中宋"/>
                <a:cs typeface="华文中宋"/>
              </a:rPr>
              <a:t>=0</a:t>
            </a:r>
            <a:r>
              <a:rPr lang="zh-CN" altLang="en-US" sz="1800" b="1">
                <a:ea typeface="华文中宋"/>
                <a:cs typeface="华文中宋"/>
              </a:rPr>
              <a:t>时</a:t>
            </a:r>
          </a:p>
        </p:txBody>
      </p:sp>
      <p:sp>
        <p:nvSpPr>
          <p:cNvPr id="30" name="AutoShape 25"/>
          <p:cNvSpPr>
            <a:spLocks/>
          </p:cNvSpPr>
          <p:nvPr/>
        </p:nvSpPr>
        <p:spPr bwMode="auto">
          <a:xfrm>
            <a:off x="2714625" y="3151188"/>
            <a:ext cx="193675" cy="549275"/>
          </a:xfrm>
          <a:prstGeom prst="leftBrace">
            <a:avLst>
              <a:gd name="adj1" fmla="val 2373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 b="1">
              <a:solidFill>
                <a:srgbClr val="000000"/>
              </a:solidFill>
              <a:latin typeface="楷体_GB2312"/>
              <a:ea typeface="楷体_GB2312"/>
              <a:cs typeface="楷体_GB2312"/>
            </a:endParaRPr>
          </a:p>
        </p:txBody>
      </p:sp>
      <p:graphicFrame>
        <p:nvGraphicFramePr>
          <p:cNvPr id="31" name="Object 39"/>
          <p:cNvGraphicFramePr>
            <a:graphicFrameLocks noChangeAspect="1"/>
          </p:cNvGraphicFramePr>
          <p:nvPr/>
        </p:nvGraphicFramePr>
        <p:xfrm>
          <a:off x="3009900" y="3360738"/>
          <a:ext cx="1084263" cy="417512"/>
        </p:xfrm>
        <a:graphic>
          <a:graphicData uri="http://schemas.openxmlformats.org/presentationml/2006/ole">
            <p:oleObj spid="_x0000_s40999" name="Equation" r:id="rId8" imgW="431613" imgH="228501" progId="Equation.DSMT4">
              <p:embed/>
            </p:oleObj>
          </a:graphicData>
        </a:graphic>
      </p:graphicFrame>
      <p:graphicFrame>
        <p:nvGraphicFramePr>
          <p:cNvPr id="32" name="Object 40"/>
          <p:cNvGraphicFramePr>
            <a:graphicFrameLocks noChangeAspect="1"/>
          </p:cNvGraphicFramePr>
          <p:nvPr/>
        </p:nvGraphicFramePr>
        <p:xfrm>
          <a:off x="2944813" y="2976563"/>
          <a:ext cx="1149350" cy="461962"/>
        </p:xfrm>
        <a:graphic>
          <a:graphicData uri="http://schemas.openxmlformats.org/presentationml/2006/ole">
            <p:oleObj spid="_x0000_s41000" name="Equation" r:id="rId9" imgW="457002" imgH="253890" progId="Equation.DSMT4">
              <p:embed/>
            </p:oleObj>
          </a:graphicData>
        </a:graphic>
      </p:graphicFrame>
      <p:sp>
        <p:nvSpPr>
          <p:cNvPr id="41" name="Text Box 17"/>
          <p:cNvSpPr txBox="1">
            <a:spLocks noChangeArrowheads="1"/>
          </p:cNvSpPr>
          <p:nvPr/>
        </p:nvSpPr>
        <p:spPr bwMode="auto">
          <a:xfrm>
            <a:off x="1547813" y="4083050"/>
            <a:ext cx="9366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800" b="1" i="1">
                <a:ea typeface="华文中宋"/>
                <a:cs typeface="华文中宋"/>
              </a:rPr>
              <a:t>t</a:t>
            </a:r>
            <a:r>
              <a:rPr lang="en-US" altLang="zh-CN" sz="1800" b="1">
                <a:ea typeface="华文中宋"/>
                <a:cs typeface="华文中宋"/>
              </a:rPr>
              <a:t>=1</a:t>
            </a:r>
            <a:r>
              <a:rPr lang="zh-CN" altLang="en-US" sz="1800" b="1">
                <a:ea typeface="华文中宋"/>
                <a:cs typeface="华文中宋"/>
              </a:rPr>
              <a:t>时</a:t>
            </a:r>
          </a:p>
        </p:txBody>
      </p:sp>
      <p:grpSp>
        <p:nvGrpSpPr>
          <p:cNvPr id="7" name="Group 18"/>
          <p:cNvGrpSpPr>
            <a:grpSpLocks/>
          </p:cNvGrpSpPr>
          <p:nvPr/>
        </p:nvGrpSpPr>
        <p:grpSpPr bwMode="auto">
          <a:xfrm>
            <a:off x="2690813" y="3849688"/>
            <a:ext cx="2097087" cy="809625"/>
            <a:chOff x="3967" y="3298"/>
            <a:chExt cx="1321" cy="680"/>
          </a:xfrm>
        </p:grpSpPr>
        <p:graphicFrame>
          <p:nvGraphicFramePr>
            <p:cNvPr id="41001" name="Object 41"/>
            <p:cNvGraphicFramePr>
              <a:graphicFrameLocks noChangeAspect="1"/>
            </p:cNvGraphicFramePr>
            <p:nvPr/>
          </p:nvGraphicFramePr>
          <p:xfrm>
            <a:off x="4090" y="3298"/>
            <a:ext cx="1198" cy="338"/>
          </p:xfrm>
          <a:graphic>
            <a:graphicData uri="http://schemas.openxmlformats.org/presentationml/2006/ole">
              <p:oleObj spid="_x0000_s41001" name="Equation" r:id="rId10" imgW="736280" imgH="253890" progId="Equation.DSMT4">
                <p:embed/>
              </p:oleObj>
            </a:graphicData>
          </a:graphic>
        </p:graphicFrame>
        <p:graphicFrame>
          <p:nvGraphicFramePr>
            <p:cNvPr id="41002" name="Object 42"/>
            <p:cNvGraphicFramePr>
              <a:graphicFrameLocks noChangeAspect="1"/>
            </p:cNvGraphicFramePr>
            <p:nvPr/>
          </p:nvGraphicFramePr>
          <p:xfrm>
            <a:off x="4079" y="3655"/>
            <a:ext cx="743" cy="323"/>
          </p:xfrm>
          <a:graphic>
            <a:graphicData uri="http://schemas.openxmlformats.org/presentationml/2006/ole">
              <p:oleObj spid="_x0000_s41002" name="Equation" r:id="rId11" imgW="431613" imgH="228501" progId="Equation.DSMT4">
                <p:embed/>
              </p:oleObj>
            </a:graphicData>
          </a:graphic>
        </p:graphicFrame>
        <p:sp>
          <p:nvSpPr>
            <p:cNvPr id="41013" name="AutoShape 21"/>
            <p:cNvSpPr>
              <a:spLocks/>
            </p:cNvSpPr>
            <p:nvPr/>
          </p:nvSpPr>
          <p:spPr bwMode="auto">
            <a:xfrm>
              <a:off x="3967" y="3460"/>
              <a:ext cx="122" cy="461"/>
            </a:xfrm>
            <a:prstGeom prst="leftBrace">
              <a:avLst>
                <a:gd name="adj1" fmla="val 2370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endParaRPr>
            </a:p>
          </p:txBody>
        </p:sp>
      </p:grpSp>
      <p:sp>
        <p:nvSpPr>
          <p:cNvPr id="41019" name="Text Box 59">
            <a:hlinkClick r:id="rId12" action="ppaction://hlinksldjump"/>
          </p:cNvPr>
          <p:cNvSpPr txBox="1">
            <a:spLocks noChangeArrowheads="1"/>
          </p:cNvSpPr>
          <p:nvPr/>
        </p:nvSpPr>
        <p:spPr bwMode="auto">
          <a:xfrm>
            <a:off x="7596188" y="4156075"/>
            <a:ext cx="1295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/>
              <a:t>（返回链接</a:t>
            </a:r>
            <a:r>
              <a:rPr lang="zh-CN" altLang="en-US" sz="1400">
                <a:cs typeface="Times New Roman" pitchFamily="18" charset="0"/>
              </a:rPr>
              <a:t>→</a:t>
            </a:r>
            <a:r>
              <a:rPr lang="en-US" altLang="zh-CN" sz="1400">
                <a:cs typeface="Times New Roman" pitchFamily="18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34" grpId="0" autoUpdateAnimBg="0"/>
      <p:bldP spid="38" grpId="0"/>
      <p:bldP spid="30" grpId="0" animBg="1"/>
      <p:bldP spid="4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00" name="Text Box 4"/>
          <p:cNvSpPr txBox="1">
            <a:spLocks noChangeArrowheads="1"/>
          </p:cNvSpPr>
          <p:nvPr/>
        </p:nvSpPr>
        <p:spPr bwMode="auto">
          <a:xfrm>
            <a:off x="704850" y="792163"/>
            <a:ext cx="47434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 b="1">
                <a:solidFill>
                  <a:srgbClr val="0000FF"/>
                </a:solidFill>
                <a:ea typeface="华文中宋"/>
                <a:cs typeface="华文中宋"/>
              </a:rPr>
              <a:t>2.</a:t>
            </a:r>
            <a:r>
              <a:rPr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已知加速度和初始条件，求速度和运动方程</a:t>
            </a:r>
          </a:p>
        </p:txBody>
      </p:sp>
      <p:graphicFrame>
        <p:nvGraphicFramePr>
          <p:cNvPr id="32" name="Object 24"/>
          <p:cNvGraphicFramePr>
            <a:graphicFrameLocks noChangeAspect="1"/>
          </p:cNvGraphicFramePr>
          <p:nvPr/>
        </p:nvGraphicFramePr>
        <p:xfrm>
          <a:off x="2527300" y="1384300"/>
          <a:ext cx="1108075" cy="682625"/>
        </p:xfrm>
        <a:graphic>
          <a:graphicData uri="http://schemas.openxmlformats.org/presentationml/2006/ole">
            <p:oleObj spid="_x0000_s42008" name="Equation" r:id="rId3" imgW="494870" imgH="406048" progId="Equation.DSMT4">
              <p:embed/>
            </p:oleObj>
          </a:graphicData>
        </a:graphic>
      </p:graphicFrame>
      <p:graphicFrame>
        <p:nvGraphicFramePr>
          <p:cNvPr id="18" name="Object 25"/>
          <p:cNvGraphicFramePr>
            <a:graphicFrameLocks noChangeAspect="1"/>
          </p:cNvGraphicFramePr>
          <p:nvPr/>
        </p:nvGraphicFramePr>
        <p:xfrm>
          <a:off x="4211638" y="1347788"/>
          <a:ext cx="2052637" cy="608012"/>
        </p:xfrm>
        <a:graphic>
          <a:graphicData uri="http://schemas.openxmlformats.org/presentationml/2006/ole">
            <p:oleObj spid="_x0000_s42009" name="Equation" r:id="rId4" imgW="901309" imgH="355446" progId="Equation.DSMT4">
              <p:embed/>
            </p:oleObj>
          </a:graphicData>
        </a:graphic>
      </p:graphicFrame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950913" y="2070100"/>
            <a:ext cx="7005637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一维情况：</a:t>
            </a:r>
            <a:endParaRPr kumimoji="1" lang="en-US" altLang="zh-CN" sz="1800" b="1">
              <a:solidFill>
                <a:srgbClr val="000000"/>
              </a:solidFill>
              <a:ea typeface="华文中宋"/>
              <a:cs typeface="华文中宋"/>
            </a:endParaRPr>
          </a:p>
          <a:p>
            <a:r>
              <a:rPr kumimoji="1"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               由初始条件</a:t>
            </a:r>
            <a:r>
              <a:rPr kumimoji="1" lang="en-US" altLang="zh-CN" sz="1800" b="1">
                <a:solidFill>
                  <a:srgbClr val="000000"/>
                </a:solidFill>
                <a:ea typeface="华文中宋"/>
                <a:cs typeface="华文中宋"/>
              </a:rPr>
              <a:t>(</a:t>
            </a:r>
            <a:r>
              <a:rPr kumimoji="1"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 </a:t>
            </a:r>
            <a:r>
              <a:rPr kumimoji="1" lang="en-US" altLang="zh-CN" sz="1800" b="1" i="1">
                <a:solidFill>
                  <a:srgbClr val="000000"/>
                </a:solidFill>
                <a:ea typeface="华文中宋"/>
                <a:cs typeface="华文中宋"/>
              </a:rPr>
              <a:t>t</a:t>
            </a:r>
            <a:r>
              <a:rPr kumimoji="1" lang="en-US" altLang="zh-CN" sz="1800" b="1" baseline="-25000">
                <a:solidFill>
                  <a:srgbClr val="000000"/>
                </a:solidFill>
                <a:ea typeface="华文中宋"/>
                <a:cs typeface="华文中宋"/>
              </a:rPr>
              <a:t>0</a:t>
            </a:r>
            <a:r>
              <a:rPr kumimoji="1"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，</a:t>
            </a:r>
            <a:r>
              <a:rPr kumimoji="1" lang="en-US" altLang="zh-CN" sz="1800" b="1" i="1">
                <a:solidFill>
                  <a:srgbClr val="000000"/>
                </a:solidFill>
                <a:ea typeface="华文中宋"/>
                <a:cs typeface="华文中宋"/>
                <a:sym typeface="Symbol" pitchFamily="18" charset="2"/>
              </a:rPr>
              <a:t></a:t>
            </a:r>
            <a:r>
              <a:rPr kumimoji="1" lang="en-US" altLang="zh-CN" sz="1800" b="1" baseline="-25000">
                <a:solidFill>
                  <a:srgbClr val="000000"/>
                </a:solidFill>
                <a:ea typeface="华文中宋"/>
                <a:cs typeface="华文中宋"/>
              </a:rPr>
              <a:t>0</a:t>
            </a:r>
            <a:r>
              <a:rPr kumimoji="1"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，</a:t>
            </a:r>
            <a:r>
              <a:rPr kumimoji="1" lang="en-US" altLang="zh-CN" sz="1800" b="1">
                <a:solidFill>
                  <a:srgbClr val="000000"/>
                </a:solidFill>
                <a:ea typeface="华文中宋"/>
                <a:cs typeface="华文中宋"/>
              </a:rPr>
              <a:t> </a:t>
            </a:r>
            <a:r>
              <a:rPr kumimoji="1" lang="en-US" altLang="zh-CN" sz="1800" b="1" i="1">
                <a:solidFill>
                  <a:srgbClr val="000000"/>
                </a:solidFill>
                <a:ea typeface="华文中宋"/>
                <a:cs typeface="华文中宋"/>
              </a:rPr>
              <a:t>x</a:t>
            </a:r>
            <a:r>
              <a:rPr kumimoji="1" lang="en-US" altLang="zh-CN" sz="1800" b="1" baseline="-30000">
                <a:solidFill>
                  <a:srgbClr val="000000"/>
                </a:solidFill>
                <a:ea typeface="华文中宋"/>
                <a:cs typeface="华文中宋"/>
              </a:rPr>
              <a:t>0</a:t>
            </a:r>
            <a:r>
              <a:rPr kumimoji="1" lang="zh-CN" altLang="en-US" sz="1800" b="1" baseline="-30000">
                <a:solidFill>
                  <a:srgbClr val="000000"/>
                </a:solidFill>
                <a:ea typeface="华文中宋"/>
                <a:cs typeface="华文中宋"/>
              </a:rPr>
              <a:t>  </a:t>
            </a:r>
            <a:r>
              <a:rPr kumimoji="1" lang="en-US" altLang="zh-CN" sz="1800" b="1">
                <a:solidFill>
                  <a:srgbClr val="000000"/>
                </a:solidFill>
                <a:ea typeface="华文中宋"/>
                <a:cs typeface="华文中宋"/>
              </a:rPr>
              <a:t>)</a:t>
            </a:r>
            <a:r>
              <a:rPr kumimoji="1"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可确定</a:t>
            </a:r>
            <a:r>
              <a:rPr kumimoji="1" lang="zh-CN" altLang="en-US" sz="1800" b="1">
                <a:ea typeface="华文中宋"/>
                <a:cs typeface="华文中宋"/>
              </a:rPr>
              <a:t> </a:t>
            </a:r>
          </a:p>
        </p:txBody>
      </p:sp>
      <p:graphicFrame>
        <p:nvGraphicFramePr>
          <p:cNvPr id="20" name="Object 26"/>
          <p:cNvGraphicFramePr>
            <a:graphicFrameLocks noChangeAspect="1"/>
          </p:cNvGraphicFramePr>
          <p:nvPr/>
        </p:nvGraphicFramePr>
        <p:xfrm>
          <a:off x="1416050" y="2851150"/>
          <a:ext cx="1009650" cy="619125"/>
        </p:xfrm>
        <a:graphic>
          <a:graphicData uri="http://schemas.openxmlformats.org/presentationml/2006/ole">
            <p:oleObj spid="_x0000_s42010" name="Equation" r:id="rId5" imgW="482391" imgH="393529" progId="Equation.DSMT4">
              <p:embed/>
            </p:oleObj>
          </a:graphicData>
        </a:graphic>
      </p:graphicFrame>
      <p:cxnSp>
        <p:nvCxnSpPr>
          <p:cNvPr id="21" name="直接箭头连接符 20"/>
          <p:cNvCxnSpPr>
            <a:cxnSpLocks noChangeShapeType="1"/>
          </p:cNvCxnSpPr>
          <p:nvPr/>
        </p:nvCxnSpPr>
        <p:spPr bwMode="auto">
          <a:xfrm flipV="1">
            <a:off x="2439988" y="3140075"/>
            <a:ext cx="830262" cy="0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graphicFrame>
        <p:nvGraphicFramePr>
          <p:cNvPr id="22" name="Object 27"/>
          <p:cNvGraphicFramePr>
            <a:graphicFrameLocks noChangeAspect="1"/>
          </p:cNvGraphicFramePr>
          <p:nvPr/>
        </p:nvGraphicFramePr>
        <p:xfrm>
          <a:off x="3425825" y="2847975"/>
          <a:ext cx="1905000" cy="573088"/>
        </p:xfrm>
        <a:graphic>
          <a:graphicData uri="http://schemas.openxmlformats.org/presentationml/2006/ole">
            <p:oleObj spid="_x0000_s42011" name="Equation" r:id="rId6" imgW="888614" imgH="355446" progId="Equation.DSMT4">
              <p:embed/>
            </p:oleObj>
          </a:graphicData>
        </a:graphic>
      </p:graphicFrame>
      <p:cxnSp>
        <p:nvCxnSpPr>
          <p:cNvPr id="23" name="直接箭头连接符 22"/>
          <p:cNvCxnSpPr>
            <a:cxnSpLocks noChangeShapeType="1"/>
          </p:cNvCxnSpPr>
          <p:nvPr/>
        </p:nvCxnSpPr>
        <p:spPr bwMode="auto">
          <a:xfrm>
            <a:off x="5435600" y="3165475"/>
            <a:ext cx="623888" cy="1588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graphicFrame>
        <p:nvGraphicFramePr>
          <p:cNvPr id="24" name="Object 28"/>
          <p:cNvGraphicFramePr>
            <a:graphicFrameLocks noChangeAspect="1"/>
          </p:cNvGraphicFramePr>
          <p:nvPr/>
        </p:nvGraphicFramePr>
        <p:xfrm>
          <a:off x="6227763" y="2841625"/>
          <a:ext cx="1930400" cy="573088"/>
        </p:xfrm>
        <a:graphic>
          <a:graphicData uri="http://schemas.openxmlformats.org/presentationml/2006/ole">
            <p:oleObj spid="_x0000_s42012" name="Equation" r:id="rId7" imgW="901309" imgH="355446" progId="Equation.DSMT4">
              <p:embed/>
            </p:oleObj>
          </a:graphicData>
        </a:graphic>
      </p:graphicFrame>
      <p:graphicFrame>
        <p:nvGraphicFramePr>
          <p:cNvPr id="25" name="Object 29"/>
          <p:cNvGraphicFramePr>
            <a:graphicFrameLocks noChangeAspect="1"/>
          </p:cNvGraphicFramePr>
          <p:nvPr/>
        </p:nvGraphicFramePr>
        <p:xfrm>
          <a:off x="1430338" y="3617913"/>
          <a:ext cx="955675" cy="617537"/>
        </p:xfrm>
        <a:graphic>
          <a:graphicData uri="http://schemas.openxmlformats.org/presentationml/2006/ole">
            <p:oleObj spid="_x0000_s42013" name="Equation" r:id="rId8" imgW="457002" imgH="393529" progId="Equation.DSMT4">
              <p:embed/>
            </p:oleObj>
          </a:graphicData>
        </a:graphic>
      </p:graphicFrame>
      <p:cxnSp>
        <p:nvCxnSpPr>
          <p:cNvPr id="28" name="直接箭头连接符 27"/>
          <p:cNvCxnSpPr>
            <a:cxnSpLocks noChangeShapeType="1"/>
          </p:cNvCxnSpPr>
          <p:nvPr/>
        </p:nvCxnSpPr>
        <p:spPr bwMode="auto">
          <a:xfrm>
            <a:off x="2411413" y="3922713"/>
            <a:ext cx="865187" cy="0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graphicFrame>
        <p:nvGraphicFramePr>
          <p:cNvPr id="7" name="Object 30"/>
          <p:cNvGraphicFramePr>
            <a:graphicFrameLocks noChangeAspect="1"/>
          </p:cNvGraphicFramePr>
          <p:nvPr/>
        </p:nvGraphicFramePr>
        <p:xfrm>
          <a:off x="3405188" y="3640138"/>
          <a:ext cx="1901825" cy="573087"/>
        </p:xfrm>
        <a:graphic>
          <a:graphicData uri="http://schemas.openxmlformats.org/presentationml/2006/ole">
            <p:oleObj spid="_x0000_s42014" name="Equation" r:id="rId9" imgW="863225" imgH="355446" progId="Equation.DSMT4">
              <p:embed/>
            </p:oleObj>
          </a:graphicData>
        </a:graphic>
      </p:graphicFrame>
      <p:cxnSp>
        <p:nvCxnSpPr>
          <p:cNvPr id="30" name="直接箭头连接符 29"/>
          <p:cNvCxnSpPr>
            <a:cxnSpLocks noChangeShapeType="1"/>
          </p:cNvCxnSpPr>
          <p:nvPr/>
        </p:nvCxnSpPr>
        <p:spPr bwMode="auto">
          <a:xfrm flipV="1">
            <a:off x="5435600" y="3960813"/>
            <a:ext cx="635000" cy="0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graphicFrame>
        <p:nvGraphicFramePr>
          <p:cNvPr id="33" name="Object 31"/>
          <p:cNvGraphicFramePr>
            <a:graphicFrameLocks noChangeAspect="1"/>
          </p:cNvGraphicFramePr>
          <p:nvPr/>
        </p:nvGraphicFramePr>
        <p:xfrm>
          <a:off x="6213475" y="3660775"/>
          <a:ext cx="1931988" cy="573088"/>
        </p:xfrm>
        <a:graphic>
          <a:graphicData uri="http://schemas.openxmlformats.org/presentationml/2006/ole">
            <p:oleObj spid="_x0000_s42015" name="Equation" r:id="rId10" imgW="901309" imgH="355446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0" grpId="0"/>
      <p:bldP spid="19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0"/>
          <p:cNvSpPr txBox="1">
            <a:spLocks noChangeArrowheads="1"/>
          </p:cNvSpPr>
          <p:nvPr/>
        </p:nvSpPr>
        <p:spPr bwMode="auto">
          <a:xfrm>
            <a:off x="684213" y="846138"/>
            <a:ext cx="72453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例    若已知原点作圆周运动的</a:t>
            </a:r>
            <a:r>
              <a:rPr kumimoji="1" lang="en-US" altLang="zh-CN" sz="1800" b="1">
                <a:solidFill>
                  <a:srgbClr val="0000FF"/>
                </a:solidFill>
                <a:ea typeface="华文中宋"/>
                <a:cs typeface="华文中宋"/>
                <a:sym typeface="Symbol" pitchFamily="18" charset="2"/>
              </a:rPr>
              <a:t></a:t>
            </a:r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华文中宋"/>
                <a:sym typeface="Symbol" pitchFamily="18" charset="2"/>
              </a:rPr>
              <a:t>或</a:t>
            </a:r>
            <a:r>
              <a:rPr lang="en-US" altLang="zh-CN" sz="1800" b="1">
                <a:solidFill>
                  <a:srgbClr val="0000FF"/>
                </a:solidFill>
                <a:ea typeface="华文中宋"/>
                <a:cs typeface="华文中宋"/>
                <a:sym typeface="Symbol" pitchFamily="18" charset="2"/>
              </a:rPr>
              <a:t></a:t>
            </a:r>
            <a:r>
              <a:rPr lang="zh-CN" altLang="en-US" sz="1800" b="1">
                <a:solidFill>
                  <a:srgbClr val="0000FF"/>
                </a:solidFill>
                <a:ea typeface="华文中宋"/>
                <a:cs typeface="华文中宋"/>
                <a:sym typeface="Symbol" pitchFamily="18" charset="2"/>
              </a:rPr>
              <a:t>，</a:t>
            </a:r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由初始条件（ </a:t>
            </a:r>
            <a:r>
              <a:rPr kumimoji="1" lang="en-US" altLang="zh-CN" sz="1800" b="1" i="1">
                <a:solidFill>
                  <a:srgbClr val="0000FF"/>
                </a:solidFill>
                <a:ea typeface="华文中宋"/>
                <a:cs typeface="华文中宋"/>
              </a:rPr>
              <a:t>t</a:t>
            </a:r>
            <a:r>
              <a:rPr kumimoji="1" lang="en-US" altLang="zh-CN" sz="1800" b="1" baseline="-25000">
                <a:solidFill>
                  <a:srgbClr val="0000FF"/>
                </a:solidFill>
                <a:ea typeface="华文中宋"/>
                <a:cs typeface="华文中宋"/>
              </a:rPr>
              <a:t>0</a:t>
            </a:r>
            <a:r>
              <a:rPr kumimoji="1" lang="en-US" altLang="zh-CN" sz="1800" b="1">
                <a:solidFill>
                  <a:srgbClr val="0000FF"/>
                </a:solidFill>
                <a:ea typeface="华文中宋"/>
                <a:cs typeface="华文中宋"/>
              </a:rPr>
              <a:t>=0</a:t>
            </a:r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，</a:t>
            </a:r>
            <a:r>
              <a:rPr kumimoji="1" lang="en-US" altLang="zh-CN" sz="1800" b="1">
                <a:solidFill>
                  <a:srgbClr val="0000FF"/>
                </a:solidFill>
                <a:ea typeface="华文中宋"/>
                <a:cs typeface="华文中宋"/>
                <a:sym typeface="Symbol" pitchFamily="18" charset="2"/>
              </a:rPr>
              <a:t></a:t>
            </a:r>
            <a:r>
              <a:rPr kumimoji="1" lang="en-US" altLang="zh-CN" sz="1800" b="1" baseline="-25000">
                <a:solidFill>
                  <a:srgbClr val="0000FF"/>
                </a:solidFill>
                <a:ea typeface="华文中宋"/>
                <a:cs typeface="华文中宋"/>
              </a:rPr>
              <a:t>0</a:t>
            </a:r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，</a:t>
            </a:r>
            <a:r>
              <a:rPr kumimoji="1" lang="en-US" altLang="zh-CN" sz="1800" b="1">
                <a:solidFill>
                  <a:srgbClr val="0000FF"/>
                </a:solidFill>
                <a:ea typeface="华文中宋"/>
                <a:cs typeface="华文中宋"/>
              </a:rPr>
              <a:t> </a:t>
            </a:r>
            <a:r>
              <a:rPr lang="zh-CN" altLang="en-US" sz="1800" b="1">
                <a:solidFill>
                  <a:srgbClr val="0000FF"/>
                </a:solidFill>
                <a:ea typeface="华文中宋"/>
                <a:cs typeface="华文中宋"/>
                <a:sym typeface="Symbol" pitchFamily="18" charset="2"/>
              </a:rPr>
              <a:t></a:t>
            </a:r>
            <a:r>
              <a:rPr kumimoji="1" lang="en-US" altLang="zh-CN" sz="1800" b="1" baseline="-30000">
                <a:solidFill>
                  <a:srgbClr val="0000FF"/>
                </a:solidFill>
                <a:ea typeface="华文中宋"/>
                <a:cs typeface="华文中宋"/>
              </a:rPr>
              <a:t>0</a:t>
            </a:r>
            <a:r>
              <a:rPr kumimoji="1" lang="zh-CN" altLang="en-US" sz="1800" b="1" baseline="-30000">
                <a:solidFill>
                  <a:srgbClr val="0000FF"/>
                </a:solidFill>
                <a:ea typeface="华文中宋"/>
                <a:cs typeface="华文中宋"/>
              </a:rPr>
              <a:t>  </a:t>
            </a:r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），</a:t>
            </a:r>
            <a:r>
              <a:rPr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求 </a:t>
            </a:r>
            <a:r>
              <a:rPr lang="zh-CN" altLang="en-US" sz="1800" b="1" i="1">
                <a:solidFill>
                  <a:srgbClr val="0000FF"/>
                </a:solidFill>
                <a:ea typeface="华文中宋"/>
                <a:cs typeface="华文中宋"/>
                <a:sym typeface="Symbol" pitchFamily="18" charset="2"/>
              </a:rPr>
              <a:t> </a:t>
            </a:r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华文中宋"/>
                <a:sym typeface="Symbol" pitchFamily="18" charset="2"/>
              </a:rPr>
              <a:t>或 </a:t>
            </a:r>
            <a:r>
              <a:rPr kumimoji="1" lang="en-US" altLang="zh-CN" sz="1800" b="1" i="1">
                <a:solidFill>
                  <a:srgbClr val="0000FF"/>
                </a:solidFill>
                <a:ea typeface="华文中宋"/>
                <a:cs typeface="华文中宋"/>
                <a:sym typeface="Symbol" pitchFamily="18" charset="2"/>
              </a:rPr>
              <a:t></a:t>
            </a:r>
            <a:endParaRPr lang="en-US" altLang="zh-CN" sz="1800" b="1" i="1">
              <a:solidFill>
                <a:srgbClr val="0000FF"/>
              </a:solidFill>
              <a:ea typeface="华文中宋"/>
              <a:cs typeface="华文中宋"/>
              <a:sym typeface="Symbol" pitchFamily="18" charset="2"/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835025" y="1739900"/>
            <a:ext cx="5492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1800" b="1">
                <a:ea typeface="华文中宋"/>
                <a:cs typeface="华文中宋"/>
              </a:rPr>
              <a:t>解 </a:t>
            </a:r>
            <a:r>
              <a:rPr kumimoji="1" lang="en-US" altLang="zh-CN" sz="1800" b="1">
                <a:ea typeface="华文中宋"/>
                <a:cs typeface="华文中宋"/>
              </a:rPr>
              <a:t>:</a:t>
            </a:r>
          </a:p>
        </p:txBody>
      </p:sp>
      <p:graphicFrame>
        <p:nvGraphicFramePr>
          <p:cNvPr id="5" name="Object 21"/>
          <p:cNvGraphicFramePr>
            <a:graphicFrameLocks noChangeAspect="1"/>
          </p:cNvGraphicFramePr>
          <p:nvPr/>
        </p:nvGraphicFramePr>
        <p:xfrm>
          <a:off x="1841500" y="1708150"/>
          <a:ext cx="865188" cy="503238"/>
        </p:xfrm>
        <a:graphic>
          <a:graphicData uri="http://schemas.openxmlformats.org/presentationml/2006/ole">
            <p:oleObj spid="_x0000_s43029" name="Equation" r:id="rId3" imgW="507780" imgH="393529" progId="Equation.DSMT4">
              <p:embed/>
            </p:oleObj>
          </a:graphicData>
        </a:graphic>
      </p:graphicFrame>
      <p:graphicFrame>
        <p:nvGraphicFramePr>
          <p:cNvPr id="6" name="Object 22"/>
          <p:cNvGraphicFramePr>
            <a:graphicFrameLocks noChangeAspect="1"/>
          </p:cNvGraphicFramePr>
          <p:nvPr/>
        </p:nvGraphicFramePr>
        <p:xfrm>
          <a:off x="3562350" y="1782763"/>
          <a:ext cx="1130300" cy="252412"/>
        </p:xfrm>
        <a:graphic>
          <a:graphicData uri="http://schemas.openxmlformats.org/presentationml/2006/ole">
            <p:oleObj spid="_x0000_s43030" name="Equation" r:id="rId4" imgW="596641" imgH="177723" progId="Equation.DSMT4">
              <p:embed/>
            </p:oleObj>
          </a:graphicData>
        </a:graphic>
      </p:graphicFrame>
      <p:graphicFrame>
        <p:nvGraphicFramePr>
          <p:cNvPr id="7" name="Object 23"/>
          <p:cNvGraphicFramePr>
            <a:graphicFrameLocks noChangeAspect="1"/>
          </p:cNvGraphicFramePr>
          <p:nvPr/>
        </p:nvGraphicFramePr>
        <p:xfrm>
          <a:off x="5478463" y="1677988"/>
          <a:ext cx="1757362" cy="461962"/>
        </p:xfrm>
        <a:graphic>
          <a:graphicData uri="http://schemas.openxmlformats.org/presentationml/2006/ole">
            <p:oleObj spid="_x0000_s43031" name="Equation" r:id="rId5" imgW="1015559" imgH="355446" progId="Equation.DSMT4">
              <p:embed/>
            </p:oleObj>
          </a:graphicData>
        </a:graphic>
      </p:graphicFrame>
      <p:graphicFrame>
        <p:nvGraphicFramePr>
          <p:cNvPr id="8" name="Object 24"/>
          <p:cNvGraphicFramePr>
            <a:graphicFrameLocks noChangeAspect="1"/>
          </p:cNvGraphicFramePr>
          <p:nvPr/>
        </p:nvGraphicFramePr>
        <p:xfrm>
          <a:off x="2962275" y="2211388"/>
          <a:ext cx="1825625" cy="468312"/>
        </p:xfrm>
        <a:graphic>
          <a:graphicData uri="http://schemas.openxmlformats.org/presentationml/2006/ole">
            <p:oleObj spid="_x0000_s43032" name="Equation" r:id="rId6" imgW="965200" imgH="330200" progId="Equation.DSMT4">
              <p:embed/>
            </p:oleObj>
          </a:graphicData>
        </a:graphic>
      </p:graphicFrame>
      <p:sp>
        <p:nvSpPr>
          <p:cNvPr id="9" name="Text Box 102"/>
          <p:cNvSpPr txBox="1">
            <a:spLocks noChangeArrowheads="1"/>
          </p:cNvSpPr>
          <p:nvPr/>
        </p:nvSpPr>
        <p:spPr bwMode="auto">
          <a:xfrm>
            <a:off x="1114425" y="2859088"/>
            <a:ext cx="46799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charset="0"/>
              <a:buChar char="•"/>
            </a:pPr>
            <a:r>
              <a:rPr kumimoji="1" lang="zh-CN" altLang="en-US" sz="1800" b="1">
                <a:solidFill>
                  <a:srgbClr val="C00000"/>
                </a:solidFill>
                <a:ea typeface="华文中宋"/>
                <a:cs typeface="华文中宋"/>
              </a:rPr>
              <a:t>匀速圆周运动</a:t>
            </a:r>
            <a:r>
              <a:rPr kumimoji="1" lang="en-US" altLang="zh-CN" sz="1800" b="1">
                <a:solidFill>
                  <a:srgbClr val="C00000"/>
                </a:solidFill>
                <a:ea typeface="华文中宋"/>
                <a:cs typeface="华文中宋"/>
              </a:rPr>
              <a:t>(</a:t>
            </a:r>
            <a:r>
              <a:rPr kumimoji="1" lang="en-US" altLang="zh-CN" sz="1800" b="1">
                <a:solidFill>
                  <a:srgbClr val="C00000"/>
                </a:solidFill>
                <a:ea typeface="华文中宋"/>
                <a:cs typeface="华文中宋"/>
                <a:sym typeface="Symbol" pitchFamily="18" charset="2"/>
              </a:rPr>
              <a:t></a:t>
            </a:r>
            <a:r>
              <a:rPr kumimoji="1" lang="zh-CN" altLang="en-US" sz="1800" b="1">
                <a:solidFill>
                  <a:srgbClr val="C00000"/>
                </a:solidFill>
                <a:ea typeface="华文中宋"/>
                <a:cs typeface="华文中宋"/>
              </a:rPr>
              <a:t>是恒量</a:t>
            </a:r>
            <a:r>
              <a:rPr kumimoji="1" lang="en-US" altLang="zh-CN" sz="1800" b="1">
                <a:solidFill>
                  <a:srgbClr val="C00000"/>
                </a:solidFill>
                <a:ea typeface="华文中宋"/>
                <a:cs typeface="华文中宋"/>
              </a:rPr>
              <a:t>)</a:t>
            </a:r>
          </a:p>
        </p:txBody>
      </p:sp>
      <p:graphicFrame>
        <p:nvGraphicFramePr>
          <p:cNvPr id="10" name="Object 25"/>
          <p:cNvGraphicFramePr>
            <a:graphicFrameLocks noChangeAspect="1"/>
          </p:cNvGraphicFramePr>
          <p:nvPr/>
        </p:nvGraphicFramePr>
        <p:xfrm>
          <a:off x="4356100" y="2887663"/>
          <a:ext cx="1370013" cy="323850"/>
        </p:xfrm>
        <a:graphic>
          <a:graphicData uri="http://schemas.openxmlformats.org/presentationml/2006/ole">
            <p:oleObj spid="_x0000_s43033" name="公式" r:id="rId7" imgW="723586" imgH="228501" progId="Equation.3">
              <p:embed/>
            </p:oleObj>
          </a:graphicData>
        </a:graphic>
      </p:graphicFrame>
      <p:graphicFrame>
        <p:nvGraphicFramePr>
          <p:cNvPr id="14" name="Object 26"/>
          <p:cNvGraphicFramePr>
            <a:graphicFrameLocks noChangeAspect="1"/>
          </p:cNvGraphicFramePr>
          <p:nvPr/>
        </p:nvGraphicFramePr>
        <p:xfrm>
          <a:off x="1905000" y="3367088"/>
          <a:ext cx="884238" cy="501650"/>
        </p:xfrm>
        <a:graphic>
          <a:graphicData uri="http://schemas.openxmlformats.org/presentationml/2006/ole">
            <p:oleObj spid="_x0000_s43034" name="Equation" r:id="rId8" imgW="520474" imgH="393529" progId="Equation.DSMT4">
              <p:embed/>
            </p:oleObj>
          </a:graphicData>
        </a:graphic>
      </p:graphicFrame>
      <p:graphicFrame>
        <p:nvGraphicFramePr>
          <p:cNvPr id="15" name="Object 27"/>
          <p:cNvGraphicFramePr>
            <a:graphicFrameLocks noChangeAspect="1"/>
          </p:cNvGraphicFramePr>
          <p:nvPr/>
        </p:nvGraphicFramePr>
        <p:xfrm>
          <a:off x="3519488" y="3505200"/>
          <a:ext cx="1176337" cy="287338"/>
        </p:xfrm>
        <a:graphic>
          <a:graphicData uri="http://schemas.openxmlformats.org/presentationml/2006/ole">
            <p:oleObj spid="_x0000_s43035" name="Equation" r:id="rId9" imgW="622030" imgH="203112" progId="Equation.DSMT4">
              <p:embed/>
            </p:oleObj>
          </a:graphicData>
        </a:graphic>
      </p:graphicFrame>
      <p:graphicFrame>
        <p:nvGraphicFramePr>
          <p:cNvPr id="16" name="Object 28"/>
          <p:cNvGraphicFramePr>
            <a:graphicFrameLocks noChangeAspect="1"/>
          </p:cNvGraphicFramePr>
          <p:nvPr/>
        </p:nvGraphicFramePr>
        <p:xfrm>
          <a:off x="3021013" y="4062413"/>
          <a:ext cx="1970087" cy="503237"/>
        </p:xfrm>
        <a:graphic>
          <a:graphicData uri="http://schemas.openxmlformats.org/presentationml/2006/ole">
            <p:oleObj spid="_x0000_s43036" name="Equation" r:id="rId10" imgW="1040948" imgH="355446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3"/>
          <p:cNvGraphicFramePr>
            <a:graphicFrameLocks noChangeAspect="1"/>
          </p:cNvGraphicFramePr>
          <p:nvPr/>
        </p:nvGraphicFramePr>
        <p:xfrm>
          <a:off x="2693988" y="1087438"/>
          <a:ext cx="2217737" cy="539750"/>
        </p:xfrm>
        <a:graphic>
          <a:graphicData uri="http://schemas.openxmlformats.org/presentationml/2006/ole">
            <p:oleObj spid="_x0000_s44045" name="Equation" r:id="rId3" imgW="1016000" imgH="330200" progId="Equation.DSMT4">
              <p:embed/>
            </p:oleObj>
          </a:graphicData>
        </a:graphic>
      </p:graphicFrame>
      <p:sp>
        <p:nvSpPr>
          <p:cNvPr id="4" name="Text Box 126"/>
          <p:cNvSpPr txBox="1">
            <a:spLocks noChangeArrowheads="1"/>
          </p:cNvSpPr>
          <p:nvPr/>
        </p:nvSpPr>
        <p:spPr bwMode="auto">
          <a:xfrm>
            <a:off x="665163" y="1773238"/>
            <a:ext cx="30845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Font typeface="Arial" charset="0"/>
              <a:buChar char="•"/>
            </a:pPr>
            <a:r>
              <a:rPr lang="zh-CN" altLang="en-US" sz="1800" b="1">
                <a:solidFill>
                  <a:srgbClr val="C00000"/>
                </a:solidFill>
                <a:ea typeface="华文中宋"/>
                <a:cs typeface="华文中宋"/>
              </a:rPr>
              <a:t>匀角加速圆周运动</a:t>
            </a:r>
            <a:r>
              <a:rPr lang="en-US" altLang="zh-CN" sz="1800" b="1">
                <a:solidFill>
                  <a:srgbClr val="C00000"/>
                </a:solidFill>
                <a:ea typeface="华文中宋"/>
                <a:cs typeface="华文中宋"/>
              </a:rPr>
              <a:t>(</a:t>
            </a:r>
            <a:r>
              <a:rPr lang="en-US" altLang="zh-CN" sz="1800" b="1">
                <a:solidFill>
                  <a:srgbClr val="C00000"/>
                </a:solidFill>
                <a:ea typeface="华文中宋"/>
                <a:cs typeface="华文中宋"/>
                <a:sym typeface="Symbol" pitchFamily="18" charset="2"/>
              </a:rPr>
              <a:t></a:t>
            </a:r>
            <a:r>
              <a:rPr kumimoji="1" lang="zh-CN" altLang="en-US" sz="1800" b="1">
                <a:solidFill>
                  <a:srgbClr val="C00000"/>
                </a:solidFill>
                <a:ea typeface="华文中宋"/>
                <a:cs typeface="华文中宋"/>
              </a:rPr>
              <a:t>是恒量</a:t>
            </a:r>
            <a:r>
              <a:rPr kumimoji="1" lang="en-US" altLang="zh-CN" sz="1800" b="1">
                <a:solidFill>
                  <a:srgbClr val="C00000"/>
                </a:solidFill>
                <a:ea typeface="华文中宋"/>
                <a:cs typeface="华文中宋"/>
              </a:rPr>
              <a:t>)</a:t>
            </a:r>
            <a:endParaRPr lang="en-US" altLang="zh-CN" sz="1800" b="1">
              <a:solidFill>
                <a:srgbClr val="C00000"/>
              </a:solidFill>
              <a:ea typeface="华文中宋"/>
              <a:cs typeface="华文中宋"/>
              <a:sym typeface="Symbol" pitchFamily="18" charset="2"/>
            </a:endParaRPr>
          </a:p>
        </p:txBody>
      </p:sp>
      <p:graphicFrame>
        <p:nvGraphicFramePr>
          <p:cNvPr id="5" name="Object 14"/>
          <p:cNvGraphicFramePr>
            <a:graphicFrameLocks noChangeAspect="1"/>
          </p:cNvGraphicFramePr>
          <p:nvPr/>
        </p:nvGraphicFramePr>
        <p:xfrm>
          <a:off x="4152900" y="1800225"/>
          <a:ext cx="1801813" cy="374650"/>
        </p:xfrm>
        <a:graphic>
          <a:graphicData uri="http://schemas.openxmlformats.org/presentationml/2006/ole">
            <p:oleObj spid="_x0000_s44046" name="Equation" r:id="rId4" imgW="825500" imgH="228600" progId="Equation.DSMT4">
              <p:embed/>
            </p:oleObj>
          </a:graphicData>
        </a:graphic>
      </p:graphicFrame>
      <p:graphicFrame>
        <p:nvGraphicFramePr>
          <p:cNvPr id="6" name="Object 15"/>
          <p:cNvGraphicFramePr>
            <a:graphicFrameLocks noChangeAspect="1"/>
          </p:cNvGraphicFramePr>
          <p:nvPr/>
        </p:nvGraphicFramePr>
        <p:xfrm>
          <a:off x="2690813" y="2303463"/>
          <a:ext cx="2106612" cy="539750"/>
        </p:xfrm>
        <a:graphic>
          <a:graphicData uri="http://schemas.openxmlformats.org/presentationml/2006/ole">
            <p:oleObj spid="_x0000_s44047" name="Equation" r:id="rId5" imgW="965200" imgH="330200" progId="Equation.DSMT4">
              <p:embed/>
            </p:oleObj>
          </a:graphicData>
        </a:graphic>
      </p:graphicFrame>
      <p:graphicFrame>
        <p:nvGraphicFramePr>
          <p:cNvPr id="7" name="Object 16"/>
          <p:cNvGraphicFramePr>
            <a:graphicFrameLocks noChangeAspect="1"/>
          </p:cNvGraphicFramePr>
          <p:nvPr/>
        </p:nvGraphicFramePr>
        <p:xfrm>
          <a:off x="2624138" y="3049588"/>
          <a:ext cx="2716212" cy="665162"/>
        </p:xfrm>
        <a:graphic>
          <a:graphicData uri="http://schemas.openxmlformats.org/presentationml/2006/ole">
            <p:oleObj spid="_x0000_s44048" name="Equation" r:id="rId6" imgW="1244060" imgH="406224" progId="Equation.DSMT4">
              <p:embed/>
            </p:oleObj>
          </a:graphicData>
        </a:graphic>
      </p:graphicFrame>
      <p:graphicFrame>
        <p:nvGraphicFramePr>
          <p:cNvPr id="8" name="Object 17"/>
          <p:cNvGraphicFramePr>
            <a:graphicFrameLocks noChangeAspect="1"/>
          </p:cNvGraphicFramePr>
          <p:nvPr/>
        </p:nvGraphicFramePr>
        <p:xfrm>
          <a:off x="2614613" y="3833813"/>
          <a:ext cx="2965450" cy="393700"/>
        </p:xfrm>
        <a:graphic>
          <a:graphicData uri="http://schemas.openxmlformats.org/presentationml/2006/ole">
            <p:oleObj spid="_x0000_s44049" name="公式" r:id="rId7" imgW="1358310" imgH="241195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8" name="Text Box 4"/>
          <p:cNvSpPr txBox="1">
            <a:spLocks noChangeArrowheads="1"/>
          </p:cNvSpPr>
          <p:nvPr/>
        </p:nvSpPr>
        <p:spPr bwMode="auto">
          <a:xfrm>
            <a:off x="615950" y="771525"/>
            <a:ext cx="765333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例</a:t>
            </a:r>
            <a:r>
              <a:rPr kumimoji="1" lang="en-US" altLang="zh-CN" sz="1800" b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    </a:t>
            </a:r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一质点沿</a:t>
            </a:r>
            <a:r>
              <a:rPr kumimoji="1" lang="en-US" altLang="zh-CN" sz="1800" b="1" i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x</a:t>
            </a:r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轴作直线运动</a:t>
            </a:r>
            <a:r>
              <a:rPr kumimoji="1" lang="en-US" altLang="zh-CN" sz="1800" b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,</a:t>
            </a:r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其加速度为</a:t>
            </a:r>
            <a:r>
              <a:rPr kumimoji="1" lang="en-US" altLang="zh-CN" sz="1800" b="1" i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a</a:t>
            </a:r>
            <a:r>
              <a:rPr kumimoji="1" lang="en-US" altLang="zh-CN" sz="1800" b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=6t, </a:t>
            </a:r>
            <a:r>
              <a:rPr kumimoji="1" lang="en-US" altLang="zh-CN" sz="1800" b="1" i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t</a:t>
            </a:r>
            <a:r>
              <a:rPr kumimoji="1" lang="en-US" altLang="zh-CN" sz="1800" b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=2</a:t>
            </a:r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秒时</a:t>
            </a:r>
            <a:r>
              <a:rPr kumimoji="1" lang="en-US" altLang="zh-CN" sz="1800" b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,</a:t>
            </a:r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质点以</a:t>
            </a:r>
            <a:r>
              <a:rPr kumimoji="1" lang="zh-CN" altLang="en-US" sz="1800" b="1" i="1">
                <a:solidFill>
                  <a:srgbClr val="0000FF"/>
                </a:solidFill>
                <a:ea typeface="华文中宋"/>
                <a:cs typeface="Times New Roman" pitchFamily="18" charset="0"/>
                <a:sym typeface="Symbol" pitchFamily="18" charset="2"/>
              </a:rPr>
              <a:t></a:t>
            </a:r>
            <a:r>
              <a:rPr kumimoji="1" lang="en-US" altLang="zh-CN" sz="1800" b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=12m/s</a:t>
            </a:r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的速度通过坐标原点</a:t>
            </a:r>
            <a:r>
              <a:rPr kumimoji="1" lang="en-US" altLang="zh-CN" sz="1800" b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,</a:t>
            </a:r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求该点的运动方程。 </a:t>
            </a:r>
          </a:p>
        </p:txBody>
      </p:sp>
      <p:sp>
        <p:nvSpPr>
          <p:cNvPr id="154630" name="Text Box 6"/>
          <p:cNvSpPr txBox="1">
            <a:spLocks noChangeArrowheads="1"/>
          </p:cNvSpPr>
          <p:nvPr/>
        </p:nvSpPr>
        <p:spPr bwMode="auto">
          <a:xfrm>
            <a:off x="942975" y="1701800"/>
            <a:ext cx="5619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解</a:t>
            </a:r>
            <a:r>
              <a:rPr kumimoji="1" lang="en-US" altLang="zh-CN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:</a:t>
            </a:r>
            <a:r>
              <a:rPr kumimoji="1" lang="en-US" altLang="zh-CN" sz="180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</a:t>
            </a:r>
          </a:p>
        </p:txBody>
      </p:sp>
      <p:graphicFrame>
        <p:nvGraphicFramePr>
          <p:cNvPr id="154631" name="Object 20"/>
          <p:cNvGraphicFramePr>
            <a:graphicFrameLocks noChangeAspect="1"/>
          </p:cNvGraphicFramePr>
          <p:nvPr/>
        </p:nvGraphicFramePr>
        <p:xfrm>
          <a:off x="1966913" y="1566863"/>
          <a:ext cx="1050925" cy="644525"/>
        </p:xfrm>
        <a:graphic>
          <a:graphicData uri="http://schemas.openxmlformats.org/presentationml/2006/ole">
            <p:oleObj spid="_x0000_s45076" name="Equation" r:id="rId3" imgW="482391" imgH="393529" progId="Equation.DSMT4">
              <p:embed/>
            </p:oleObj>
          </a:graphicData>
        </a:graphic>
      </p:graphicFrame>
      <p:graphicFrame>
        <p:nvGraphicFramePr>
          <p:cNvPr id="154644" name="Object 21"/>
          <p:cNvGraphicFramePr>
            <a:graphicFrameLocks noChangeAspect="1"/>
          </p:cNvGraphicFramePr>
          <p:nvPr/>
        </p:nvGraphicFramePr>
        <p:xfrm>
          <a:off x="3478213" y="1517650"/>
          <a:ext cx="2114550" cy="606425"/>
        </p:xfrm>
        <a:graphic>
          <a:graphicData uri="http://schemas.openxmlformats.org/presentationml/2006/ole">
            <p:oleObj spid="_x0000_s45077" name="Equation" r:id="rId4" imgW="863225" imgH="330057" progId="Equation.DSMT4">
              <p:embed/>
            </p:oleObj>
          </a:graphicData>
        </a:graphic>
      </p:graphicFrame>
      <p:graphicFrame>
        <p:nvGraphicFramePr>
          <p:cNvPr id="154645" name="Object 22"/>
          <p:cNvGraphicFramePr>
            <a:graphicFrameLocks noChangeAspect="1"/>
          </p:cNvGraphicFramePr>
          <p:nvPr/>
        </p:nvGraphicFramePr>
        <p:xfrm>
          <a:off x="6053138" y="1573213"/>
          <a:ext cx="2190750" cy="584200"/>
        </p:xfrm>
        <a:graphic>
          <a:graphicData uri="http://schemas.openxmlformats.org/presentationml/2006/ole">
            <p:oleObj spid="_x0000_s45078" name="Equation" r:id="rId5" imgW="927100" imgH="330200" progId="Equation.DSMT4">
              <p:embed/>
            </p:oleObj>
          </a:graphicData>
        </a:graphic>
      </p:graphicFrame>
      <p:graphicFrame>
        <p:nvGraphicFramePr>
          <p:cNvPr id="154646" name="Object 23"/>
          <p:cNvGraphicFramePr>
            <a:graphicFrameLocks noChangeAspect="1"/>
          </p:cNvGraphicFramePr>
          <p:nvPr/>
        </p:nvGraphicFramePr>
        <p:xfrm>
          <a:off x="2276475" y="2355850"/>
          <a:ext cx="3509963" cy="384175"/>
        </p:xfrm>
        <a:graphic>
          <a:graphicData uri="http://schemas.openxmlformats.org/presentationml/2006/ole">
            <p:oleObj spid="_x0000_s45079" name="公式" r:id="rId6" imgW="1396394" imgH="203112" progId="Equation.3">
              <p:embed/>
            </p:oleObj>
          </a:graphicData>
        </a:graphic>
      </p:graphicFrame>
      <p:graphicFrame>
        <p:nvGraphicFramePr>
          <p:cNvPr id="154647" name="Object 24"/>
          <p:cNvGraphicFramePr>
            <a:graphicFrameLocks noChangeAspect="1"/>
          </p:cNvGraphicFramePr>
          <p:nvPr/>
        </p:nvGraphicFramePr>
        <p:xfrm>
          <a:off x="2063750" y="3079750"/>
          <a:ext cx="996950" cy="644525"/>
        </p:xfrm>
        <a:graphic>
          <a:graphicData uri="http://schemas.openxmlformats.org/presentationml/2006/ole">
            <p:oleObj spid="_x0000_s45080" name="Equation" r:id="rId7" imgW="457002" imgH="393529" progId="Equation.DSMT4">
              <p:embed/>
            </p:oleObj>
          </a:graphicData>
        </a:graphic>
      </p:graphicFrame>
      <p:graphicFrame>
        <p:nvGraphicFramePr>
          <p:cNvPr id="154648" name="Object 25"/>
          <p:cNvGraphicFramePr>
            <a:graphicFrameLocks noChangeAspect="1"/>
          </p:cNvGraphicFramePr>
          <p:nvPr/>
        </p:nvGraphicFramePr>
        <p:xfrm>
          <a:off x="3540125" y="3048000"/>
          <a:ext cx="1965325" cy="588963"/>
        </p:xfrm>
        <a:graphic>
          <a:graphicData uri="http://schemas.openxmlformats.org/presentationml/2006/ole">
            <p:oleObj spid="_x0000_s45081" name="Equation" r:id="rId8" imgW="825500" imgH="330200" progId="Equation.DSMT4">
              <p:embed/>
            </p:oleObj>
          </a:graphicData>
        </a:graphic>
      </p:graphicFrame>
      <p:graphicFrame>
        <p:nvGraphicFramePr>
          <p:cNvPr id="154650" name="Object 26"/>
          <p:cNvGraphicFramePr>
            <a:graphicFrameLocks noChangeAspect="1"/>
          </p:cNvGraphicFramePr>
          <p:nvPr/>
        </p:nvGraphicFramePr>
        <p:xfrm>
          <a:off x="5984875" y="2974975"/>
          <a:ext cx="1827213" cy="636588"/>
        </p:xfrm>
        <a:graphic>
          <a:graphicData uri="http://schemas.openxmlformats.org/presentationml/2006/ole">
            <p:oleObj spid="_x0000_s45082" name="Equation" r:id="rId9" imgW="710891" imgH="330057" progId="Equation.DSMT4">
              <p:embed/>
            </p:oleObj>
          </a:graphicData>
        </a:graphic>
      </p:graphicFrame>
      <p:graphicFrame>
        <p:nvGraphicFramePr>
          <p:cNvPr id="154652" name="Object 27"/>
          <p:cNvGraphicFramePr>
            <a:graphicFrameLocks noChangeAspect="1"/>
          </p:cNvGraphicFramePr>
          <p:nvPr/>
        </p:nvGraphicFramePr>
        <p:xfrm>
          <a:off x="2268538" y="3867150"/>
          <a:ext cx="1574800" cy="377825"/>
        </p:xfrm>
        <a:graphic>
          <a:graphicData uri="http://schemas.openxmlformats.org/presentationml/2006/ole">
            <p:oleObj spid="_x0000_s45083" name="公式" r:id="rId10" imgW="634725" imgH="203112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4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4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4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4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4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4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4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8" grpId="0"/>
      <p:bldP spid="15463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701675" y="846138"/>
            <a:ext cx="7515225" cy="1077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例</a:t>
            </a:r>
            <a:r>
              <a:rPr kumimoji="1" lang="en-US" altLang="zh-CN" sz="1800" b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    </a:t>
            </a:r>
            <a:r>
              <a:rPr lang="zh-CN" altLang="zh-CN" sz="1800" b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一质点沿</a:t>
            </a:r>
            <a:r>
              <a:rPr lang="en-US" altLang="zh-CN" sz="1800" b="1" i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x</a:t>
            </a:r>
            <a:r>
              <a:rPr lang="zh-CN" altLang="zh-CN" sz="1800" b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轴运动，其加速度</a:t>
            </a:r>
            <a:r>
              <a:rPr lang="en-US" altLang="zh-CN" sz="1800" b="1" i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a</a:t>
            </a:r>
            <a:r>
              <a:rPr lang="zh-CN" altLang="zh-CN" sz="1800" b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与位置坐标</a:t>
            </a:r>
            <a:r>
              <a:rPr lang="en-US" altLang="zh-CN" sz="1800" b="1" i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x</a:t>
            </a:r>
            <a:r>
              <a:rPr lang="zh-CN" altLang="zh-CN" sz="1800" b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的关系为</a:t>
            </a:r>
          </a:p>
          <a:p>
            <a:r>
              <a:rPr lang="en-US" altLang="zh-CN" b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            </a:t>
            </a:r>
            <a:r>
              <a:rPr lang="en-US" altLang="zh-CN" b="1" i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a</a:t>
            </a:r>
            <a:r>
              <a:rPr lang="zh-CN" altLang="zh-CN" b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＝</a:t>
            </a:r>
            <a:r>
              <a:rPr lang="en-US" altLang="zh-CN" b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2</a:t>
            </a:r>
            <a:r>
              <a:rPr lang="zh-CN" altLang="zh-CN" b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＋</a:t>
            </a:r>
            <a:r>
              <a:rPr lang="en-US" altLang="zh-CN" b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6 </a:t>
            </a:r>
            <a:r>
              <a:rPr lang="en-US" altLang="zh-CN" b="1" i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x</a:t>
            </a:r>
            <a:r>
              <a:rPr lang="en-US" altLang="zh-CN" b="1" baseline="30000">
                <a:solidFill>
                  <a:srgbClr val="0000FF"/>
                </a:solidFill>
                <a:ea typeface="华文中宋"/>
                <a:cs typeface="Times New Roman" pitchFamily="18" charset="0"/>
              </a:rPr>
              <a:t>2 </a:t>
            </a:r>
            <a:r>
              <a:rPr lang="en-US" altLang="zh-CN" b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      (SI)</a:t>
            </a:r>
            <a:endParaRPr lang="zh-CN" altLang="zh-CN" b="1">
              <a:solidFill>
                <a:srgbClr val="0000FF"/>
              </a:solidFill>
              <a:ea typeface="华文中宋"/>
              <a:cs typeface="Times New Roman" pitchFamily="18" charset="0"/>
            </a:endParaRPr>
          </a:p>
          <a:p>
            <a:r>
              <a:rPr lang="zh-CN" altLang="zh-CN" sz="1800" b="1">
                <a:solidFill>
                  <a:srgbClr val="0000FF"/>
                </a:solidFill>
                <a:ea typeface="华文中宋"/>
                <a:cs typeface="Times New Roman" pitchFamily="18" charset="0"/>
              </a:rPr>
              <a:t>如果质点在原点处的速度为零，试求其在任意位置处的速度．</a:t>
            </a:r>
          </a:p>
        </p:txBody>
      </p:sp>
      <p:sp>
        <p:nvSpPr>
          <p:cNvPr id="68612" name="Rectangle 4"/>
          <p:cNvSpPr>
            <a:spLocks noChangeArrowheads="1"/>
          </p:cNvSpPr>
          <p:nvPr/>
        </p:nvSpPr>
        <p:spPr bwMode="auto">
          <a:xfrm>
            <a:off x="1062038" y="1976438"/>
            <a:ext cx="4859337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r>
              <a:rPr lang="zh-CN" altLang="en-US" sz="1800" b="1">
                <a:solidFill>
                  <a:srgbClr val="000000"/>
                </a:solidFill>
                <a:ea typeface="华文中宋"/>
                <a:cs typeface="Times New Roman" pitchFamily="18" charset="0"/>
              </a:rPr>
              <a:t>解：设质点在</a:t>
            </a:r>
            <a:r>
              <a:rPr lang="en-US" altLang="zh-CN" sz="1800" b="1" i="1">
                <a:solidFill>
                  <a:srgbClr val="000000"/>
                </a:solidFill>
                <a:ea typeface="华文中宋"/>
                <a:cs typeface="Times New Roman" pitchFamily="18" charset="0"/>
              </a:rPr>
              <a:t>x</a:t>
            </a:r>
            <a:r>
              <a:rPr lang="zh-CN" altLang="en-US" sz="1800" b="1">
                <a:solidFill>
                  <a:srgbClr val="000000"/>
                </a:solidFill>
                <a:ea typeface="华文中宋"/>
                <a:cs typeface="Times New Roman" pitchFamily="18" charset="0"/>
              </a:rPr>
              <a:t>处的速度为</a:t>
            </a:r>
            <a:r>
              <a:rPr lang="en-US" altLang="zh-CN" sz="1800" b="1" i="1">
                <a:solidFill>
                  <a:srgbClr val="000000"/>
                </a:solidFill>
                <a:ea typeface="华文中宋"/>
                <a:cs typeface="Times New Roman" pitchFamily="18" charset="0"/>
                <a:sym typeface="Symbol" pitchFamily="18" charset="2"/>
              </a:rPr>
              <a:t></a:t>
            </a:r>
            <a:endParaRPr lang="zh-CN" altLang="en-US" sz="1800" b="1">
              <a:solidFill>
                <a:srgbClr val="000000"/>
              </a:solidFill>
              <a:ea typeface="华文中宋"/>
              <a:cs typeface="Times New Roman" pitchFamily="18" charset="0"/>
            </a:endParaRPr>
          </a:p>
        </p:txBody>
      </p:sp>
      <p:graphicFrame>
        <p:nvGraphicFramePr>
          <p:cNvPr id="4" name="Object 17"/>
          <p:cNvGraphicFramePr>
            <a:graphicFrameLocks noChangeAspect="1"/>
          </p:cNvGraphicFramePr>
          <p:nvPr/>
        </p:nvGraphicFramePr>
        <p:xfrm>
          <a:off x="2197100" y="2444750"/>
          <a:ext cx="855663" cy="522288"/>
        </p:xfrm>
        <a:graphic>
          <a:graphicData uri="http://schemas.openxmlformats.org/presentationml/2006/ole">
            <p:oleObj spid="_x0000_s46097" name="Equation" r:id="rId3" imgW="482391" imgH="393529" progId="Equation.DSMT4">
              <p:embed/>
            </p:oleObj>
          </a:graphicData>
        </a:graphic>
      </p:graphicFrame>
      <p:graphicFrame>
        <p:nvGraphicFramePr>
          <p:cNvPr id="10" name="Object 18"/>
          <p:cNvGraphicFramePr>
            <a:graphicFrameLocks noChangeAspect="1"/>
          </p:cNvGraphicFramePr>
          <p:nvPr/>
        </p:nvGraphicFramePr>
        <p:xfrm>
          <a:off x="3063875" y="2444750"/>
          <a:ext cx="968375" cy="523875"/>
        </p:xfrm>
        <a:graphic>
          <a:graphicData uri="http://schemas.openxmlformats.org/presentationml/2006/ole">
            <p:oleObj spid="_x0000_s46098" name="Equation" r:id="rId4" imgW="545863" imgH="393529" progId="Equation.DSMT4">
              <p:embed/>
            </p:oleObj>
          </a:graphicData>
        </a:graphic>
      </p:graphicFrame>
      <p:graphicFrame>
        <p:nvGraphicFramePr>
          <p:cNvPr id="11" name="Object 19"/>
          <p:cNvGraphicFramePr>
            <a:graphicFrameLocks noChangeAspect="1"/>
          </p:cNvGraphicFramePr>
          <p:nvPr/>
        </p:nvGraphicFramePr>
        <p:xfrm>
          <a:off x="4087813" y="2444750"/>
          <a:ext cx="831850" cy="522288"/>
        </p:xfrm>
        <a:graphic>
          <a:graphicData uri="http://schemas.openxmlformats.org/presentationml/2006/ole">
            <p:oleObj spid="_x0000_s46099" name="Equation" r:id="rId5" imgW="469696" imgH="393529" progId="Equation.DSMT4">
              <p:embed/>
            </p:oleObj>
          </a:graphicData>
        </a:graphic>
      </p:graphicFrame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859338" y="2517775"/>
            <a:ext cx="154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 sz="2400" b="1">
                <a:ea typeface="楷体_GB2312"/>
                <a:cs typeface="楷体_GB2312"/>
              </a:rPr>
              <a:t>＝</a:t>
            </a:r>
            <a:r>
              <a:rPr lang="en-US" altLang="zh-CN" sz="2400" b="1">
                <a:ea typeface="楷体_GB2312"/>
                <a:cs typeface="楷体_GB2312"/>
              </a:rPr>
              <a:t>2</a:t>
            </a:r>
            <a:r>
              <a:rPr lang="zh-CN" altLang="zh-CN" sz="2400" b="1">
                <a:ea typeface="楷体_GB2312"/>
                <a:cs typeface="楷体_GB2312"/>
              </a:rPr>
              <a:t>＋</a:t>
            </a:r>
            <a:r>
              <a:rPr lang="en-US" altLang="zh-CN" sz="2400" b="1">
                <a:ea typeface="楷体_GB2312"/>
                <a:cs typeface="楷体_GB2312"/>
              </a:rPr>
              <a:t>6 </a:t>
            </a:r>
            <a:r>
              <a:rPr lang="en-US" altLang="zh-CN" sz="2400" b="1" i="1">
                <a:ea typeface="楷体_GB2312"/>
                <a:cs typeface="楷体_GB2312"/>
              </a:rPr>
              <a:t>x</a:t>
            </a:r>
            <a:r>
              <a:rPr lang="en-US" altLang="zh-CN" sz="2400" b="1" baseline="30000">
                <a:ea typeface="楷体_GB2312"/>
                <a:cs typeface="楷体_GB2312"/>
              </a:rPr>
              <a:t>2</a:t>
            </a:r>
            <a:r>
              <a:rPr lang="en-US" altLang="zh-CN" sz="2400" b="1" baseline="30000">
                <a:latin typeface="楷体_GB2312"/>
                <a:ea typeface="楷体_GB2312"/>
                <a:cs typeface="楷体_GB2312"/>
              </a:rPr>
              <a:t> </a:t>
            </a:r>
            <a:endParaRPr lang="zh-CN" altLang="en-US" sz="2400" b="1">
              <a:latin typeface="楷体_GB2312"/>
              <a:ea typeface="楷体_GB2312"/>
              <a:cs typeface="楷体_GB2312"/>
            </a:endParaRPr>
          </a:p>
        </p:txBody>
      </p:sp>
      <p:graphicFrame>
        <p:nvGraphicFramePr>
          <p:cNvPr id="13" name="Object 20"/>
          <p:cNvGraphicFramePr>
            <a:graphicFrameLocks noChangeAspect="1"/>
          </p:cNvGraphicFramePr>
          <p:nvPr/>
        </p:nvGraphicFramePr>
        <p:xfrm>
          <a:off x="2636838" y="3113088"/>
          <a:ext cx="2652712" cy="438150"/>
        </p:xfrm>
        <a:graphic>
          <a:graphicData uri="http://schemas.openxmlformats.org/presentationml/2006/ole">
            <p:oleObj spid="_x0000_s46100" name="Equation" r:id="rId6" imgW="1498600" imgH="330200" progId="Equation.DSMT4">
              <p:embed/>
            </p:oleObj>
          </a:graphicData>
        </a:graphic>
      </p:graphicFrame>
      <p:graphicFrame>
        <p:nvGraphicFramePr>
          <p:cNvPr id="14" name="Object 21"/>
          <p:cNvGraphicFramePr>
            <a:graphicFrameLocks noChangeAspect="1"/>
          </p:cNvGraphicFramePr>
          <p:nvPr/>
        </p:nvGraphicFramePr>
        <p:xfrm>
          <a:off x="2843213" y="3659188"/>
          <a:ext cx="1798637" cy="539750"/>
        </p:xfrm>
        <a:graphic>
          <a:graphicData uri="http://schemas.openxmlformats.org/presentationml/2006/ole">
            <p:oleObj spid="_x0000_s46101" name="公式" r:id="rId7" imgW="1015559" imgH="406224" progId="Equation.3">
              <p:embed/>
            </p:oleObj>
          </a:graphicData>
        </a:graphic>
      </p:graphicFrame>
      <p:graphicFrame>
        <p:nvGraphicFramePr>
          <p:cNvPr id="15" name="Object 22"/>
          <p:cNvGraphicFramePr>
            <a:graphicFrameLocks noChangeAspect="1"/>
          </p:cNvGraphicFramePr>
          <p:nvPr/>
        </p:nvGraphicFramePr>
        <p:xfrm>
          <a:off x="2873375" y="4084638"/>
          <a:ext cx="1914525" cy="525462"/>
        </p:xfrm>
        <a:graphic>
          <a:graphicData uri="http://schemas.openxmlformats.org/presentationml/2006/ole">
            <p:oleObj spid="_x0000_s46102" name="公式" r:id="rId8" imgW="939392" imgH="342751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8612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5"/>
          <p:cNvSpPr txBox="1">
            <a:spLocks noChangeArrowheads="1"/>
          </p:cNvSpPr>
          <p:nvPr/>
        </p:nvSpPr>
        <p:spPr bwMode="auto">
          <a:xfrm>
            <a:off x="1279525" y="1338263"/>
            <a:ext cx="63881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        在不同的参考系中，对同一物体运动的描述一般是不同的。</a:t>
            </a:r>
          </a:p>
        </p:txBody>
      </p:sp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2455863" y="1779588"/>
            <a:ext cx="3987800" cy="1662112"/>
            <a:chOff x="1434" y="1696"/>
            <a:chExt cx="2558" cy="1439"/>
          </a:xfrm>
        </p:grpSpPr>
        <p:sp>
          <p:nvSpPr>
            <p:cNvPr id="66568" name="Oval 14"/>
            <p:cNvSpPr>
              <a:spLocks noChangeArrowheads="1"/>
            </p:cNvSpPr>
            <p:nvPr/>
          </p:nvSpPr>
          <p:spPr bwMode="auto">
            <a:xfrm>
              <a:off x="1434" y="1700"/>
              <a:ext cx="85" cy="85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endParaRPr>
            </a:p>
          </p:txBody>
        </p:sp>
        <p:sp>
          <p:nvSpPr>
            <p:cNvPr id="66569" name="Rectangle 79"/>
            <p:cNvSpPr>
              <a:spLocks noChangeArrowheads="1"/>
            </p:cNvSpPr>
            <p:nvPr/>
          </p:nvSpPr>
          <p:spPr bwMode="auto">
            <a:xfrm>
              <a:off x="3651" y="2659"/>
              <a:ext cx="341" cy="4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zh-CN" sz="4400">
                  <a:solidFill>
                    <a:srgbClr val="0000FF"/>
                  </a:solidFill>
                  <a:latin typeface="楷体_GB2312"/>
                  <a:ea typeface="楷体_GB2312"/>
                  <a:cs typeface="楷体_GB2312"/>
                  <a:sym typeface="Webdings" pitchFamily="18" charset="2"/>
                </a:rPr>
                <a:t></a:t>
              </a:r>
            </a:p>
          </p:txBody>
        </p:sp>
        <p:grpSp>
          <p:nvGrpSpPr>
            <p:cNvPr id="66570" name="Group 103"/>
            <p:cNvGrpSpPr>
              <a:grpSpLocks/>
            </p:cNvGrpSpPr>
            <p:nvPr/>
          </p:nvGrpSpPr>
          <p:grpSpPr bwMode="auto">
            <a:xfrm>
              <a:off x="1434" y="2465"/>
              <a:ext cx="2212" cy="440"/>
              <a:chOff x="1450" y="1868"/>
              <a:chExt cx="3329" cy="660"/>
            </a:xfrm>
          </p:grpSpPr>
          <p:sp>
            <p:nvSpPr>
              <p:cNvPr id="66591" name="Rectangle 99" descr="浅色上对角线"/>
              <p:cNvSpPr>
                <a:spLocks noChangeArrowheads="1"/>
              </p:cNvSpPr>
              <p:nvPr/>
            </p:nvSpPr>
            <p:spPr bwMode="auto">
              <a:xfrm>
                <a:off x="1450" y="1868"/>
                <a:ext cx="3329" cy="660"/>
              </a:xfrm>
              <a:prstGeom prst="rect">
                <a:avLst/>
              </a:prstGeom>
              <a:pattFill prst="ltUpDiag">
                <a:fgClr>
                  <a:schemeClr val="tx2"/>
                </a:fgClr>
                <a:bgClr>
                  <a:schemeClr val="bg1"/>
                </a:bgClr>
              </a:pattFill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 b="1">
                  <a:solidFill>
                    <a:srgbClr val="000000"/>
                  </a:solidFill>
                  <a:latin typeface="楷体_GB2312"/>
                  <a:ea typeface="楷体_GB2312"/>
                  <a:cs typeface="楷体_GB2312"/>
                </a:endParaRPr>
              </a:p>
            </p:txBody>
          </p:sp>
          <p:sp>
            <p:nvSpPr>
              <p:cNvPr id="66592" name="Line 100"/>
              <p:cNvSpPr>
                <a:spLocks noChangeShapeType="1"/>
              </p:cNvSpPr>
              <p:nvPr/>
            </p:nvSpPr>
            <p:spPr bwMode="auto">
              <a:xfrm>
                <a:off x="1450" y="2156"/>
                <a:ext cx="3301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66571" name="Oval 106"/>
            <p:cNvSpPr>
              <a:spLocks noChangeArrowheads="1"/>
            </p:cNvSpPr>
            <p:nvPr/>
          </p:nvSpPr>
          <p:spPr bwMode="auto">
            <a:xfrm>
              <a:off x="2625" y="1696"/>
              <a:ext cx="85" cy="85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endParaRPr>
            </a:p>
          </p:txBody>
        </p:sp>
        <p:sp>
          <p:nvSpPr>
            <p:cNvPr id="66572" name="Oval 107"/>
            <p:cNvSpPr>
              <a:spLocks noChangeArrowheads="1"/>
            </p:cNvSpPr>
            <p:nvPr/>
          </p:nvSpPr>
          <p:spPr bwMode="auto">
            <a:xfrm>
              <a:off x="2625" y="1956"/>
              <a:ext cx="85" cy="85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endParaRPr>
            </a:p>
          </p:txBody>
        </p:sp>
        <p:sp>
          <p:nvSpPr>
            <p:cNvPr id="66573" name="Oval 108"/>
            <p:cNvSpPr>
              <a:spLocks noChangeArrowheads="1"/>
            </p:cNvSpPr>
            <p:nvPr/>
          </p:nvSpPr>
          <p:spPr bwMode="auto">
            <a:xfrm>
              <a:off x="2625" y="2126"/>
              <a:ext cx="85" cy="85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endParaRPr>
            </a:p>
          </p:txBody>
        </p:sp>
        <p:sp>
          <p:nvSpPr>
            <p:cNvPr id="66574" name="Oval 109"/>
            <p:cNvSpPr>
              <a:spLocks noChangeArrowheads="1"/>
            </p:cNvSpPr>
            <p:nvPr/>
          </p:nvSpPr>
          <p:spPr bwMode="auto">
            <a:xfrm>
              <a:off x="2625" y="2404"/>
              <a:ext cx="85" cy="85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endParaRPr>
            </a:p>
          </p:txBody>
        </p:sp>
        <p:sp>
          <p:nvSpPr>
            <p:cNvPr id="66575" name="Oval 110"/>
            <p:cNvSpPr>
              <a:spLocks noChangeArrowheads="1"/>
            </p:cNvSpPr>
            <p:nvPr/>
          </p:nvSpPr>
          <p:spPr bwMode="auto">
            <a:xfrm>
              <a:off x="2625" y="2268"/>
              <a:ext cx="85" cy="85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endParaRPr>
            </a:p>
          </p:txBody>
        </p:sp>
        <p:sp>
          <p:nvSpPr>
            <p:cNvPr id="66576" name="Oval 111"/>
            <p:cNvSpPr>
              <a:spLocks noChangeArrowheads="1"/>
            </p:cNvSpPr>
            <p:nvPr/>
          </p:nvSpPr>
          <p:spPr bwMode="auto">
            <a:xfrm>
              <a:off x="2625" y="1814"/>
              <a:ext cx="85" cy="85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endParaRPr>
            </a:p>
          </p:txBody>
        </p:sp>
        <p:sp>
          <p:nvSpPr>
            <p:cNvPr id="66577" name="Oval 112"/>
            <p:cNvSpPr>
              <a:spLocks noChangeArrowheads="1"/>
            </p:cNvSpPr>
            <p:nvPr/>
          </p:nvSpPr>
          <p:spPr bwMode="auto">
            <a:xfrm>
              <a:off x="1945" y="1814"/>
              <a:ext cx="85" cy="85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endParaRPr>
            </a:p>
          </p:txBody>
        </p:sp>
        <p:sp>
          <p:nvSpPr>
            <p:cNvPr id="66578" name="Oval 113"/>
            <p:cNvSpPr>
              <a:spLocks noChangeArrowheads="1"/>
            </p:cNvSpPr>
            <p:nvPr/>
          </p:nvSpPr>
          <p:spPr bwMode="auto">
            <a:xfrm>
              <a:off x="2200" y="1927"/>
              <a:ext cx="85" cy="85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endParaRPr>
            </a:p>
          </p:txBody>
        </p:sp>
        <p:sp>
          <p:nvSpPr>
            <p:cNvPr id="66579" name="Oval 114"/>
            <p:cNvSpPr>
              <a:spLocks noChangeArrowheads="1"/>
            </p:cNvSpPr>
            <p:nvPr/>
          </p:nvSpPr>
          <p:spPr bwMode="auto">
            <a:xfrm>
              <a:off x="2540" y="2223"/>
              <a:ext cx="85" cy="85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endParaRPr>
            </a:p>
          </p:txBody>
        </p:sp>
        <p:sp>
          <p:nvSpPr>
            <p:cNvPr id="66580" name="Oval 115"/>
            <p:cNvSpPr>
              <a:spLocks noChangeArrowheads="1"/>
            </p:cNvSpPr>
            <p:nvPr/>
          </p:nvSpPr>
          <p:spPr bwMode="auto">
            <a:xfrm>
              <a:off x="2398" y="2069"/>
              <a:ext cx="85" cy="85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endParaRPr>
            </a:p>
          </p:txBody>
        </p:sp>
        <p:sp>
          <p:nvSpPr>
            <p:cNvPr id="66581" name="Oval 116"/>
            <p:cNvSpPr>
              <a:spLocks noChangeArrowheads="1"/>
            </p:cNvSpPr>
            <p:nvPr/>
          </p:nvSpPr>
          <p:spPr bwMode="auto">
            <a:xfrm>
              <a:off x="1661" y="1729"/>
              <a:ext cx="85" cy="85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endParaRPr>
            </a:p>
          </p:txBody>
        </p:sp>
        <p:sp>
          <p:nvSpPr>
            <p:cNvPr id="66582" name="Rectangle 134" descr="浅色横线"/>
            <p:cNvSpPr>
              <a:spLocks noChangeArrowheads="1"/>
            </p:cNvSpPr>
            <p:nvPr/>
          </p:nvSpPr>
          <p:spPr bwMode="auto">
            <a:xfrm>
              <a:off x="2115" y="2304"/>
              <a:ext cx="1078" cy="439"/>
            </a:xfrm>
            <a:prstGeom prst="rect">
              <a:avLst/>
            </a:prstGeom>
            <a:pattFill prst="ltHorz">
              <a:fgClr>
                <a:schemeClr val="accent1"/>
              </a:fgClr>
              <a:bgClr>
                <a:srgbClr val="3B3B3B"/>
              </a:bgClr>
            </a:pattFill>
            <a:ln w="9525" algn="ctr">
              <a:solidFill>
                <a:srgbClr val="0000FF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endParaRPr>
            </a:p>
          </p:txBody>
        </p:sp>
        <p:sp>
          <p:nvSpPr>
            <p:cNvPr id="66583" name="Rectangle 135"/>
            <p:cNvSpPr>
              <a:spLocks noChangeArrowheads="1"/>
            </p:cNvSpPr>
            <p:nvPr/>
          </p:nvSpPr>
          <p:spPr bwMode="auto">
            <a:xfrm>
              <a:off x="2711" y="1979"/>
              <a:ext cx="472" cy="6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4400">
                  <a:solidFill>
                    <a:srgbClr val="FF00FF"/>
                  </a:solidFill>
                  <a:latin typeface="楷体_GB2312"/>
                  <a:ea typeface="楷体_GB2312"/>
                  <a:cs typeface="楷体_GB2312"/>
                  <a:sym typeface="Webdings" pitchFamily="18" charset="2"/>
                </a:rPr>
                <a:t></a:t>
              </a:r>
            </a:p>
          </p:txBody>
        </p:sp>
        <p:sp>
          <p:nvSpPr>
            <p:cNvPr id="66584" name="Line 136"/>
            <p:cNvSpPr>
              <a:spLocks noChangeShapeType="1"/>
            </p:cNvSpPr>
            <p:nvPr/>
          </p:nvSpPr>
          <p:spPr bwMode="auto">
            <a:xfrm>
              <a:off x="1463" y="1770"/>
              <a:ext cx="0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85" name="Line 137"/>
            <p:cNvSpPr>
              <a:spLocks noChangeShapeType="1"/>
            </p:cNvSpPr>
            <p:nvPr/>
          </p:nvSpPr>
          <p:spPr bwMode="auto">
            <a:xfrm>
              <a:off x="2738" y="1741"/>
              <a:ext cx="0" cy="7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86" name="Freeform 138"/>
            <p:cNvSpPr>
              <a:spLocks/>
            </p:cNvSpPr>
            <p:nvPr/>
          </p:nvSpPr>
          <p:spPr bwMode="auto">
            <a:xfrm>
              <a:off x="1463" y="1741"/>
              <a:ext cx="1219" cy="709"/>
            </a:xfrm>
            <a:custGeom>
              <a:avLst/>
              <a:gdLst>
                <a:gd name="T0" fmla="*/ 0 w 1219"/>
                <a:gd name="T1" fmla="*/ 0 h 709"/>
                <a:gd name="T2" fmla="*/ 538 w 1219"/>
                <a:gd name="T3" fmla="*/ 114 h 709"/>
                <a:gd name="T4" fmla="*/ 992 w 1219"/>
                <a:gd name="T5" fmla="*/ 369 h 709"/>
                <a:gd name="T6" fmla="*/ 1219 w 1219"/>
                <a:gd name="T7" fmla="*/ 709 h 70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19"/>
                <a:gd name="T13" fmla="*/ 0 h 709"/>
                <a:gd name="T14" fmla="*/ 1219 w 1219"/>
                <a:gd name="T15" fmla="*/ 709 h 70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19" h="709">
                  <a:moveTo>
                    <a:pt x="0" y="0"/>
                  </a:moveTo>
                  <a:cubicBezTo>
                    <a:pt x="186" y="26"/>
                    <a:pt x="373" y="52"/>
                    <a:pt x="538" y="114"/>
                  </a:cubicBezTo>
                  <a:cubicBezTo>
                    <a:pt x="703" y="176"/>
                    <a:pt x="879" y="270"/>
                    <a:pt x="992" y="369"/>
                  </a:cubicBezTo>
                  <a:cubicBezTo>
                    <a:pt x="1105" y="468"/>
                    <a:pt x="1162" y="588"/>
                    <a:pt x="1219" y="70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87" name="Line 139"/>
            <p:cNvSpPr>
              <a:spLocks noChangeShapeType="1"/>
            </p:cNvSpPr>
            <p:nvPr/>
          </p:nvSpPr>
          <p:spPr bwMode="auto">
            <a:xfrm>
              <a:off x="3193" y="2519"/>
              <a:ext cx="227" cy="0"/>
            </a:xfrm>
            <a:prstGeom prst="line">
              <a:avLst/>
            </a:prstGeom>
            <a:noFill/>
            <a:ln w="28575">
              <a:solidFill>
                <a:srgbClr val="00B0F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88" name="Text Box 140"/>
            <p:cNvSpPr txBox="1">
              <a:spLocks noChangeArrowheads="1"/>
            </p:cNvSpPr>
            <p:nvPr/>
          </p:nvSpPr>
          <p:spPr bwMode="auto">
            <a:xfrm>
              <a:off x="3390" y="2252"/>
              <a:ext cx="247" cy="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1" i="1">
                  <a:solidFill>
                    <a:srgbClr val="000000"/>
                  </a:solidFill>
                  <a:latin typeface="楷体_GB2312"/>
                  <a:ea typeface="楷体_GB2312"/>
                  <a:cs typeface="楷体_GB2312"/>
                  <a:sym typeface="Symbol" pitchFamily="18" charset="2"/>
                </a:rPr>
                <a:t></a:t>
              </a:r>
            </a:p>
          </p:txBody>
        </p:sp>
        <p:sp>
          <p:nvSpPr>
            <p:cNvPr id="66589" name="Rectangle 142"/>
            <p:cNvSpPr>
              <a:spLocks noChangeArrowheads="1"/>
            </p:cNvSpPr>
            <p:nvPr/>
          </p:nvSpPr>
          <p:spPr bwMode="auto">
            <a:xfrm>
              <a:off x="1712" y="2716"/>
              <a:ext cx="46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0000FF"/>
                  </a:solidFill>
                  <a:latin typeface="华文中宋"/>
                  <a:ea typeface="华文中宋"/>
                  <a:cs typeface="华文中宋"/>
                </a:rPr>
                <a:t>S</a:t>
              </a:r>
              <a:r>
                <a:rPr lang="zh-CN" altLang="en-US" sz="2000" b="1">
                  <a:solidFill>
                    <a:srgbClr val="0000FF"/>
                  </a:solidFill>
                  <a:latin typeface="华文中宋"/>
                  <a:ea typeface="华文中宋"/>
                  <a:cs typeface="华文中宋"/>
                </a:rPr>
                <a:t>系</a:t>
              </a:r>
            </a:p>
          </p:txBody>
        </p:sp>
        <p:sp>
          <p:nvSpPr>
            <p:cNvPr id="66590" name="Rectangle 143"/>
            <p:cNvSpPr>
              <a:spLocks noChangeArrowheads="1"/>
            </p:cNvSpPr>
            <p:nvPr/>
          </p:nvSpPr>
          <p:spPr bwMode="auto">
            <a:xfrm>
              <a:off x="1704" y="2382"/>
              <a:ext cx="450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华文中宋"/>
                  <a:ea typeface="华文中宋"/>
                  <a:cs typeface="华文中宋"/>
                </a:rPr>
                <a:t>S</a:t>
              </a:r>
              <a:r>
                <a:rPr lang="en-US" altLang="zh-CN" sz="2000" b="1" baseline="30000">
                  <a:solidFill>
                    <a:srgbClr val="FF0000"/>
                  </a:solidFill>
                  <a:latin typeface="华文中宋"/>
                  <a:ea typeface="华文中宋"/>
                  <a:cs typeface="华文中宋"/>
                </a:rPr>
                <a:t>/</a:t>
              </a:r>
              <a:r>
                <a:rPr lang="zh-CN" altLang="en-US" sz="2000" b="1">
                  <a:solidFill>
                    <a:srgbClr val="FF0000"/>
                  </a:solidFill>
                  <a:latin typeface="华文中宋"/>
                  <a:ea typeface="华文中宋"/>
                  <a:cs typeface="华文中宋"/>
                </a:rPr>
                <a:t>系</a:t>
              </a:r>
            </a:p>
          </p:txBody>
        </p:sp>
      </p:grpSp>
      <p:sp>
        <p:nvSpPr>
          <p:cNvPr id="90" name="Text Box 141"/>
          <p:cNvSpPr txBox="1">
            <a:spLocks noChangeArrowheads="1"/>
          </p:cNvSpPr>
          <p:nvPr/>
        </p:nvSpPr>
        <p:spPr bwMode="auto">
          <a:xfrm>
            <a:off x="881063" y="3435350"/>
            <a:ext cx="15033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运动参考系</a:t>
            </a:r>
            <a:r>
              <a:rPr lang="en-US" altLang="zh-CN" sz="1800" b="1">
                <a:solidFill>
                  <a:srgbClr val="000000"/>
                </a:solidFill>
                <a:ea typeface="华文中宋"/>
                <a:cs typeface="华文中宋"/>
              </a:rPr>
              <a:t>S</a:t>
            </a:r>
            <a:r>
              <a:rPr lang="en-US" altLang="zh-CN" sz="1800" b="1" baseline="30000">
                <a:solidFill>
                  <a:srgbClr val="000000"/>
                </a:solidFill>
                <a:ea typeface="华文中宋"/>
                <a:cs typeface="华文中宋"/>
              </a:rPr>
              <a:t>/</a:t>
            </a:r>
            <a:endParaRPr lang="en-US" altLang="zh-CN" sz="1800" b="1">
              <a:solidFill>
                <a:srgbClr val="000000"/>
              </a:solidFill>
              <a:ea typeface="华文中宋"/>
              <a:cs typeface="华文中宋"/>
            </a:endParaRPr>
          </a:p>
        </p:txBody>
      </p:sp>
      <p:sp>
        <p:nvSpPr>
          <p:cNvPr id="91" name="Text Box 145"/>
          <p:cNvSpPr txBox="1">
            <a:spLocks noChangeArrowheads="1"/>
          </p:cNvSpPr>
          <p:nvPr/>
        </p:nvSpPr>
        <p:spPr bwMode="auto">
          <a:xfrm>
            <a:off x="3311525" y="3435350"/>
            <a:ext cx="35639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相对运动</a:t>
            </a:r>
            <a:r>
              <a:rPr lang="en-US" altLang="zh-CN" sz="1800" b="1">
                <a:solidFill>
                  <a:srgbClr val="000000"/>
                </a:solidFill>
                <a:ea typeface="华文中宋"/>
                <a:cs typeface="华文中宋"/>
              </a:rPr>
              <a:t>: </a:t>
            </a:r>
            <a:r>
              <a:rPr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球相对</a:t>
            </a:r>
            <a:r>
              <a:rPr lang="en-US" altLang="zh-CN" sz="1800" b="1">
                <a:solidFill>
                  <a:srgbClr val="000000"/>
                </a:solidFill>
                <a:ea typeface="华文中宋"/>
                <a:cs typeface="华文中宋"/>
              </a:rPr>
              <a:t>S</a:t>
            </a:r>
            <a:r>
              <a:rPr lang="en-US" altLang="zh-CN" sz="1800" b="1" baseline="30000">
                <a:solidFill>
                  <a:srgbClr val="000000"/>
                </a:solidFill>
                <a:ea typeface="华文中宋"/>
                <a:cs typeface="华文中宋"/>
              </a:rPr>
              <a:t>/</a:t>
            </a:r>
            <a:r>
              <a:rPr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系的运动</a:t>
            </a:r>
          </a:p>
        </p:txBody>
      </p:sp>
      <p:sp>
        <p:nvSpPr>
          <p:cNvPr id="92" name="Text Box 141"/>
          <p:cNvSpPr txBox="1">
            <a:spLocks noChangeArrowheads="1"/>
          </p:cNvSpPr>
          <p:nvPr/>
        </p:nvSpPr>
        <p:spPr bwMode="auto">
          <a:xfrm>
            <a:off x="917575" y="4156075"/>
            <a:ext cx="14668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静止参考系</a:t>
            </a:r>
            <a:r>
              <a:rPr lang="en-US" altLang="zh-CN" sz="1800" b="1">
                <a:solidFill>
                  <a:srgbClr val="000000"/>
                </a:solidFill>
                <a:ea typeface="华文中宋"/>
                <a:cs typeface="华文中宋"/>
              </a:rPr>
              <a:t>S</a:t>
            </a:r>
          </a:p>
        </p:txBody>
      </p:sp>
      <p:sp>
        <p:nvSpPr>
          <p:cNvPr id="93" name="Text Box 145"/>
          <p:cNvSpPr txBox="1">
            <a:spLocks noChangeArrowheads="1"/>
          </p:cNvSpPr>
          <p:nvPr/>
        </p:nvSpPr>
        <p:spPr bwMode="auto">
          <a:xfrm>
            <a:off x="3311525" y="3941763"/>
            <a:ext cx="3348038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绝对运动</a:t>
            </a:r>
            <a:r>
              <a:rPr lang="en-US" altLang="zh-CN" sz="1800" b="1">
                <a:solidFill>
                  <a:srgbClr val="000000"/>
                </a:solidFill>
                <a:ea typeface="华文中宋"/>
                <a:cs typeface="华文中宋"/>
              </a:rPr>
              <a:t>: </a:t>
            </a:r>
            <a:r>
              <a:rPr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球相对</a:t>
            </a:r>
            <a:r>
              <a:rPr lang="en-US" altLang="zh-CN" sz="1800" b="1">
                <a:solidFill>
                  <a:srgbClr val="000000"/>
                </a:solidFill>
                <a:ea typeface="华文中宋"/>
                <a:cs typeface="华文中宋"/>
              </a:rPr>
              <a:t>S</a:t>
            </a:r>
            <a:r>
              <a:rPr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系的运动</a:t>
            </a:r>
          </a:p>
          <a:p>
            <a:r>
              <a:rPr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牵连运动</a:t>
            </a:r>
            <a:r>
              <a:rPr lang="en-US" altLang="zh-CN" sz="1800" b="1">
                <a:solidFill>
                  <a:srgbClr val="000000"/>
                </a:solidFill>
                <a:ea typeface="华文中宋"/>
                <a:cs typeface="华文中宋"/>
              </a:rPr>
              <a:t>: S</a:t>
            </a:r>
            <a:r>
              <a:rPr lang="en-US" altLang="zh-CN" sz="1800" b="1" baseline="30000">
                <a:solidFill>
                  <a:srgbClr val="000000"/>
                </a:solidFill>
                <a:ea typeface="华文中宋"/>
                <a:cs typeface="华文中宋"/>
              </a:rPr>
              <a:t>/</a:t>
            </a:r>
            <a:r>
              <a:rPr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系相对</a:t>
            </a:r>
            <a:r>
              <a:rPr lang="en-US" altLang="zh-CN" sz="1800" b="1">
                <a:solidFill>
                  <a:srgbClr val="000000"/>
                </a:solidFill>
                <a:ea typeface="华文中宋"/>
                <a:cs typeface="华文中宋"/>
              </a:rPr>
              <a:t>S</a:t>
            </a:r>
            <a:r>
              <a:rPr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系的运动</a:t>
            </a:r>
          </a:p>
        </p:txBody>
      </p:sp>
      <p:sp>
        <p:nvSpPr>
          <p:cNvPr id="66567" name="Text Box 2"/>
          <p:cNvSpPr>
            <a:spLocks noChangeArrowheads="1"/>
          </p:cNvSpPr>
          <p:nvPr/>
        </p:nvSpPr>
        <p:spPr bwMode="auto">
          <a:xfrm>
            <a:off x="771525" y="911225"/>
            <a:ext cx="2827338" cy="400050"/>
          </a:xfrm>
          <a:prstGeom prst="homePlate">
            <a:avLst>
              <a:gd name="adj" fmla="val 49865"/>
            </a:avLst>
          </a:prstGeom>
          <a:solidFill>
            <a:srgbClr val="539A84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一、运动描述的相对性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uild="p"/>
      <p:bldP spid="90" grpId="0"/>
      <p:bldP spid="91" grpId="0"/>
      <p:bldP spid="92" grpId="0"/>
      <p:bldP spid="9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249363" y="1409700"/>
            <a:ext cx="28908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1800" b="1">
                <a:solidFill>
                  <a:srgbClr val="00B0F0"/>
                </a:solidFill>
                <a:latin typeface="华文中宋"/>
                <a:ea typeface="华文中宋"/>
                <a:cs typeface="华文中宋"/>
              </a:rPr>
              <a:t>设有</a:t>
            </a:r>
            <a:r>
              <a:rPr lang="zh-CN" altLang="en-US" sz="1800" b="1">
                <a:solidFill>
                  <a:srgbClr val="00B0F0"/>
                </a:solidFill>
                <a:latin typeface="华文中宋"/>
                <a:ea typeface="华文中宋"/>
                <a:cs typeface="华文中宋"/>
              </a:rPr>
              <a:t>相互平动的</a:t>
            </a:r>
            <a:r>
              <a:rPr lang="en-US" altLang="zh-CN" sz="1800" b="1">
                <a:solidFill>
                  <a:srgbClr val="00B0F0"/>
                </a:solidFill>
                <a:latin typeface="华文中宋"/>
                <a:ea typeface="华文中宋"/>
                <a:cs typeface="华文中宋"/>
              </a:rPr>
              <a:t>S</a:t>
            </a:r>
            <a:r>
              <a:rPr lang="zh-CN" altLang="en-US" sz="1800" b="1">
                <a:solidFill>
                  <a:srgbClr val="00B0F0"/>
                </a:solidFill>
                <a:latin typeface="华文中宋"/>
                <a:ea typeface="华文中宋"/>
                <a:cs typeface="华文中宋"/>
              </a:rPr>
              <a:t>系和</a:t>
            </a:r>
            <a:r>
              <a:rPr lang="en-US" altLang="zh-CN" sz="1800" b="1">
                <a:solidFill>
                  <a:srgbClr val="00B0F0"/>
                </a:solidFill>
                <a:latin typeface="华文中宋"/>
                <a:ea typeface="华文中宋"/>
                <a:cs typeface="华文中宋"/>
              </a:rPr>
              <a:t>S</a:t>
            </a:r>
            <a:r>
              <a:rPr lang="en-US" altLang="zh-CN" sz="1800" b="1" baseline="30000">
                <a:solidFill>
                  <a:srgbClr val="00B0F0"/>
                </a:solidFill>
                <a:latin typeface="华文中宋"/>
                <a:ea typeface="华文中宋"/>
                <a:cs typeface="华文中宋"/>
              </a:rPr>
              <a:t>/</a:t>
            </a:r>
            <a:r>
              <a:rPr lang="zh-CN" altLang="en-US" sz="1800" b="1">
                <a:solidFill>
                  <a:srgbClr val="00B0F0"/>
                </a:solidFill>
                <a:latin typeface="华文中宋"/>
                <a:ea typeface="华文中宋"/>
                <a:cs typeface="华文中宋"/>
              </a:rPr>
              <a:t>系</a:t>
            </a:r>
          </a:p>
        </p:txBody>
      </p:sp>
      <p:grpSp>
        <p:nvGrpSpPr>
          <p:cNvPr id="2" name="组合 79"/>
          <p:cNvGrpSpPr>
            <a:grpSpLocks/>
          </p:cNvGrpSpPr>
          <p:nvPr/>
        </p:nvGrpSpPr>
        <p:grpSpPr bwMode="auto">
          <a:xfrm>
            <a:off x="5549900" y="1155700"/>
            <a:ext cx="2884488" cy="1657350"/>
            <a:chOff x="5594350" y="1059418"/>
            <a:chExt cx="2884493" cy="2210835"/>
          </a:xfrm>
        </p:grpSpPr>
        <p:grpSp>
          <p:nvGrpSpPr>
            <p:cNvPr id="48194" name="Group 42"/>
            <p:cNvGrpSpPr>
              <a:grpSpLocks/>
            </p:cNvGrpSpPr>
            <p:nvPr/>
          </p:nvGrpSpPr>
          <p:grpSpPr bwMode="auto">
            <a:xfrm>
              <a:off x="5594350" y="1295399"/>
              <a:ext cx="2884493" cy="1974854"/>
              <a:chOff x="2972" y="1920"/>
              <a:chExt cx="1817" cy="1244"/>
            </a:xfrm>
          </p:grpSpPr>
          <p:sp>
            <p:nvSpPr>
              <p:cNvPr id="48199" name="Rectangle 43"/>
              <p:cNvSpPr>
                <a:spLocks noChangeArrowheads="1"/>
              </p:cNvSpPr>
              <p:nvPr/>
            </p:nvSpPr>
            <p:spPr bwMode="auto">
              <a:xfrm>
                <a:off x="3120" y="1920"/>
                <a:ext cx="174" cy="2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zh-CN" sz="1600" b="1" i="1">
                    <a:ea typeface="楷体_GB2312"/>
                    <a:cs typeface="楷体_GB2312"/>
                  </a:rPr>
                  <a:t>y</a:t>
                </a:r>
              </a:p>
            </p:txBody>
          </p:sp>
          <p:grpSp>
            <p:nvGrpSpPr>
              <p:cNvPr id="48200" name="Group 44"/>
              <p:cNvGrpSpPr>
                <a:grpSpLocks/>
              </p:cNvGrpSpPr>
              <p:nvPr/>
            </p:nvGrpSpPr>
            <p:grpSpPr bwMode="auto">
              <a:xfrm>
                <a:off x="2972" y="2016"/>
                <a:ext cx="1817" cy="1148"/>
                <a:chOff x="2972" y="2016"/>
                <a:chExt cx="1817" cy="1148"/>
              </a:xfrm>
            </p:grpSpPr>
            <p:sp>
              <p:nvSpPr>
                <p:cNvPr id="48201" name="Line 45"/>
                <p:cNvSpPr>
                  <a:spLocks noChangeShapeType="1"/>
                </p:cNvSpPr>
                <p:nvPr/>
              </p:nvSpPr>
              <p:spPr bwMode="auto">
                <a:xfrm>
                  <a:off x="3120" y="2928"/>
                  <a:ext cx="16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202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3120" y="2016"/>
                  <a:ext cx="0" cy="91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203" name="Rectangle 47"/>
                <p:cNvSpPr>
                  <a:spLocks noChangeArrowheads="1"/>
                </p:cNvSpPr>
                <p:nvPr/>
              </p:nvSpPr>
              <p:spPr bwMode="auto">
                <a:xfrm>
                  <a:off x="4608" y="2880"/>
                  <a:ext cx="181" cy="2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r>
                    <a:rPr lang="en-US" altLang="zh-CN" sz="1600" b="1" i="1">
                      <a:ea typeface="楷体_GB2312"/>
                      <a:cs typeface="楷体_GB2312"/>
                    </a:rPr>
                    <a:t>x</a:t>
                  </a:r>
                </a:p>
              </p:txBody>
            </p:sp>
            <p:sp>
              <p:nvSpPr>
                <p:cNvPr id="48204" name="Rectangle 48"/>
                <p:cNvSpPr>
                  <a:spLocks noChangeArrowheads="1"/>
                </p:cNvSpPr>
                <p:nvPr/>
              </p:nvSpPr>
              <p:spPr bwMode="auto">
                <a:xfrm>
                  <a:off x="2972" y="2073"/>
                  <a:ext cx="188" cy="2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r>
                    <a:rPr lang="en-US" altLang="zh-CN" sz="1600" b="1" i="1">
                      <a:ea typeface="楷体_GB2312"/>
                      <a:cs typeface="楷体_GB2312"/>
                    </a:rPr>
                    <a:t>S</a:t>
                  </a:r>
                </a:p>
              </p:txBody>
            </p:sp>
            <p:sp>
              <p:nvSpPr>
                <p:cNvPr id="48205" name="Rectangle 49"/>
                <p:cNvSpPr>
                  <a:spLocks noChangeArrowheads="1"/>
                </p:cNvSpPr>
                <p:nvPr/>
              </p:nvSpPr>
              <p:spPr bwMode="auto">
                <a:xfrm>
                  <a:off x="2972" y="2816"/>
                  <a:ext cx="181" cy="2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r>
                    <a:rPr lang="en-US" altLang="zh-CN" sz="1600" b="1" i="1">
                      <a:ea typeface="楷体_GB2312"/>
                      <a:cs typeface="楷体_GB2312"/>
                    </a:rPr>
                    <a:t>o</a:t>
                  </a:r>
                </a:p>
              </p:txBody>
            </p:sp>
          </p:grpSp>
        </p:grpSp>
        <p:sp>
          <p:nvSpPr>
            <p:cNvPr id="48195" name="矩形 72"/>
            <p:cNvSpPr>
              <a:spLocks noChangeArrowheads="1"/>
            </p:cNvSpPr>
            <p:nvPr/>
          </p:nvSpPr>
          <p:spPr bwMode="auto">
            <a:xfrm>
              <a:off x="6172201" y="1059418"/>
              <a:ext cx="336953" cy="451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600" b="1" i="1">
                  <a:solidFill>
                    <a:srgbClr val="000000"/>
                  </a:solidFill>
                  <a:ea typeface="楷体_GB2312"/>
                  <a:cs typeface="楷体_GB2312"/>
                </a:rPr>
                <a:t>S</a:t>
              </a:r>
              <a:r>
                <a:rPr lang="en-US" altLang="zh-CN" sz="1600" b="1" i="1" baseline="30000">
                  <a:solidFill>
                    <a:srgbClr val="000000"/>
                  </a:solidFill>
                  <a:ea typeface="楷体_GB2312"/>
                  <a:cs typeface="楷体_GB2312"/>
                </a:rPr>
                <a:t>/</a:t>
              </a:r>
            </a:p>
          </p:txBody>
        </p:sp>
        <p:sp>
          <p:nvSpPr>
            <p:cNvPr id="48196" name="矩形 73"/>
            <p:cNvSpPr>
              <a:spLocks noChangeArrowheads="1"/>
            </p:cNvSpPr>
            <p:nvPr/>
          </p:nvSpPr>
          <p:spPr bwMode="auto">
            <a:xfrm>
              <a:off x="6305551" y="1960881"/>
              <a:ext cx="325731" cy="451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1">
                  <a:solidFill>
                    <a:srgbClr val="000000"/>
                  </a:solidFill>
                  <a:ea typeface="楷体_GB2312"/>
                  <a:cs typeface="楷体_GB2312"/>
                </a:rPr>
                <a:t>o</a:t>
              </a:r>
              <a:r>
                <a:rPr lang="en-US" altLang="zh-CN" sz="1600" b="1" i="1" baseline="30000">
                  <a:solidFill>
                    <a:srgbClr val="000000"/>
                  </a:solidFill>
                  <a:ea typeface="楷体_GB2312"/>
                  <a:cs typeface="楷体_GB2312"/>
                </a:rPr>
                <a:t>/</a:t>
              </a:r>
            </a:p>
          </p:txBody>
        </p:sp>
        <p:cxnSp>
          <p:nvCxnSpPr>
            <p:cNvPr id="48197" name="直接箭头连接符 75"/>
            <p:cNvCxnSpPr>
              <a:cxnSpLocks noChangeShapeType="1"/>
            </p:cNvCxnSpPr>
            <p:nvPr/>
          </p:nvCxnSpPr>
          <p:spPr bwMode="auto">
            <a:xfrm>
              <a:off x="6616700" y="2226023"/>
              <a:ext cx="1422400" cy="2033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48198" name="直接箭头连接符 78"/>
            <p:cNvCxnSpPr>
              <a:cxnSpLocks noChangeShapeType="1"/>
            </p:cNvCxnSpPr>
            <p:nvPr/>
          </p:nvCxnSpPr>
          <p:spPr bwMode="auto">
            <a:xfrm rot="5400000" flipH="1" flipV="1">
              <a:off x="6061075" y="1672431"/>
              <a:ext cx="1111250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</p:grpSp>
      <p:sp>
        <p:nvSpPr>
          <p:cNvPr id="19" name="Text Box 71"/>
          <p:cNvSpPr txBox="1">
            <a:spLocks noChangeArrowheads="1"/>
          </p:cNvSpPr>
          <p:nvPr/>
        </p:nvSpPr>
        <p:spPr bwMode="auto">
          <a:xfrm>
            <a:off x="395288" y="1866900"/>
            <a:ext cx="18732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1800" b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1.</a:t>
            </a:r>
            <a:r>
              <a:rPr kumimoji="1" lang="zh-CN" altLang="en-US" sz="1800" b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空时变换关系</a:t>
            </a:r>
          </a:p>
        </p:txBody>
      </p:sp>
      <p:sp>
        <p:nvSpPr>
          <p:cNvPr id="20" name="Oval 50"/>
          <p:cNvSpPr>
            <a:spLocks noChangeArrowheads="1"/>
          </p:cNvSpPr>
          <p:nvPr/>
        </p:nvSpPr>
        <p:spPr bwMode="auto">
          <a:xfrm>
            <a:off x="7531100" y="1751013"/>
            <a:ext cx="152400" cy="114300"/>
          </a:xfrm>
          <a:prstGeom prst="ellipse">
            <a:avLst/>
          </a:prstGeom>
          <a:solidFill>
            <a:srgbClr val="99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 b="1" i="1">
              <a:solidFill>
                <a:srgbClr val="000000"/>
              </a:solidFill>
              <a:ea typeface="楷体_GB2312"/>
              <a:cs typeface="楷体_GB2312"/>
            </a:endParaRPr>
          </a:p>
        </p:txBody>
      </p:sp>
      <p:grpSp>
        <p:nvGrpSpPr>
          <p:cNvPr id="7" name="组合 115"/>
          <p:cNvGrpSpPr>
            <a:grpSpLocks/>
          </p:cNvGrpSpPr>
          <p:nvPr/>
        </p:nvGrpSpPr>
        <p:grpSpPr bwMode="auto">
          <a:xfrm>
            <a:off x="5816600" y="1831975"/>
            <a:ext cx="1733550" cy="700088"/>
            <a:chOff x="1819274" y="4443413"/>
            <a:chExt cx="1733550" cy="933450"/>
          </a:xfrm>
        </p:grpSpPr>
        <p:sp>
          <p:nvSpPr>
            <p:cNvPr id="48193" name="Line 60"/>
            <p:cNvSpPr>
              <a:spLocks noChangeShapeType="1"/>
            </p:cNvSpPr>
            <p:nvPr/>
          </p:nvSpPr>
          <p:spPr bwMode="auto">
            <a:xfrm flipV="1">
              <a:off x="1819274" y="4443413"/>
              <a:ext cx="1733550" cy="933450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8171" name="Object 43"/>
            <p:cNvGraphicFramePr>
              <a:graphicFrameLocks noChangeAspect="1"/>
            </p:cNvGraphicFramePr>
            <p:nvPr/>
          </p:nvGraphicFramePr>
          <p:xfrm>
            <a:off x="2586037" y="4924425"/>
            <a:ext cx="236537" cy="331788"/>
          </p:xfrm>
          <a:graphic>
            <a:graphicData uri="http://schemas.openxmlformats.org/presentationml/2006/ole">
              <p:oleObj spid="_x0000_s48171" name="Equation" r:id="rId3" imgW="126725" imgH="177415" progId="Equation.DSMT4">
                <p:embed/>
              </p:oleObj>
            </a:graphicData>
          </a:graphic>
        </p:graphicFrame>
      </p:grpSp>
      <p:grpSp>
        <p:nvGrpSpPr>
          <p:cNvPr id="8" name="组合 118"/>
          <p:cNvGrpSpPr>
            <a:grpSpLocks/>
          </p:cNvGrpSpPr>
          <p:nvPr/>
        </p:nvGrpSpPr>
        <p:grpSpPr bwMode="auto">
          <a:xfrm>
            <a:off x="6572250" y="1674813"/>
            <a:ext cx="958850" cy="357187"/>
            <a:chOff x="5391150" y="1439862"/>
            <a:chExt cx="958850" cy="477838"/>
          </a:xfrm>
        </p:grpSpPr>
        <p:sp>
          <p:nvSpPr>
            <p:cNvPr id="48192" name="Line 59"/>
            <p:cNvSpPr>
              <a:spLocks noChangeShapeType="1"/>
            </p:cNvSpPr>
            <p:nvPr/>
          </p:nvSpPr>
          <p:spPr bwMode="auto">
            <a:xfrm flipV="1">
              <a:off x="5391150" y="1606550"/>
              <a:ext cx="958850" cy="31115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8172" name="Object 44"/>
            <p:cNvGraphicFramePr>
              <a:graphicFrameLocks noChangeAspect="1"/>
            </p:cNvGraphicFramePr>
            <p:nvPr/>
          </p:nvGraphicFramePr>
          <p:xfrm>
            <a:off x="5713413" y="1439862"/>
            <a:ext cx="285750" cy="331788"/>
          </p:xfrm>
          <a:graphic>
            <a:graphicData uri="http://schemas.openxmlformats.org/presentationml/2006/ole">
              <p:oleObj spid="_x0000_s48172" name="Equation" r:id="rId4" imgW="152202" imgH="177569" progId="Equation.DSMT4">
                <p:embed/>
              </p:oleObj>
            </a:graphicData>
          </a:graphic>
        </p:graphicFrame>
      </p:grpSp>
      <p:grpSp>
        <p:nvGrpSpPr>
          <p:cNvPr id="9" name="组合 121"/>
          <p:cNvGrpSpPr>
            <a:grpSpLocks/>
          </p:cNvGrpSpPr>
          <p:nvPr/>
        </p:nvGrpSpPr>
        <p:grpSpPr bwMode="auto">
          <a:xfrm>
            <a:off x="5805488" y="2012950"/>
            <a:ext cx="766762" cy="519113"/>
            <a:chOff x="1371600" y="3448050"/>
            <a:chExt cx="766763" cy="692150"/>
          </a:xfrm>
        </p:grpSpPr>
        <p:sp>
          <p:nvSpPr>
            <p:cNvPr id="48191" name="Line 61"/>
            <p:cNvSpPr>
              <a:spLocks noChangeShapeType="1"/>
            </p:cNvSpPr>
            <p:nvPr/>
          </p:nvSpPr>
          <p:spPr bwMode="auto">
            <a:xfrm flipV="1">
              <a:off x="1371600" y="3473450"/>
              <a:ext cx="766763" cy="66675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8173" name="Object 45"/>
            <p:cNvGraphicFramePr>
              <a:graphicFrameLocks noChangeAspect="1"/>
            </p:cNvGraphicFramePr>
            <p:nvPr/>
          </p:nvGraphicFramePr>
          <p:xfrm>
            <a:off x="1516063" y="3448050"/>
            <a:ext cx="260350" cy="425450"/>
          </p:xfrm>
          <a:graphic>
            <a:graphicData uri="http://schemas.openxmlformats.org/presentationml/2006/ole">
              <p:oleObj spid="_x0000_s48173" name="Equation" r:id="rId5" imgW="139700" imgH="228600" progId="Equation.DSMT4">
                <p:embed/>
              </p:oleObj>
            </a:graphicData>
          </a:graphic>
        </p:graphicFrame>
      </p:grpSp>
      <p:graphicFrame>
        <p:nvGraphicFramePr>
          <p:cNvPr id="30" name="Object 46"/>
          <p:cNvGraphicFramePr>
            <a:graphicFrameLocks noChangeAspect="1"/>
          </p:cNvGraphicFramePr>
          <p:nvPr/>
        </p:nvGraphicFramePr>
        <p:xfrm>
          <a:off x="2295525" y="2011363"/>
          <a:ext cx="2030413" cy="415925"/>
        </p:xfrm>
        <a:graphic>
          <a:graphicData uri="http://schemas.openxmlformats.org/presentationml/2006/ole">
            <p:oleObj spid="_x0000_s48174" name="Equation" r:id="rId6" imgW="634725" imgH="228501" progId="Equation.DSMT4">
              <p:embed/>
            </p:oleObj>
          </a:graphicData>
        </a:graphic>
      </p:graphicFrame>
      <p:grpSp>
        <p:nvGrpSpPr>
          <p:cNvPr id="10" name="Group 94"/>
          <p:cNvGrpSpPr>
            <a:grpSpLocks/>
          </p:cNvGrpSpPr>
          <p:nvPr/>
        </p:nvGrpSpPr>
        <p:grpSpPr bwMode="auto">
          <a:xfrm>
            <a:off x="2097088" y="2366963"/>
            <a:ext cx="2339975" cy="708025"/>
            <a:chOff x="867" y="1357"/>
            <a:chExt cx="1474" cy="595"/>
          </a:xfrm>
        </p:grpSpPr>
        <p:sp>
          <p:nvSpPr>
            <p:cNvPr id="48188" name="Rectangle 95"/>
            <p:cNvSpPr>
              <a:spLocks noChangeArrowheads="1"/>
            </p:cNvSpPr>
            <p:nvPr/>
          </p:nvSpPr>
          <p:spPr bwMode="auto">
            <a:xfrm>
              <a:off x="867" y="1357"/>
              <a:ext cx="454" cy="5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zh-CN" altLang="en-US" sz="2000" b="1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绝对位矢</a:t>
              </a:r>
            </a:p>
          </p:txBody>
        </p:sp>
        <p:sp>
          <p:nvSpPr>
            <p:cNvPr id="48189" name="Rectangle 96"/>
            <p:cNvSpPr>
              <a:spLocks noChangeArrowheads="1"/>
            </p:cNvSpPr>
            <p:nvPr/>
          </p:nvSpPr>
          <p:spPr bwMode="auto">
            <a:xfrm>
              <a:off x="1377" y="1357"/>
              <a:ext cx="482" cy="5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zh-CN" altLang="en-US" sz="2000" b="1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牵连位矢</a:t>
              </a:r>
            </a:p>
          </p:txBody>
        </p:sp>
        <p:sp>
          <p:nvSpPr>
            <p:cNvPr id="48190" name="Rectangle 97"/>
            <p:cNvSpPr>
              <a:spLocks noChangeArrowheads="1"/>
            </p:cNvSpPr>
            <p:nvPr/>
          </p:nvSpPr>
          <p:spPr bwMode="auto">
            <a:xfrm>
              <a:off x="1888" y="1357"/>
              <a:ext cx="453" cy="5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zh-CN" altLang="en-US" sz="2000" b="1">
                  <a:solidFill>
                    <a:schemeClr val="accent2"/>
                  </a:solidFill>
                  <a:latin typeface="华文中宋"/>
                  <a:ea typeface="华文中宋"/>
                  <a:cs typeface="华文中宋"/>
                </a:rPr>
                <a:t>相对位矢</a:t>
              </a:r>
            </a:p>
          </p:txBody>
        </p:sp>
      </p:grpSp>
      <p:graphicFrame>
        <p:nvGraphicFramePr>
          <p:cNvPr id="40" name="Object 47"/>
          <p:cNvGraphicFramePr>
            <a:graphicFrameLocks noChangeAspect="1"/>
          </p:cNvGraphicFramePr>
          <p:nvPr/>
        </p:nvGraphicFramePr>
        <p:xfrm>
          <a:off x="2301875" y="3060700"/>
          <a:ext cx="2128838" cy="400050"/>
        </p:xfrm>
        <a:graphic>
          <a:graphicData uri="http://schemas.openxmlformats.org/presentationml/2006/ole">
            <p:oleObj spid="_x0000_s48175" name="Equation" r:id="rId7" imgW="914400" imgH="228600" progId="Equation.DSMT4">
              <p:embed/>
            </p:oleObj>
          </a:graphicData>
        </a:graphic>
      </p:graphicFrame>
      <p:sp>
        <p:nvSpPr>
          <p:cNvPr id="45" name="Text Box 112"/>
          <p:cNvSpPr txBox="1">
            <a:spLocks noChangeArrowheads="1"/>
          </p:cNvSpPr>
          <p:nvPr/>
        </p:nvSpPr>
        <p:spPr bwMode="auto">
          <a:xfrm>
            <a:off x="971550" y="3379788"/>
            <a:ext cx="661511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sz="1800" b="1">
                <a:latin typeface="华文中宋"/>
                <a:ea typeface="华文中宋"/>
                <a:cs typeface="华文中宋"/>
              </a:rPr>
              <a:t>只有假定“长度的测量不依赖于参考系”    </a:t>
            </a:r>
            <a:r>
              <a:rPr kumimoji="1" lang="zh-CN" altLang="en-US" sz="18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空间的绝对性</a:t>
            </a:r>
          </a:p>
        </p:txBody>
      </p:sp>
      <p:graphicFrame>
        <p:nvGraphicFramePr>
          <p:cNvPr id="46" name="Object 48"/>
          <p:cNvGraphicFramePr>
            <a:graphicFrameLocks noChangeAspect="1"/>
          </p:cNvGraphicFramePr>
          <p:nvPr/>
        </p:nvGraphicFramePr>
        <p:xfrm>
          <a:off x="3579813" y="4324350"/>
          <a:ext cx="1339850" cy="334963"/>
        </p:xfrm>
        <a:graphic>
          <a:graphicData uri="http://schemas.openxmlformats.org/presentationml/2006/ole">
            <p:oleObj spid="_x0000_s48176" name="Equation" r:id="rId8" imgW="532937" imgH="177646" progId="Equation.DSMT4">
              <p:embed/>
            </p:oleObj>
          </a:graphicData>
        </a:graphic>
      </p:graphicFrame>
      <p:sp>
        <p:nvSpPr>
          <p:cNvPr id="47" name="Text Box 9"/>
          <p:cNvSpPr txBox="1">
            <a:spLocks noChangeArrowheads="1"/>
          </p:cNvSpPr>
          <p:nvPr/>
        </p:nvSpPr>
        <p:spPr bwMode="auto">
          <a:xfrm>
            <a:off x="1000125" y="3821113"/>
            <a:ext cx="6650038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sz="1800" b="1">
                <a:latin typeface="华文中宋"/>
                <a:ea typeface="华文中宋"/>
                <a:cs typeface="华文中宋"/>
              </a:rPr>
              <a:t>只有假定“时间的测量不依赖于参考系”    </a:t>
            </a:r>
            <a:r>
              <a:rPr kumimoji="1" lang="zh-CN" altLang="en-US" sz="18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时间的绝对性</a:t>
            </a:r>
          </a:p>
        </p:txBody>
      </p:sp>
      <p:sp>
        <p:nvSpPr>
          <p:cNvPr id="48187" name="Text Box 2"/>
          <p:cNvSpPr>
            <a:spLocks noChangeArrowheads="1"/>
          </p:cNvSpPr>
          <p:nvPr/>
        </p:nvSpPr>
        <p:spPr bwMode="auto">
          <a:xfrm>
            <a:off x="771525" y="911225"/>
            <a:ext cx="4664075" cy="400050"/>
          </a:xfrm>
          <a:prstGeom prst="homePlate">
            <a:avLst>
              <a:gd name="adj" fmla="val 49819"/>
            </a:avLst>
          </a:prstGeom>
          <a:solidFill>
            <a:srgbClr val="539A84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二、参考系之间的变换</a:t>
            </a:r>
            <a:r>
              <a:rPr lang="en-US" altLang="zh-CN" sz="2000" b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000" b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非相对论效应</a:t>
            </a:r>
            <a:r>
              <a:rPr lang="en-US" altLang="zh-CN" sz="2000" b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19" grpId="0"/>
      <p:bldP spid="20" grpId="0" animBg="1"/>
      <p:bldP spid="45" grpId="0" build="p"/>
      <p:bldP spid="47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Box 114"/>
          <p:cNvSpPr txBox="1">
            <a:spLocks noChangeArrowheads="1"/>
          </p:cNvSpPr>
          <p:nvPr/>
        </p:nvSpPr>
        <p:spPr bwMode="auto">
          <a:xfrm>
            <a:off x="682625" y="835025"/>
            <a:ext cx="30607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1800" b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2. </a:t>
            </a:r>
            <a:r>
              <a:rPr kumimoji="1" lang="zh-CN" altLang="en-US" sz="1800" b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速度变换关系</a:t>
            </a:r>
          </a:p>
        </p:txBody>
      </p:sp>
      <p:graphicFrame>
        <p:nvGraphicFramePr>
          <p:cNvPr id="41" name="Object 21"/>
          <p:cNvGraphicFramePr>
            <a:graphicFrameLocks noChangeAspect="1"/>
          </p:cNvGraphicFramePr>
          <p:nvPr/>
        </p:nvGraphicFramePr>
        <p:xfrm>
          <a:off x="250825" y="1481138"/>
          <a:ext cx="2054225" cy="641350"/>
        </p:xfrm>
        <a:graphic>
          <a:graphicData uri="http://schemas.openxmlformats.org/presentationml/2006/ole">
            <p:oleObj spid="_x0000_s49173" name="Equation" r:id="rId3" imgW="977476" imgH="406224" progId="Equation.DSMT4">
              <p:embed/>
            </p:oleObj>
          </a:graphicData>
        </a:graphic>
      </p:graphicFrame>
      <p:sp>
        <p:nvSpPr>
          <p:cNvPr id="5" name="椭圆 4"/>
          <p:cNvSpPr>
            <a:spLocks noChangeArrowheads="1"/>
          </p:cNvSpPr>
          <p:nvPr/>
        </p:nvSpPr>
        <p:spPr bwMode="auto">
          <a:xfrm>
            <a:off x="922338" y="1419225"/>
            <a:ext cx="696912" cy="844550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b="1">
              <a:solidFill>
                <a:srgbClr val="000000"/>
              </a:solidFill>
            </a:endParaRPr>
          </a:p>
        </p:txBody>
      </p:sp>
      <p:graphicFrame>
        <p:nvGraphicFramePr>
          <p:cNvPr id="10" name="Object 22"/>
          <p:cNvGraphicFramePr>
            <a:graphicFrameLocks noChangeAspect="1"/>
          </p:cNvGraphicFramePr>
          <p:nvPr/>
        </p:nvGraphicFramePr>
        <p:xfrm>
          <a:off x="2574925" y="1471613"/>
          <a:ext cx="1573213" cy="639762"/>
        </p:xfrm>
        <a:graphic>
          <a:graphicData uri="http://schemas.openxmlformats.org/presentationml/2006/ole">
            <p:oleObj spid="_x0000_s49174" name="Equation" r:id="rId4" imgW="748975" imgH="406224" progId="Equation.DSMT4">
              <p:embed/>
            </p:oleObj>
          </a:graphicData>
        </a:graphic>
      </p:graphicFrame>
      <p:sp>
        <p:nvSpPr>
          <p:cNvPr id="16" name="椭圆 15"/>
          <p:cNvSpPr>
            <a:spLocks noChangeArrowheads="1"/>
          </p:cNvSpPr>
          <p:nvPr/>
        </p:nvSpPr>
        <p:spPr bwMode="auto">
          <a:xfrm>
            <a:off x="3514725" y="1352550"/>
            <a:ext cx="696913" cy="844550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b="1">
              <a:solidFill>
                <a:srgbClr val="000000"/>
              </a:solidFill>
            </a:endParaRPr>
          </a:p>
        </p:txBody>
      </p:sp>
      <p:graphicFrame>
        <p:nvGraphicFramePr>
          <p:cNvPr id="17" name="Object 23"/>
          <p:cNvGraphicFramePr>
            <a:graphicFrameLocks noChangeAspect="1"/>
          </p:cNvGraphicFramePr>
          <p:nvPr/>
        </p:nvGraphicFramePr>
        <p:xfrm>
          <a:off x="5046663" y="1470025"/>
          <a:ext cx="3413125" cy="608013"/>
        </p:xfrm>
        <a:graphic>
          <a:graphicData uri="http://schemas.openxmlformats.org/presentationml/2006/ole">
            <p:oleObj spid="_x0000_s49175" name="Equation" r:id="rId5" imgW="1713756" imgH="406224" progId="Equation.DSMT4">
              <p:embed/>
            </p:oleObj>
          </a:graphicData>
        </a:graphic>
      </p:graphicFrame>
      <p:graphicFrame>
        <p:nvGraphicFramePr>
          <p:cNvPr id="18" name="Object 24"/>
          <p:cNvGraphicFramePr>
            <a:graphicFrameLocks noChangeAspect="1"/>
          </p:cNvGraphicFramePr>
          <p:nvPr/>
        </p:nvGraphicFramePr>
        <p:xfrm>
          <a:off x="2555875" y="2379663"/>
          <a:ext cx="1984375" cy="423862"/>
        </p:xfrm>
        <a:graphic>
          <a:graphicData uri="http://schemas.openxmlformats.org/presentationml/2006/ole">
            <p:oleObj spid="_x0000_s49176" name="Equation" r:id="rId6" imgW="685800" imgH="228600" progId="Equation.DSMT4">
              <p:embed/>
            </p:oleObj>
          </a:graphicData>
        </a:graphic>
      </p:graphicFrame>
      <p:sp>
        <p:nvSpPr>
          <p:cNvPr id="19" name="Rectangle 39"/>
          <p:cNvSpPr>
            <a:spLocks noChangeArrowheads="1"/>
          </p:cNvSpPr>
          <p:nvPr/>
        </p:nvSpPr>
        <p:spPr bwMode="auto">
          <a:xfrm>
            <a:off x="2339975" y="2787650"/>
            <a:ext cx="76517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sz="2000" b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绝对速度</a:t>
            </a:r>
          </a:p>
        </p:txBody>
      </p:sp>
      <p:sp>
        <p:nvSpPr>
          <p:cNvPr id="20" name="Rectangle 40"/>
          <p:cNvSpPr>
            <a:spLocks noChangeArrowheads="1"/>
          </p:cNvSpPr>
          <p:nvPr/>
        </p:nvSpPr>
        <p:spPr bwMode="auto">
          <a:xfrm>
            <a:off x="3106738" y="2787650"/>
            <a:ext cx="76517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sz="2000" b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牵连速度</a:t>
            </a:r>
          </a:p>
        </p:txBody>
      </p:sp>
      <p:sp>
        <p:nvSpPr>
          <p:cNvPr id="21" name="Rectangle 41"/>
          <p:cNvSpPr>
            <a:spLocks noChangeArrowheads="1"/>
          </p:cNvSpPr>
          <p:nvPr/>
        </p:nvSpPr>
        <p:spPr bwMode="auto">
          <a:xfrm>
            <a:off x="3916363" y="2787650"/>
            <a:ext cx="72072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sz="2000" b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相对速度</a:t>
            </a:r>
          </a:p>
        </p:txBody>
      </p:sp>
      <p:sp>
        <p:nvSpPr>
          <p:cNvPr id="22" name="Text Box 42"/>
          <p:cNvSpPr txBox="1">
            <a:spLocks noChangeArrowheads="1"/>
          </p:cNvSpPr>
          <p:nvPr/>
        </p:nvSpPr>
        <p:spPr bwMode="auto">
          <a:xfrm>
            <a:off x="5003800" y="2398713"/>
            <a:ext cx="22621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18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称为伽利略速度变换</a:t>
            </a:r>
          </a:p>
        </p:txBody>
      </p:sp>
      <p:sp>
        <p:nvSpPr>
          <p:cNvPr id="23" name="Text Box 43"/>
          <p:cNvSpPr txBox="1">
            <a:spLocks noChangeArrowheads="1"/>
          </p:cNvSpPr>
          <p:nvPr/>
        </p:nvSpPr>
        <p:spPr bwMode="auto">
          <a:xfrm>
            <a:off x="592138" y="3416300"/>
            <a:ext cx="315118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1800" b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3.</a:t>
            </a:r>
            <a:r>
              <a:rPr kumimoji="1" lang="zh-CN" altLang="en-US" sz="1800" b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加速度变换关系</a:t>
            </a:r>
            <a:endParaRPr kumimoji="1" lang="zh-CN" altLang="en-US" sz="1800" b="1">
              <a:solidFill>
                <a:srgbClr val="000000"/>
              </a:solidFill>
              <a:latin typeface="华文中宋"/>
              <a:ea typeface="华文中宋"/>
              <a:cs typeface="华文中宋"/>
            </a:endParaRPr>
          </a:p>
        </p:txBody>
      </p: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1582738" y="3752850"/>
            <a:ext cx="53752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defRPr/>
            </a:pPr>
            <a:r>
              <a:rPr kumimoji="1" lang="zh-CN" alt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在</a:t>
            </a:r>
            <a:r>
              <a:rPr kumimoji="1"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S</a:t>
            </a:r>
            <a:r>
              <a:rPr kumimoji="1" lang="en-US" altLang="zh-CN" sz="1800" b="1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/</a:t>
            </a:r>
            <a:r>
              <a:rPr kumimoji="1" lang="zh-CN" alt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相对于</a:t>
            </a:r>
            <a:r>
              <a:rPr kumimoji="1"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S</a:t>
            </a:r>
            <a:r>
              <a:rPr kumimoji="1" lang="zh-CN" altLang="en-US" sz="1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平动</a:t>
            </a:r>
            <a:r>
              <a:rPr kumimoji="1" lang="zh-CN" alt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的条件下</a:t>
            </a:r>
            <a:r>
              <a:rPr kumimoji="1"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, </a:t>
            </a:r>
            <a:r>
              <a:rPr kumimoji="1" lang="zh-CN" alt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有：</a:t>
            </a:r>
          </a:p>
        </p:txBody>
      </p:sp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3802063" y="4189413"/>
          <a:ext cx="1562100" cy="398462"/>
        </p:xfrm>
        <a:graphic>
          <a:graphicData uri="http://schemas.openxmlformats.org/presentationml/2006/ole">
            <p:oleObj spid="_x0000_s49177" name="Equation" r:id="rId7" imgW="672808" imgH="228501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/>
      <p:bldP spid="5" grpId="0" animBg="1"/>
      <p:bldP spid="16" grpId="0" animBg="1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"/>
          <p:cNvGrpSpPr>
            <a:grpSpLocks/>
          </p:cNvGrpSpPr>
          <p:nvPr/>
        </p:nvGrpSpPr>
        <p:grpSpPr bwMode="auto">
          <a:xfrm>
            <a:off x="2751138" y="914400"/>
            <a:ext cx="1403350" cy="387350"/>
            <a:chOff x="1535113" y="711031"/>
            <a:chExt cx="1403204" cy="514938"/>
          </a:xfrm>
        </p:grpSpPr>
        <p:sp>
          <p:nvSpPr>
            <p:cNvPr id="50207" name="Text Box 47"/>
            <p:cNvSpPr txBox="1">
              <a:spLocks noChangeArrowheads="1"/>
            </p:cNvSpPr>
            <p:nvPr/>
          </p:nvSpPr>
          <p:spPr bwMode="auto">
            <a:xfrm>
              <a:off x="1535113" y="711031"/>
              <a:ext cx="638937" cy="4908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1800" b="1">
                  <a:ea typeface="华文中宋"/>
                  <a:cs typeface="华文中宋"/>
                </a:rPr>
                <a:t>若</a:t>
              </a:r>
            </a:p>
          </p:txBody>
        </p:sp>
        <p:graphicFrame>
          <p:nvGraphicFramePr>
            <p:cNvPr id="50195" name="Object 19"/>
            <p:cNvGraphicFramePr>
              <a:graphicFrameLocks noChangeAspect="1"/>
            </p:cNvGraphicFramePr>
            <p:nvPr/>
          </p:nvGraphicFramePr>
          <p:xfrm>
            <a:off x="2108140" y="737966"/>
            <a:ext cx="830177" cy="488003"/>
          </p:xfrm>
          <a:graphic>
            <a:graphicData uri="http://schemas.openxmlformats.org/presentationml/2006/ole">
              <p:oleObj spid="_x0000_s50195" name="Equation" r:id="rId3" imgW="457002" imgH="266584" progId="Equation.DSMT4">
                <p:embed/>
              </p:oleObj>
            </a:graphicData>
          </a:graphic>
        </p:graphicFrame>
      </p:grpSp>
      <p:graphicFrame>
        <p:nvGraphicFramePr>
          <p:cNvPr id="7" name="Object 20"/>
          <p:cNvGraphicFramePr>
            <a:graphicFrameLocks noChangeAspect="1"/>
          </p:cNvGraphicFramePr>
          <p:nvPr/>
        </p:nvGraphicFramePr>
        <p:xfrm>
          <a:off x="4787900" y="819150"/>
          <a:ext cx="1477963" cy="581025"/>
        </p:xfrm>
        <a:graphic>
          <a:graphicData uri="http://schemas.openxmlformats.org/presentationml/2006/ole">
            <p:oleObj spid="_x0000_s50196" name="Equation" r:id="rId4" imgW="774364" imgH="406224" progId="Equation.DSMT4">
              <p:embed/>
            </p:oleObj>
          </a:graphicData>
        </a:graphic>
      </p:graphicFrame>
      <p:graphicFrame>
        <p:nvGraphicFramePr>
          <p:cNvPr id="8" name="Object 21"/>
          <p:cNvGraphicFramePr>
            <a:graphicFrameLocks noChangeAspect="1"/>
          </p:cNvGraphicFramePr>
          <p:nvPr/>
        </p:nvGraphicFramePr>
        <p:xfrm>
          <a:off x="4048125" y="1466850"/>
          <a:ext cx="884238" cy="312738"/>
        </p:xfrm>
        <a:graphic>
          <a:graphicData uri="http://schemas.openxmlformats.org/presentationml/2006/ole">
            <p:oleObj spid="_x0000_s50197" name="Equation" r:id="rId5" imgW="406224" imgH="190417" progId="Equation.DSMT4">
              <p:embed/>
            </p:oleObj>
          </a:graphicData>
        </a:graphic>
      </p:graphicFrame>
      <p:grpSp>
        <p:nvGrpSpPr>
          <p:cNvPr id="3" name="组合 8"/>
          <p:cNvGrpSpPr>
            <a:grpSpLocks/>
          </p:cNvGrpSpPr>
          <p:nvPr/>
        </p:nvGrpSpPr>
        <p:grpSpPr bwMode="auto">
          <a:xfrm>
            <a:off x="693738" y="4195763"/>
            <a:ext cx="7694612" cy="392112"/>
            <a:chOff x="612775" y="5594350"/>
            <a:chExt cx="7694613" cy="522931"/>
          </a:xfrm>
        </p:grpSpPr>
        <p:sp>
          <p:nvSpPr>
            <p:cNvPr id="50206" name="Text Box 44"/>
            <p:cNvSpPr txBox="1">
              <a:spLocks noChangeArrowheads="1"/>
            </p:cNvSpPr>
            <p:nvPr/>
          </p:nvSpPr>
          <p:spPr bwMode="auto">
            <a:xfrm>
              <a:off x="612775" y="5594350"/>
              <a:ext cx="7694613" cy="4924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1800" b="1">
                  <a:solidFill>
                    <a:srgbClr val="0000FF"/>
                  </a:solidFill>
                  <a:ea typeface="华文中宋"/>
                  <a:cs typeface="华文中宋"/>
                </a:rPr>
                <a:t>(3)                       </a:t>
              </a:r>
              <a:r>
                <a:rPr kumimoji="1" lang="zh-CN" altLang="en-US" sz="1800" b="1">
                  <a:solidFill>
                    <a:srgbClr val="0000FF"/>
                  </a:solidFill>
                  <a:ea typeface="华文中宋"/>
                  <a:cs typeface="华文中宋"/>
                </a:rPr>
                <a:t>只适用于相对运动为</a:t>
              </a:r>
              <a:r>
                <a:rPr kumimoji="1" lang="zh-CN" altLang="en-US" sz="1800" b="1">
                  <a:solidFill>
                    <a:srgbClr val="FF0000"/>
                  </a:solidFill>
                  <a:ea typeface="华文中宋"/>
                  <a:cs typeface="华文中宋"/>
                </a:rPr>
                <a:t>平动</a:t>
              </a:r>
              <a:r>
                <a:rPr kumimoji="1" lang="zh-CN" altLang="en-US" sz="1800" b="1">
                  <a:solidFill>
                    <a:srgbClr val="0000FF"/>
                  </a:solidFill>
                  <a:ea typeface="华文中宋"/>
                  <a:cs typeface="华文中宋"/>
                </a:rPr>
                <a:t>的情形。</a:t>
              </a:r>
            </a:p>
          </p:txBody>
        </p:sp>
        <p:graphicFrame>
          <p:nvGraphicFramePr>
            <p:cNvPr id="50198" name="Object 22"/>
            <p:cNvGraphicFramePr>
              <a:graphicFrameLocks noChangeAspect="1"/>
            </p:cNvGraphicFramePr>
            <p:nvPr/>
          </p:nvGraphicFramePr>
          <p:xfrm>
            <a:off x="1034653" y="5683362"/>
            <a:ext cx="1270000" cy="433919"/>
          </p:xfrm>
          <a:graphic>
            <a:graphicData uri="http://schemas.openxmlformats.org/presentationml/2006/ole">
              <p:oleObj spid="_x0000_s50198" name="Equation" r:id="rId6" imgW="672808" imgH="228501" progId="Equation.DSMT4">
                <p:embed/>
              </p:oleObj>
            </a:graphicData>
          </a:graphic>
        </p:graphicFrame>
      </p:grpSp>
      <p:sp>
        <p:nvSpPr>
          <p:cNvPr id="22" name="Text Box 32"/>
          <p:cNvSpPr txBox="1">
            <a:spLocks noChangeArrowheads="1"/>
          </p:cNvSpPr>
          <p:nvPr/>
        </p:nvSpPr>
        <p:spPr bwMode="auto">
          <a:xfrm>
            <a:off x="452438" y="1668463"/>
            <a:ext cx="12604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说明</a:t>
            </a:r>
          </a:p>
        </p:txBody>
      </p:sp>
      <p:sp>
        <p:nvSpPr>
          <p:cNvPr id="23" name="Text Box 33"/>
          <p:cNvSpPr txBox="1">
            <a:spLocks noChangeArrowheads="1"/>
          </p:cNvSpPr>
          <p:nvPr/>
        </p:nvSpPr>
        <p:spPr bwMode="auto">
          <a:xfrm>
            <a:off x="620713" y="2168525"/>
            <a:ext cx="83264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1800" b="1">
                <a:solidFill>
                  <a:srgbClr val="3333FF"/>
                </a:solidFill>
                <a:ea typeface="华文中宋"/>
                <a:cs typeface="华文中宋"/>
              </a:rPr>
              <a:t>(1) </a:t>
            </a:r>
            <a:r>
              <a:rPr kumimoji="1" lang="zh-CN" altLang="en-US" sz="1800" b="1">
                <a:solidFill>
                  <a:srgbClr val="3333FF"/>
                </a:solidFill>
                <a:ea typeface="华文中宋"/>
                <a:cs typeface="华文中宋"/>
              </a:rPr>
              <a:t>以上结论是在绝对时空观</a:t>
            </a:r>
            <a:r>
              <a:rPr kumimoji="1" lang="en-US" altLang="zh-CN" sz="1800" b="1">
                <a:solidFill>
                  <a:srgbClr val="3333FF"/>
                </a:solidFill>
                <a:ea typeface="华文中宋"/>
                <a:cs typeface="华文中宋"/>
              </a:rPr>
              <a:t>(</a:t>
            </a:r>
            <a:r>
              <a:rPr kumimoji="1" lang="en-US" altLang="zh-CN" sz="1800" b="1">
                <a:solidFill>
                  <a:srgbClr val="3333FF"/>
                </a:solidFill>
                <a:ea typeface="华文中宋"/>
                <a:cs typeface="华文中宋"/>
                <a:sym typeface="Symbol" pitchFamily="18" charset="2"/>
              </a:rPr>
              <a:t>&lt;&lt;c</a:t>
            </a:r>
            <a:r>
              <a:rPr kumimoji="1" lang="en-US" altLang="zh-CN" sz="1800" b="1">
                <a:solidFill>
                  <a:srgbClr val="3333FF"/>
                </a:solidFill>
                <a:ea typeface="华文中宋"/>
                <a:cs typeface="华文中宋"/>
              </a:rPr>
              <a:t>)</a:t>
            </a:r>
            <a:r>
              <a:rPr kumimoji="1" lang="zh-CN" altLang="en-US" sz="1800" b="1">
                <a:solidFill>
                  <a:srgbClr val="3333FF"/>
                </a:solidFill>
                <a:ea typeface="华文中宋"/>
                <a:cs typeface="华文中宋"/>
              </a:rPr>
              <a:t>下得出的</a:t>
            </a:r>
          </a:p>
        </p:txBody>
      </p:sp>
      <p:sp>
        <p:nvSpPr>
          <p:cNvPr id="24" name="Text Box 40"/>
          <p:cNvSpPr txBox="1">
            <a:spLocks noChangeArrowheads="1"/>
          </p:cNvSpPr>
          <p:nvPr/>
        </p:nvSpPr>
        <p:spPr bwMode="auto">
          <a:xfrm>
            <a:off x="622300" y="2668588"/>
            <a:ext cx="661511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1800" b="1">
                <a:solidFill>
                  <a:srgbClr val="3333FF"/>
                </a:solidFill>
                <a:ea typeface="华文中宋"/>
                <a:cs typeface="华文中宋"/>
              </a:rPr>
              <a:t>(2) </a:t>
            </a:r>
            <a:r>
              <a:rPr lang="zh-CN" altLang="en-US" sz="1800" b="1">
                <a:solidFill>
                  <a:srgbClr val="3333FF"/>
                </a:solidFill>
                <a:ea typeface="华文中宋"/>
                <a:cs typeface="华文中宋"/>
              </a:rPr>
              <a:t>注意区分“速度叠加”与“速度变换”</a:t>
            </a:r>
            <a:endParaRPr kumimoji="1" lang="zh-CN" altLang="en-US" sz="1800" b="1">
              <a:solidFill>
                <a:srgbClr val="3333FF"/>
              </a:solidFill>
              <a:ea typeface="华文中宋"/>
              <a:cs typeface="华文中宋"/>
            </a:endParaRPr>
          </a:p>
        </p:txBody>
      </p:sp>
      <p:sp>
        <p:nvSpPr>
          <p:cNvPr id="25" name="Text Box 41"/>
          <p:cNvSpPr txBox="1">
            <a:spLocks noChangeArrowheads="1"/>
          </p:cNvSpPr>
          <p:nvPr/>
        </p:nvSpPr>
        <p:spPr bwMode="auto">
          <a:xfrm>
            <a:off x="1071563" y="3168650"/>
            <a:ext cx="7786687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 b="1">
                <a:ea typeface="华文中宋"/>
                <a:cs typeface="华文中宋"/>
              </a:rPr>
              <a:t>速度叠加：</a:t>
            </a:r>
            <a:r>
              <a:rPr kumimoji="1" lang="zh-CN" altLang="en-US" sz="1800" b="1">
                <a:ea typeface="华文中宋"/>
                <a:cs typeface="华文中宋"/>
              </a:rPr>
              <a:t>是在同</a:t>
            </a:r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一个参考系</a:t>
            </a:r>
            <a:r>
              <a:rPr kumimoji="1" lang="zh-CN" altLang="en-US" sz="1800" b="1">
                <a:ea typeface="华文中宋"/>
                <a:cs typeface="华文中宋"/>
              </a:rPr>
              <a:t>中进行的，</a:t>
            </a:r>
            <a:r>
              <a:rPr kumimoji="1" lang="zh-CN" altLang="en-US" sz="1800" b="1">
                <a:solidFill>
                  <a:srgbClr val="FF0000"/>
                </a:solidFill>
                <a:ea typeface="华文中宋"/>
                <a:cs typeface="华文中宋"/>
              </a:rPr>
              <a:t>总能够成立；</a:t>
            </a:r>
          </a:p>
        </p:txBody>
      </p:sp>
      <p:sp>
        <p:nvSpPr>
          <p:cNvPr id="26" name="Text Box 42"/>
          <p:cNvSpPr txBox="1">
            <a:spLocks noChangeArrowheads="1"/>
          </p:cNvSpPr>
          <p:nvPr/>
        </p:nvSpPr>
        <p:spPr bwMode="auto">
          <a:xfrm>
            <a:off x="1062038" y="3668713"/>
            <a:ext cx="80819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</a:pPr>
            <a:r>
              <a:rPr kumimoji="1" lang="zh-CN" altLang="en-US" sz="1800" b="1">
                <a:ea typeface="华文中宋"/>
                <a:cs typeface="华文中宋"/>
              </a:rPr>
              <a:t>速度变换：应用于</a:t>
            </a:r>
            <a:r>
              <a:rPr kumimoji="1"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两个参考系</a:t>
            </a:r>
            <a:r>
              <a:rPr kumimoji="1" lang="zh-CN" altLang="en-US" sz="1800" b="1">
                <a:ea typeface="华文中宋"/>
                <a:cs typeface="华文中宋"/>
              </a:rPr>
              <a:t>之间，</a:t>
            </a:r>
            <a:r>
              <a:rPr kumimoji="1" lang="zh-CN" altLang="en-US" sz="1800" b="1">
                <a:solidFill>
                  <a:srgbClr val="FF0000"/>
                </a:solidFill>
                <a:ea typeface="华文中宋"/>
                <a:cs typeface="华文中宋"/>
              </a:rPr>
              <a:t>只在</a:t>
            </a:r>
            <a:r>
              <a:rPr kumimoji="1" lang="en-US" altLang="zh-CN" sz="1800" b="1" i="1">
                <a:solidFill>
                  <a:srgbClr val="FF0000"/>
                </a:solidFill>
                <a:ea typeface="华文中宋"/>
                <a:cs typeface="华文中宋"/>
              </a:rPr>
              <a:t>u</a:t>
            </a:r>
            <a:r>
              <a:rPr kumimoji="1" lang="en-US" altLang="zh-CN" sz="1800" b="1">
                <a:solidFill>
                  <a:srgbClr val="FF0000"/>
                </a:solidFill>
                <a:ea typeface="华文中宋"/>
                <a:cs typeface="华文中宋"/>
              </a:rPr>
              <a:t>&lt;&lt;c</a:t>
            </a:r>
            <a:r>
              <a:rPr kumimoji="1" lang="zh-CN" altLang="en-US" sz="1800" b="1">
                <a:solidFill>
                  <a:srgbClr val="FF0000"/>
                </a:solidFill>
                <a:ea typeface="华文中宋"/>
                <a:cs typeface="华文中宋"/>
              </a:rPr>
              <a:t>时才成立。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881063" y="1471613"/>
            <a:ext cx="18002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相对位矢</a:t>
            </a:r>
            <a:r>
              <a:rPr lang="zh-CN" altLang="en-US" sz="1800" b="1">
                <a:ea typeface="华文中宋"/>
                <a:cs typeface="华文中宋"/>
              </a:rPr>
              <a:t> 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884863" y="1436688"/>
            <a:ext cx="2790825" cy="1711325"/>
            <a:chOff x="2928" y="1104"/>
            <a:chExt cx="1758" cy="1436"/>
          </a:xfrm>
        </p:grpSpPr>
        <p:sp>
          <p:nvSpPr>
            <p:cNvPr id="51270" name="Line 5"/>
            <p:cNvSpPr>
              <a:spLocks noChangeShapeType="1"/>
            </p:cNvSpPr>
            <p:nvPr/>
          </p:nvSpPr>
          <p:spPr bwMode="auto">
            <a:xfrm>
              <a:off x="3120" y="2064"/>
              <a:ext cx="15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71" name="Line 6"/>
            <p:cNvSpPr>
              <a:spLocks noChangeShapeType="1"/>
            </p:cNvSpPr>
            <p:nvPr/>
          </p:nvSpPr>
          <p:spPr bwMode="auto">
            <a:xfrm flipV="1">
              <a:off x="3120" y="1152"/>
              <a:ext cx="0" cy="9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72" name="Line 7"/>
            <p:cNvSpPr>
              <a:spLocks noChangeShapeType="1"/>
            </p:cNvSpPr>
            <p:nvPr/>
          </p:nvSpPr>
          <p:spPr bwMode="auto">
            <a:xfrm flipH="1">
              <a:off x="2928" y="2064"/>
              <a:ext cx="192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73" name="Rectangle 8"/>
            <p:cNvSpPr>
              <a:spLocks noChangeArrowheads="1"/>
            </p:cNvSpPr>
            <p:nvPr/>
          </p:nvSpPr>
          <p:spPr bwMode="auto">
            <a:xfrm>
              <a:off x="2976" y="2256"/>
              <a:ext cx="181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600" b="1" i="1"/>
                <a:t>x</a:t>
              </a:r>
            </a:p>
          </p:txBody>
        </p:sp>
        <p:sp>
          <p:nvSpPr>
            <p:cNvPr id="51274" name="Rectangle 9"/>
            <p:cNvSpPr>
              <a:spLocks noChangeArrowheads="1"/>
            </p:cNvSpPr>
            <p:nvPr/>
          </p:nvSpPr>
          <p:spPr bwMode="auto">
            <a:xfrm>
              <a:off x="4512" y="2016"/>
              <a:ext cx="174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600" b="1" i="1"/>
                <a:t>y</a:t>
              </a:r>
            </a:p>
          </p:txBody>
        </p:sp>
        <p:sp>
          <p:nvSpPr>
            <p:cNvPr id="51275" name="Rectangle 10"/>
            <p:cNvSpPr>
              <a:spLocks noChangeArrowheads="1"/>
            </p:cNvSpPr>
            <p:nvPr/>
          </p:nvSpPr>
          <p:spPr bwMode="auto">
            <a:xfrm>
              <a:off x="3120" y="1104"/>
              <a:ext cx="167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600" b="1" i="1"/>
                <a:t>z</a:t>
              </a:r>
            </a:p>
          </p:txBody>
        </p:sp>
        <p:sp>
          <p:nvSpPr>
            <p:cNvPr id="51276" name="Rectangle 11"/>
            <p:cNvSpPr>
              <a:spLocks noChangeArrowheads="1"/>
            </p:cNvSpPr>
            <p:nvPr/>
          </p:nvSpPr>
          <p:spPr bwMode="auto">
            <a:xfrm>
              <a:off x="3056" y="2005"/>
              <a:ext cx="181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600" b="1"/>
                <a:t>o</a:t>
              </a: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6189663" y="2166938"/>
            <a:ext cx="2390775" cy="414337"/>
            <a:chOff x="3120" y="1621"/>
            <a:chExt cx="1506" cy="347"/>
          </a:xfrm>
        </p:grpSpPr>
        <p:sp>
          <p:nvSpPr>
            <p:cNvPr id="51267" name="Line 13"/>
            <p:cNvSpPr>
              <a:spLocks noChangeShapeType="1"/>
            </p:cNvSpPr>
            <p:nvPr/>
          </p:nvSpPr>
          <p:spPr bwMode="auto">
            <a:xfrm flipV="1">
              <a:off x="3120" y="1824"/>
              <a:ext cx="1248" cy="144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68" name="Oval 14"/>
            <p:cNvSpPr>
              <a:spLocks noChangeArrowheads="1"/>
            </p:cNvSpPr>
            <p:nvPr/>
          </p:nvSpPr>
          <p:spPr bwMode="auto">
            <a:xfrm>
              <a:off x="4368" y="177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 b="1">
                <a:solidFill>
                  <a:srgbClr val="000000"/>
                </a:solidFill>
              </a:endParaRPr>
            </a:p>
          </p:txBody>
        </p:sp>
        <p:sp>
          <p:nvSpPr>
            <p:cNvPr id="51269" name="Rectangle 15"/>
            <p:cNvSpPr>
              <a:spLocks noChangeArrowheads="1"/>
            </p:cNvSpPr>
            <p:nvPr/>
          </p:nvSpPr>
          <p:spPr bwMode="auto">
            <a:xfrm>
              <a:off x="4417" y="1682"/>
              <a:ext cx="209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600" b="1"/>
                <a:t>A</a:t>
              </a:r>
            </a:p>
          </p:txBody>
        </p:sp>
        <p:graphicFrame>
          <p:nvGraphicFramePr>
            <p:cNvPr id="51243" name="Object 43"/>
            <p:cNvGraphicFramePr>
              <a:graphicFrameLocks noChangeAspect="1"/>
            </p:cNvGraphicFramePr>
            <p:nvPr/>
          </p:nvGraphicFramePr>
          <p:xfrm>
            <a:off x="3771" y="1621"/>
            <a:ext cx="200" cy="276"/>
          </p:xfrm>
          <a:graphic>
            <a:graphicData uri="http://schemas.openxmlformats.org/presentationml/2006/ole">
              <p:oleObj spid="_x0000_s51243" name="Equation" r:id="rId4" imgW="165028" imgH="228501" progId="Equation.DSMT4">
                <p:embed/>
              </p:oleObj>
            </a:graphicData>
          </a:graphic>
        </p:graphicFrame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6189663" y="1198563"/>
            <a:ext cx="1658937" cy="1382712"/>
            <a:chOff x="3120" y="807"/>
            <a:chExt cx="1045" cy="1161"/>
          </a:xfrm>
        </p:grpSpPr>
        <p:sp>
          <p:nvSpPr>
            <p:cNvPr id="51264" name="Text Box 18"/>
            <p:cNvSpPr txBox="1">
              <a:spLocks noChangeArrowheads="1"/>
            </p:cNvSpPr>
            <p:nvPr/>
          </p:nvSpPr>
          <p:spPr bwMode="auto">
            <a:xfrm>
              <a:off x="3963" y="807"/>
              <a:ext cx="202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600" b="1"/>
                <a:t>B</a:t>
              </a:r>
            </a:p>
          </p:txBody>
        </p:sp>
        <p:sp>
          <p:nvSpPr>
            <p:cNvPr id="51265" name="Line 19"/>
            <p:cNvSpPr>
              <a:spLocks noChangeShapeType="1"/>
            </p:cNvSpPr>
            <p:nvPr/>
          </p:nvSpPr>
          <p:spPr bwMode="auto">
            <a:xfrm flipV="1">
              <a:off x="3120" y="1104"/>
              <a:ext cx="912" cy="86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66" name="Oval 20"/>
            <p:cNvSpPr>
              <a:spLocks noChangeArrowheads="1"/>
            </p:cNvSpPr>
            <p:nvPr/>
          </p:nvSpPr>
          <p:spPr bwMode="auto">
            <a:xfrm>
              <a:off x="3984" y="100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 b="1">
                <a:solidFill>
                  <a:srgbClr val="000000"/>
                </a:solidFill>
              </a:endParaRPr>
            </a:p>
          </p:txBody>
        </p:sp>
        <p:graphicFrame>
          <p:nvGraphicFramePr>
            <p:cNvPr id="51244" name="Object 44"/>
            <p:cNvGraphicFramePr>
              <a:graphicFrameLocks noChangeAspect="1"/>
            </p:cNvGraphicFramePr>
            <p:nvPr/>
          </p:nvGraphicFramePr>
          <p:xfrm>
            <a:off x="3496" y="1221"/>
            <a:ext cx="200" cy="275"/>
          </p:xfrm>
          <a:graphic>
            <a:graphicData uri="http://schemas.openxmlformats.org/presentationml/2006/ole">
              <p:oleObj spid="_x0000_s51244" name="Equation" r:id="rId5" imgW="165028" imgH="228501" progId="Equation.DSMT4">
                <p:embed/>
              </p:oleObj>
            </a:graphicData>
          </a:graphic>
        </p:graphicFrame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7720013" y="1504950"/>
            <a:ext cx="685800" cy="857250"/>
            <a:chOff x="4080" y="1056"/>
            <a:chExt cx="432" cy="720"/>
          </a:xfrm>
        </p:grpSpPr>
        <p:sp>
          <p:nvSpPr>
            <p:cNvPr id="51263" name="Line 23"/>
            <p:cNvSpPr>
              <a:spLocks noChangeShapeType="1"/>
            </p:cNvSpPr>
            <p:nvPr/>
          </p:nvSpPr>
          <p:spPr bwMode="auto">
            <a:xfrm flipH="1" flipV="1">
              <a:off x="4080" y="1056"/>
              <a:ext cx="336" cy="72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1245" name="Object 45"/>
            <p:cNvGraphicFramePr>
              <a:graphicFrameLocks noChangeAspect="1"/>
            </p:cNvGraphicFramePr>
            <p:nvPr/>
          </p:nvGraphicFramePr>
          <p:xfrm>
            <a:off x="4272" y="1289"/>
            <a:ext cx="240" cy="254"/>
          </p:xfrm>
          <a:graphic>
            <a:graphicData uri="http://schemas.openxmlformats.org/presentationml/2006/ole">
              <p:oleObj spid="_x0000_s51245" name="Equation" r:id="rId6" imgW="215806" imgH="228501" progId="Equation.DSMT4">
                <p:embed/>
              </p:oleObj>
            </a:graphicData>
          </a:graphic>
        </p:graphicFrame>
      </p:grpSp>
      <p:graphicFrame>
        <p:nvGraphicFramePr>
          <p:cNvPr id="59417" name="Object 46"/>
          <p:cNvGraphicFramePr>
            <a:graphicFrameLocks noChangeAspect="1"/>
          </p:cNvGraphicFramePr>
          <p:nvPr/>
        </p:nvGraphicFramePr>
        <p:xfrm>
          <a:off x="1947863" y="1919288"/>
          <a:ext cx="1935162" cy="439737"/>
        </p:xfrm>
        <a:graphic>
          <a:graphicData uri="http://schemas.openxmlformats.org/presentationml/2006/ole">
            <p:oleObj spid="_x0000_s51246" name="Equation" r:id="rId7" imgW="761669" imgH="228501" progId="Equation.DSMT4">
              <p:embed/>
            </p:oleObj>
          </a:graphicData>
        </a:graphic>
      </p:graphicFrame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1671638" y="2427288"/>
            <a:ext cx="3402012" cy="387350"/>
            <a:chOff x="724" y="2577"/>
            <a:chExt cx="1780" cy="325"/>
          </a:xfrm>
        </p:grpSpPr>
        <p:sp>
          <p:nvSpPr>
            <p:cNvPr id="51262" name="Text Box 27"/>
            <p:cNvSpPr txBox="1">
              <a:spLocks noChangeArrowheads="1"/>
            </p:cNvSpPr>
            <p:nvPr/>
          </p:nvSpPr>
          <p:spPr bwMode="auto">
            <a:xfrm>
              <a:off x="920" y="2592"/>
              <a:ext cx="1584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1800" b="1">
                  <a:solidFill>
                    <a:srgbClr val="0000FF"/>
                  </a:solidFill>
                  <a:ea typeface="华文中宋"/>
                  <a:cs typeface="华文中宋"/>
                </a:rPr>
                <a:t>是</a:t>
              </a:r>
              <a:r>
                <a:rPr lang="en-US" altLang="zh-CN" sz="1800" b="1">
                  <a:solidFill>
                    <a:srgbClr val="0000FF"/>
                  </a:solidFill>
                  <a:ea typeface="华文中宋"/>
                  <a:cs typeface="华文中宋"/>
                </a:rPr>
                <a:t>B</a:t>
              </a:r>
              <a:r>
                <a:rPr lang="zh-CN" altLang="en-US" sz="1800" b="1">
                  <a:solidFill>
                    <a:srgbClr val="0000FF"/>
                  </a:solidFill>
                  <a:ea typeface="华文中宋"/>
                  <a:cs typeface="华文中宋"/>
                </a:rPr>
                <a:t>对</a:t>
              </a:r>
              <a:r>
                <a:rPr lang="en-US" altLang="zh-CN" sz="1800" b="1">
                  <a:solidFill>
                    <a:srgbClr val="0000FF"/>
                  </a:solidFill>
                  <a:ea typeface="华文中宋"/>
                  <a:cs typeface="华文中宋"/>
                </a:rPr>
                <a:t>A</a:t>
              </a:r>
              <a:r>
                <a:rPr lang="zh-CN" altLang="en-US" sz="1800" b="1">
                  <a:solidFill>
                    <a:srgbClr val="0000FF"/>
                  </a:solidFill>
                  <a:ea typeface="华文中宋"/>
                  <a:cs typeface="华文中宋"/>
                </a:rPr>
                <a:t>的位矢</a:t>
              </a:r>
            </a:p>
          </p:txBody>
        </p:sp>
        <p:graphicFrame>
          <p:nvGraphicFramePr>
            <p:cNvPr id="51247" name="Object 47"/>
            <p:cNvGraphicFramePr>
              <a:graphicFrameLocks noChangeAspect="1"/>
            </p:cNvGraphicFramePr>
            <p:nvPr/>
          </p:nvGraphicFramePr>
          <p:xfrm>
            <a:off x="724" y="2577"/>
            <a:ext cx="236" cy="304"/>
          </p:xfrm>
          <a:graphic>
            <a:graphicData uri="http://schemas.openxmlformats.org/presentationml/2006/ole">
              <p:oleObj spid="_x0000_s51247" name="Equation" r:id="rId8" imgW="215806" imgH="228501" progId="Equation.DSMT4">
                <p:embed/>
              </p:oleObj>
            </a:graphicData>
          </a:graphic>
        </p:graphicFrame>
      </p:grpSp>
      <p:graphicFrame>
        <p:nvGraphicFramePr>
          <p:cNvPr id="59422" name="Object 48"/>
          <p:cNvGraphicFramePr>
            <a:graphicFrameLocks noChangeAspect="1"/>
          </p:cNvGraphicFramePr>
          <p:nvPr/>
        </p:nvGraphicFramePr>
        <p:xfrm>
          <a:off x="1979613" y="2859088"/>
          <a:ext cx="2306637" cy="444500"/>
        </p:xfrm>
        <a:graphic>
          <a:graphicData uri="http://schemas.openxmlformats.org/presentationml/2006/ole">
            <p:oleObj spid="_x0000_s51248" name="Equation" r:id="rId9" imgW="863225" imgH="228501" progId="Equation.DSMT4">
              <p:embed/>
            </p:oleObj>
          </a:graphicData>
        </a:graphic>
      </p:graphicFrame>
      <p:sp>
        <p:nvSpPr>
          <p:cNvPr id="59425" name="Text Box 33"/>
          <p:cNvSpPr txBox="1">
            <a:spLocks noChangeArrowheads="1"/>
          </p:cNvSpPr>
          <p:nvPr/>
        </p:nvSpPr>
        <p:spPr bwMode="auto">
          <a:xfrm>
            <a:off x="790575" y="3219450"/>
            <a:ext cx="51498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这种描述相对运动的方法与上述方法是一致的。</a:t>
            </a:r>
            <a:endParaRPr lang="zh-CN" altLang="en-US" sz="1800" b="1">
              <a:ea typeface="华文中宋"/>
              <a:cs typeface="华文中宋"/>
            </a:endParaRPr>
          </a:p>
        </p:txBody>
      </p:sp>
      <p:graphicFrame>
        <p:nvGraphicFramePr>
          <p:cNvPr id="59426" name="Object 49"/>
          <p:cNvGraphicFramePr>
            <a:graphicFrameLocks noChangeAspect="1"/>
          </p:cNvGraphicFramePr>
          <p:nvPr/>
        </p:nvGraphicFramePr>
        <p:xfrm>
          <a:off x="3541713" y="3538538"/>
          <a:ext cx="1981200" cy="457200"/>
        </p:xfrm>
        <a:graphic>
          <a:graphicData uri="http://schemas.openxmlformats.org/presentationml/2006/ole">
            <p:oleObj spid="_x0000_s51249" name="Equation" r:id="rId10" imgW="761669" imgH="228501" progId="Equation.DSMT4">
              <p:embed/>
            </p:oleObj>
          </a:graphicData>
        </a:graphic>
      </p:graphicFrame>
      <p:grpSp>
        <p:nvGrpSpPr>
          <p:cNvPr id="7" name="Group 37"/>
          <p:cNvGrpSpPr>
            <a:grpSpLocks/>
          </p:cNvGrpSpPr>
          <p:nvPr/>
        </p:nvGrpSpPr>
        <p:grpSpPr bwMode="auto">
          <a:xfrm>
            <a:off x="3311525" y="3937000"/>
            <a:ext cx="2339975" cy="708025"/>
            <a:chOff x="867" y="1281"/>
            <a:chExt cx="1474" cy="595"/>
          </a:xfrm>
        </p:grpSpPr>
        <p:sp>
          <p:nvSpPr>
            <p:cNvPr id="51259" name="Rectangle 38"/>
            <p:cNvSpPr>
              <a:spLocks noChangeArrowheads="1"/>
            </p:cNvSpPr>
            <p:nvPr/>
          </p:nvSpPr>
          <p:spPr bwMode="auto">
            <a:xfrm>
              <a:off x="867" y="1281"/>
              <a:ext cx="454" cy="5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zh-CN" altLang="en-US" sz="2000" b="1">
                  <a:solidFill>
                    <a:srgbClr val="0000FF"/>
                  </a:solidFill>
                  <a:ea typeface="华文中宋"/>
                  <a:cs typeface="华文中宋"/>
                </a:rPr>
                <a:t>绝对位矢</a:t>
              </a:r>
            </a:p>
          </p:txBody>
        </p:sp>
        <p:sp>
          <p:nvSpPr>
            <p:cNvPr id="51260" name="Rectangle 39"/>
            <p:cNvSpPr>
              <a:spLocks noChangeArrowheads="1"/>
            </p:cNvSpPr>
            <p:nvPr/>
          </p:nvSpPr>
          <p:spPr bwMode="auto">
            <a:xfrm>
              <a:off x="1377" y="1281"/>
              <a:ext cx="482" cy="5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zh-CN" altLang="en-US" sz="2000" b="1">
                  <a:solidFill>
                    <a:srgbClr val="0000FF"/>
                  </a:solidFill>
                  <a:ea typeface="华文中宋"/>
                  <a:cs typeface="华文中宋"/>
                </a:rPr>
                <a:t>牵连位矢</a:t>
              </a:r>
            </a:p>
          </p:txBody>
        </p:sp>
        <p:sp>
          <p:nvSpPr>
            <p:cNvPr id="51261" name="Rectangle 40"/>
            <p:cNvSpPr>
              <a:spLocks noChangeArrowheads="1"/>
            </p:cNvSpPr>
            <p:nvPr/>
          </p:nvSpPr>
          <p:spPr bwMode="auto">
            <a:xfrm>
              <a:off x="1888" y="1281"/>
              <a:ext cx="453" cy="5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zh-CN" altLang="en-US" sz="2000" b="1">
                  <a:solidFill>
                    <a:srgbClr val="0000FF"/>
                  </a:solidFill>
                  <a:ea typeface="华文中宋"/>
                  <a:cs typeface="华文中宋"/>
                </a:rPr>
                <a:t>相对位矢</a:t>
              </a:r>
            </a:p>
          </p:txBody>
        </p:sp>
      </p:grpSp>
      <p:sp>
        <p:nvSpPr>
          <p:cNvPr id="51258" name="Text Box 2"/>
          <p:cNvSpPr>
            <a:spLocks noChangeArrowheads="1"/>
          </p:cNvSpPr>
          <p:nvPr/>
        </p:nvSpPr>
        <p:spPr bwMode="auto">
          <a:xfrm>
            <a:off x="827088" y="947738"/>
            <a:ext cx="4302125" cy="400050"/>
          </a:xfrm>
          <a:prstGeom prst="homePlate">
            <a:avLst>
              <a:gd name="adj" fmla="val 49837"/>
            </a:avLst>
          </a:prstGeom>
          <a:solidFill>
            <a:srgbClr val="539A84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三、同一参考系质点间的相对运动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9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9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9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9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autoUpdateAnimBg="0"/>
      <p:bldP spid="59425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20" name="Text Box 4"/>
          <p:cNvSpPr txBox="1">
            <a:spLocks noChangeArrowheads="1"/>
          </p:cNvSpPr>
          <p:nvPr/>
        </p:nvSpPr>
        <p:spPr bwMode="auto">
          <a:xfrm>
            <a:off x="577850" y="844550"/>
            <a:ext cx="8386763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例</a:t>
            </a:r>
            <a:r>
              <a:rPr lang="en-US" altLang="zh-CN" sz="1800" b="1">
                <a:solidFill>
                  <a:srgbClr val="0000FF"/>
                </a:solidFill>
                <a:ea typeface="华文中宋"/>
                <a:cs typeface="华文中宋"/>
              </a:rPr>
              <a:t>    </a:t>
            </a:r>
            <a:r>
              <a:rPr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一火车以速率</a:t>
            </a:r>
            <a:r>
              <a:rPr lang="en-US" altLang="zh-CN" sz="1800" b="1">
                <a:solidFill>
                  <a:srgbClr val="0000FF"/>
                </a:solidFill>
                <a:ea typeface="华文中宋"/>
                <a:cs typeface="华文中宋"/>
              </a:rPr>
              <a:t>10m·s</a:t>
            </a:r>
            <a:r>
              <a:rPr lang="en-US" altLang="zh-CN" sz="1800" b="1" baseline="30000">
                <a:solidFill>
                  <a:srgbClr val="0000FF"/>
                </a:solidFill>
                <a:ea typeface="华文中宋"/>
                <a:cs typeface="华文中宋"/>
              </a:rPr>
              <a:t>-1</a:t>
            </a:r>
            <a:r>
              <a:rPr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向东行驶，雨相对于地面竖直下落</a:t>
            </a:r>
            <a:r>
              <a:rPr lang="en-US" altLang="zh-CN" sz="1800" b="1">
                <a:solidFill>
                  <a:srgbClr val="0000FF"/>
                </a:solidFill>
                <a:ea typeface="华文中宋"/>
                <a:cs typeface="华文中宋"/>
              </a:rPr>
              <a:t>,</a:t>
            </a:r>
            <a:r>
              <a:rPr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 在列车窗上形成的轨迹偏离竖直方向</a:t>
            </a:r>
            <a:r>
              <a:rPr lang="en-US" altLang="zh-CN" sz="1800" b="1">
                <a:solidFill>
                  <a:srgbClr val="0000FF"/>
                </a:solidFill>
                <a:ea typeface="华文中宋"/>
                <a:cs typeface="华文中宋"/>
              </a:rPr>
              <a:t>30</a:t>
            </a:r>
            <a:r>
              <a:rPr lang="en-US" altLang="zh-CN" sz="1800" b="1" baseline="30000">
                <a:solidFill>
                  <a:srgbClr val="0000FF"/>
                </a:solidFill>
                <a:ea typeface="华文中宋"/>
                <a:cs typeface="华文中宋"/>
              </a:rPr>
              <a:t>0</a:t>
            </a:r>
            <a:r>
              <a:rPr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，则雨滴对地和对列车的速率分别为多少</a:t>
            </a:r>
            <a:r>
              <a:rPr lang="en-US" altLang="zh-CN" sz="1800" b="1">
                <a:solidFill>
                  <a:srgbClr val="0000FF"/>
                </a:solidFill>
                <a:ea typeface="华文中宋"/>
                <a:cs typeface="华文中宋"/>
              </a:rPr>
              <a:t>?</a:t>
            </a:r>
          </a:p>
        </p:txBody>
      </p:sp>
      <p:sp>
        <p:nvSpPr>
          <p:cNvPr id="111621" name="Text Box 5"/>
          <p:cNvSpPr txBox="1">
            <a:spLocks noChangeArrowheads="1"/>
          </p:cNvSpPr>
          <p:nvPr/>
        </p:nvSpPr>
        <p:spPr bwMode="auto">
          <a:xfrm>
            <a:off x="719138" y="1473200"/>
            <a:ext cx="23193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解：由题意画出下图</a:t>
            </a:r>
            <a:r>
              <a:rPr lang="zh-CN" altLang="en-US" sz="1800" b="1">
                <a:ea typeface="华文中宋"/>
                <a:cs typeface="华文中宋"/>
              </a:rPr>
              <a:t> 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5729288" y="2455863"/>
            <a:ext cx="2611437" cy="487362"/>
            <a:chOff x="3730" y="1962"/>
            <a:chExt cx="1645" cy="410"/>
          </a:xfrm>
        </p:grpSpPr>
        <p:sp>
          <p:nvSpPr>
            <p:cNvPr id="52280" name="Line 7"/>
            <p:cNvSpPr>
              <a:spLocks noChangeShapeType="1"/>
            </p:cNvSpPr>
            <p:nvPr/>
          </p:nvSpPr>
          <p:spPr bwMode="auto">
            <a:xfrm>
              <a:off x="3730" y="2372"/>
              <a:ext cx="1645" cy="0"/>
            </a:xfrm>
            <a:prstGeom prst="line">
              <a:avLst/>
            </a:prstGeom>
            <a:noFill/>
            <a:ln w="28575">
              <a:solidFill>
                <a:srgbClr val="CC66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2281" name="Group 29"/>
            <p:cNvGrpSpPr>
              <a:grpSpLocks/>
            </p:cNvGrpSpPr>
            <p:nvPr/>
          </p:nvGrpSpPr>
          <p:grpSpPr bwMode="auto">
            <a:xfrm>
              <a:off x="4411" y="1962"/>
              <a:ext cx="860" cy="277"/>
              <a:chOff x="4411" y="1962"/>
              <a:chExt cx="860" cy="277"/>
            </a:xfrm>
          </p:grpSpPr>
          <p:sp>
            <p:nvSpPr>
              <p:cNvPr id="52282" name="Line 9"/>
              <p:cNvSpPr>
                <a:spLocks noChangeShapeType="1"/>
              </p:cNvSpPr>
              <p:nvPr/>
            </p:nvSpPr>
            <p:spPr bwMode="auto">
              <a:xfrm>
                <a:off x="4411" y="2228"/>
                <a:ext cx="860" cy="0"/>
              </a:xfrm>
              <a:prstGeom prst="line">
                <a:avLst/>
              </a:prstGeom>
              <a:noFill/>
              <a:ln w="28575">
                <a:solidFill>
                  <a:srgbClr val="FF00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52259" name="Object 35"/>
              <p:cNvGraphicFramePr>
                <a:graphicFrameLocks noChangeAspect="1"/>
              </p:cNvGraphicFramePr>
              <p:nvPr/>
            </p:nvGraphicFramePr>
            <p:xfrm>
              <a:off x="4828" y="1962"/>
              <a:ext cx="241" cy="277"/>
            </p:xfrm>
            <a:graphic>
              <a:graphicData uri="http://schemas.openxmlformats.org/presentationml/2006/ole">
                <p:oleObj spid="_x0000_s52259" name="Equation" r:id="rId3" imgW="215713" imgH="241091" progId="Equation.DSMT4">
                  <p:embed/>
                </p:oleObj>
              </a:graphicData>
            </a:graphic>
          </p:graphicFrame>
        </p:grpSp>
      </p:grp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6811963" y="1509713"/>
            <a:ext cx="450850" cy="1257300"/>
            <a:chOff x="3984" y="1104"/>
            <a:chExt cx="284" cy="1056"/>
          </a:xfrm>
        </p:grpSpPr>
        <p:sp>
          <p:nvSpPr>
            <p:cNvPr id="52279" name="Line 32"/>
            <p:cNvSpPr>
              <a:spLocks noChangeShapeType="1"/>
            </p:cNvSpPr>
            <p:nvPr/>
          </p:nvSpPr>
          <p:spPr bwMode="auto">
            <a:xfrm>
              <a:off x="3984" y="1104"/>
              <a:ext cx="0" cy="105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2260" name="Object 36"/>
            <p:cNvGraphicFramePr>
              <a:graphicFrameLocks noChangeAspect="1"/>
            </p:cNvGraphicFramePr>
            <p:nvPr/>
          </p:nvGraphicFramePr>
          <p:xfrm>
            <a:off x="4035" y="1570"/>
            <a:ext cx="233" cy="262"/>
          </p:xfrm>
          <a:graphic>
            <a:graphicData uri="http://schemas.openxmlformats.org/presentationml/2006/ole">
              <p:oleObj spid="_x0000_s52260" name="Equation" r:id="rId4" imgW="203112" imgH="228501" progId="Equation.DSMT4">
                <p:embed/>
              </p:oleObj>
            </a:graphicData>
          </a:graphic>
        </p:graphicFrame>
      </p:grpSp>
      <p:grpSp>
        <p:nvGrpSpPr>
          <p:cNvPr id="5" name="Group 34"/>
          <p:cNvGrpSpPr>
            <a:grpSpLocks/>
          </p:cNvGrpSpPr>
          <p:nvPr/>
        </p:nvGrpSpPr>
        <p:grpSpPr bwMode="auto">
          <a:xfrm>
            <a:off x="5518150" y="1509713"/>
            <a:ext cx="1319213" cy="1265237"/>
            <a:chOff x="3169" y="1104"/>
            <a:chExt cx="831" cy="1062"/>
          </a:xfrm>
        </p:grpSpPr>
        <p:sp>
          <p:nvSpPr>
            <p:cNvPr id="52276" name="Line 35"/>
            <p:cNvSpPr>
              <a:spLocks noChangeShapeType="1"/>
            </p:cNvSpPr>
            <p:nvPr/>
          </p:nvSpPr>
          <p:spPr bwMode="auto">
            <a:xfrm flipH="1">
              <a:off x="3169" y="1104"/>
              <a:ext cx="814" cy="1062"/>
            </a:xfrm>
            <a:prstGeom prst="line">
              <a:avLst/>
            </a:prstGeom>
            <a:noFill/>
            <a:ln w="28575">
              <a:solidFill>
                <a:srgbClr val="33CC33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2261" name="Object 37"/>
            <p:cNvGraphicFramePr>
              <a:graphicFrameLocks noChangeAspect="1"/>
            </p:cNvGraphicFramePr>
            <p:nvPr/>
          </p:nvGraphicFramePr>
          <p:xfrm>
            <a:off x="3212" y="1372"/>
            <a:ext cx="410" cy="323"/>
          </p:xfrm>
          <a:graphic>
            <a:graphicData uri="http://schemas.openxmlformats.org/presentationml/2006/ole">
              <p:oleObj spid="_x0000_s52261" name="Equation" r:id="rId5" imgW="304668" imgH="241195" progId="Equation.DSMT4">
                <p:embed/>
              </p:oleObj>
            </a:graphicData>
          </a:graphic>
        </p:graphicFrame>
        <p:sp>
          <p:nvSpPr>
            <p:cNvPr id="52277" name="Freeform 37"/>
            <p:cNvSpPr>
              <a:spLocks/>
            </p:cNvSpPr>
            <p:nvPr/>
          </p:nvSpPr>
          <p:spPr bwMode="auto">
            <a:xfrm>
              <a:off x="3792" y="1372"/>
              <a:ext cx="192" cy="56"/>
            </a:xfrm>
            <a:custGeom>
              <a:avLst/>
              <a:gdLst>
                <a:gd name="T0" fmla="*/ 0 w 192"/>
                <a:gd name="T1" fmla="*/ 0 h 56"/>
                <a:gd name="T2" fmla="*/ 48 w 192"/>
                <a:gd name="T3" fmla="*/ 48 h 56"/>
                <a:gd name="T4" fmla="*/ 192 w 192"/>
                <a:gd name="T5" fmla="*/ 48 h 56"/>
                <a:gd name="T6" fmla="*/ 0 60000 65536"/>
                <a:gd name="T7" fmla="*/ 0 60000 65536"/>
                <a:gd name="T8" fmla="*/ 0 60000 65536"/>
                <a:gd name="T9" fmla="*/ 0 w 192"/>
                <a:gd name="T10" fmla="*/ 0 h 56"/>
                <a:gd name="T11" fmla="*/ 192 w 192"/>
                <a:gd name="T12" fmla="*/ 56 h 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" h="56">
                  <a:moveTo>
                    <a:pt x="0" y="0"/>
                  </a:moveTo>
                  <a:cubicBezTo>
                    <a:pt x="8" y="20"/>
                    <a:pt x="16" y="40"/>
                    <a:pt x="48" y="48"/>
                  </a:cubicBezTo>
                  <a:cubicBezTo>
                    <a:pt x="80" y="56"/>
                    <a:pt x="136" y="52"/>
                    <a:pt x="192" y="48"/>
                  </a:cubicBezTo>
                </a:path>
              </a:pathLst>
            </a:custGeom>
            <a:noFill/>
            <a:ln w="19050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78" name="Text Box 38"/>
            <p:cNvSpPr txBox="1">
              <a:spLocks noChangeArrowheads="1"/>
            </p:cNvSpPr>
            <p:nvPr/>
          </p:nvSpPr>
          <p:spPr bwMode="auto">
            <a:xfrm>
              <a:off x="3711" y="1401"/>
              <a:ext cx="289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600">
                  <a:latin typeface="楷体_GB2312"/>
                  <a:ea typeface="楷体_GB2312"/>
                  <a:cs typeface="楷体_GB2312"/>
                </a:rPr>
                <a:t>30</a:t>
              </a:r>
              <a:r>
                <a:rPr lang="en-US" altLang="zh-CN" sz="1600" baseline="30000">
                  <a:latin typeface="楷体_GB2312"/>
                  <a:ea typeface="楷体_GB2312"/>
                  <a:cs typeface="楷体_GB2312"/>
                </a:rPr>
                <a:t>0</a:t>
              </a:r>
              <a:endParaRPr lang="en-US" altLang="zh-CN" sz="1600">
                <a:latin typeface="楷体_GB2312"/>
                <a:ea typeface="楷体_GB2312"/>
                <a:cs typeface="楷体_GB2312"/>
              </a:endParaRPr>
            </a:p>
          </p:txBody>
        </p:sp>
      </p:grpSp>
      <p:graphicFrame>
        <p:nvGraphicFramePr>
          <p:cNvPr id="111666" name="Object 38"/>
          <p:cNvGraphicFramePr>
            <a:graphicFrameLocks noChangeAspect="1"/>
          </p:cNvGraphicFramePr>
          <p:nvPr/>
        </p:nvGraphicFramePr>
        <p:xfrm>
          <a:off x="1643063" y="1895475"/>
          <a:ext cx="2784475" cy="550863"/>
        </p:xfrm>
        <a:graphic>
          <a:graphicData uri="http://schemas.openxmlformats.org/presentationml/2006/ole">
            <p:oleObj spid="_x0000_s52262" name="Equation" r:id="rId6" imgW="939392" imgH="253890" progId="Equation.DSMT4">
              <p:embed/>
            </p:oleObj>
          </a:graphicData>
        </a:graphic>
      </p:graphicFrame>
      <p:graphicFrame>
        <p:nvGraphicFramePr>
          <p:cNvPr id="111670" name="Object 39"/>
          <p:cNvGraphicFramePr>
            <a:graphicFrameLocks noChangeAspect="1"/>
          </p:cNvGraphicFramePr>
          <p:nvPr/>
        </p:nvGraphicFramePr>
        <p:xfrm>
          <a:off x="1630363" y="2481263"/>
          <a:ext cx="2349500" cy="477837"/>
        </p:xfrm>
        <a:graphic>
          <a:graphicData uri="http://schemas.openxmlformats.org/presentationml/2006/ole">
            <p:oleObj spid="_x0000_s52263" name="Equation" r:id="rId7" imgW="926698" imgH="253890" progId="Equation.DSMT4">
              <p:embed/>
            </p:oleObj>
          </a:graphicData>
        </a:graphic>
      </p:graphicFrame>
      <p:graphicFrame>
        <p:nvGraphicFramePr>
          <p:cNvPr id="29" name="Object 40"/>
          <p:cNvGraphicFramePr>
            <a:graphicFrameLocks noChangeAspect="1"/>
          </p:cNvGraphicFramePr>
          <p:nvPr/>
        </p:nvGraphicFramePr>
        <p:xfrm>
          <a:off x="2268538" y="2963863"/>
          <a:ext cx="2220912" cy="454025"/>
        </p:xfrm>
        <a:graphic>
          <a:graphicData uri="http://schemas.openxmlformats.org/presentationml/2006/ole">
            <p:oleObj spid="_x0000_s52264" name="Equation" r:id="rId8" imgW="876300" imgH="241300" progId="Equation.DSMT4">
              <p:embed/>
            </p:oleObj>
          </a:graphicData>
        </a:graphic>
      </p:graphicFrame>
      <p:grpSp>
        <p:nvGrpSpPr>
          <p:cNvPr id="6" name="Group 58"/>
          <p:cNvGrpSpPr>
            <a:grpSpLocks/>
          </p:cNvGrpSpPr>
          <p:nvPr/>
        </p:nvGrpSpPr>
        <p:grpSpPr bwMode="auto">
          <a:xfrm>
            <a:off x="5516563" y="2728913"/>
            <a:ext cx="1295400" cy="349250"/>
            <a:chOff x="3168" y="2124"/>
            <a:chExt cx="816" cy="293"/>
          </a:xfrm>
        </p:grpSpPr>
        <p:sp>
          <p:nvSpPr>
            <p:cNvPr id="52275" name="Line 59"/>
            <p:cNvSpPr>
              <a:spLocks noChangeShapeType="1"/>
            </p:cNvSpPr>
            <p:nvPr/>
          </p:nvSpPr>
          <p:spPr bwMode="auto">
            <a:xfrm flipH="1">
              <a:off x="3168" y="2160"/>
              <a:ext cx="81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2265" name="Object 41"/>
            <p:cNvGraphicFramePr>
              <a:graphicFrameLocks noChangeAspect="1"/>
            </p:cNvGraphicFramePr>
            <p:nvPr/>
          </p:nvGraphicFramePr>
          <p:xfrm>
            <a:off x="3462" y="2124"/>
            <a:ext cx="372" cy="293"/>
          </p:xfrm>
          <a:graphic>
            <a:graphicData uri="http://schemas.openxmlformats.org/presentationml/2006/ole">
              <p:oleObj spid="_x0000_s52265" name="Equation" r:id="rId9" imgW="304668" imgH="241195" progId="Equation.DSMT4">
                <p:embed/>
              </p:oleObj>
            </a:graphicData>
          </a:graphic>
        </p:graphicFrame>
      </p:grpSp>
      <p:sp>
        <p:nvSpPr>
          <p:cNvPr id="33" name="Text Box 61"/>
          <p:cNvSpPr txBox="1">
            <a:spLocks noChangeArrowheads="1"/>
          </p:cNvSpPr>
          <p:nvPr/>
        </p:nvSpPr>
        <p:spPr bwMode="auto">
          <a:xfrm>
            <a:off x="700088" y="3546475"/>
            <a:ext cx="175418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1800" b="1">
                <a:solidFill>
                  <a:srgbClr val="000000"/>
                </a:solidFill>
                <a:ea typeface="华文中宋"/>
                <a:cs typeface="华文中宋"/>
              </a:rPr>
              <a:t>由图可知</a:t>
            </a:r>
            <a:r>
              <a:rPr lang="zh-CN" altLang="en-US" sz="1800" b="1">
                <a:ea typeface="华文中宋"/>
                <a:cs typeface="华文中宋"/>
              </a:rPr>
              <a:t> </a:t>
            </a:r>
          </a:p>
        </p:txBody>
      </p:sp>
      <p:graphicFrame>
        <p:nvGraphicFramePr>
          <p:cNvPr id="34" name="Object 42"/>
          <p:cNvGraphicFramePr>
            <a:graphicFrameLocks noChangeAspect="1"/>
          </p:cNvGraphicFramePr>
          <p:nvPr/>
        </p:nvGraphicFramePr>
        <p:xfrm>
          <a:off x="2584450" y="3495675"/>
          <a:ext cx="4200525" cy="490538"/>
        </p:xfrm>
        <a:graphic>
          <a:graphicData uri="http://schemas.openxmlformats.org/presentationml/2006/ole">
            <p:oleObj spid="_x0000_s52266" name="Equation" r:id="rId10" imgW="1713756" imgH="266584" progId="Equation.DSMT4">
              <p:embed/>
            </p:oleObj>
          </a:graphicData>
        </a:graphic>
      </p:graphicFrame>
      <p:graphicFrame>
        <p:nvGraphicFramePr>
          <p:cNvPr id="35" name="Object 43"/>
          <p:cNvGraphicFramePr>
            <a:graphicFrameLocks noChangeAspect="1"/>
          </p:cNvGraphicFramePr>
          <p:nvPr/>
        </p:nvGraphicFramePr>
        <p:xfrm>
          <a:off x="2479675" y="4022725"/>
          <a:ext cx="3103563" cy="625475"/>
        </p:xfrm>
        <a:graphic>
          <a:graphicData uri="http://schemas.openxmlformats.org/presentationml/2006/ole">
            <p:oleObj spid="_x0000_s52267" name="Equation" r:id="rId11" imgW="1511280" imgH="40608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1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1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0" grpId="0" autoUpdateAnimBg="0"/>
      <p:bldP spid="111621" grpId="0" autoUpdateAnimBg="0"/>
      <p:bldP spid="33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4" name="Text Box 4"/>
          <p:cNvSpPr txBox="1">
            <a:spLocks noChangeArrowheads="1"/>
          </p:cNvSpPr>
          <p:nvPr/>
        </p:nvSpPr>
        <p:spPr bwMode="auto">
          <a:xfrm>
            <a:off x="476250" y="773113"/>
            <a:ext cx="86677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例    一人骑自行车向东行。在速度为</a:t>
            </a:r>
            <a:r>
              <a:rPr lang="en-US" altLang="zh-CN" sz="1800" b="1">
                <a:solidFill>
                  <a:srgbClr val="0000FF"/>
                </a:solidFill>
                <a:ea typeface="华文中宋"/>
                <a:cs typeface="华文中宋"/>
              </a:rPr>
              <a:t>10m·s</a:t>
            </a:r>
            <a:r>
              <a:rPr lang="en-US" altLang="zh-CN" sz="1800" b="1" baseline="30000">
                <a:solidFill>
                  <a:srgbClr val="0000FF"/>
                </a:solidFill>
                <a:ea typeface="华文中宋"/>
                <a:cs typeface="华文中宋"/>
              </a:rPr>
              <a:t>-1</a:t>
            </a:r>
            <a:r>
              <a:rPr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时，觉得有南风；速度增至</a:t>
            </a:r>
            <a:r>
              <a:rPr lang="en-US" altLang="zh-CN" sz="1800" b="1">
                <a:solidFill>
                  <a:srgbClr val="0000FF"/>
                </a:solidFill>
                <a:ea typeface="华文中宋"/>
                <a:cs typeface="华文中宋"/>
              </a:rPr>
              <a:t>15m·s</a:t>
            </a:r>
            <a:r>
              <a:rPr lang="en-US" altLang="zh-CN" sz="1800" b="1" baseline="30000">
                <a:solidFill>
                  <a:srgbClr val="0000FF"/>
                </a:solidFill>
                <a:ea typeface="华文中宋"/>
                <a:cs typeface="华文中宋"/>
              </a:rPr>
              <a:t>-1</a:t>
            </a:r>
            <a:r>
              <a:rPr lang="zh-CN" altLang="en-US" sz="1800" b="1">
                <a:solidFill>
                  <a:srgbClr val="0000FF"/>
                </a:solidFill>
                <a:ea typeface="华文中宋"/>
                <a:cs typeface="华文中宋"/>
              </a:rPr>
              <a:t>时，觉得有东南风。求：风的速度。 </a:t>
            </a:r>
          </a:p>
        </p:txBody>
      </p:sp>
      <p:sp>
        <p:nvSpPr>
          <p:cNvPr id="128005" name="Text Box 5"/>
          <p:cNvSpPr txBox="1">
            <a:spLocks noChangeArrowheads="1"/>
          </p:cNvSpPr>
          <p:nvPr/>
        </p:nvSpPr>
        <p:spPr bwMode="auto">
          <a:xfrm>
            <a:off x="617538" y="1524000"/>
            <a:ext cx="4889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解</a:t>
            </a:r>
            <a:r>
              <a:rPr lang="en-US" altLang="zh-CN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:</a:t>
            </a:r>
          </a:p>
        </p:txBody>
      </p:sp>
      <p:graphicFrame>
        <p:nvGraphicFramePr>
          <p:cNvPr id="128068" name="Object 64"/>
          <p:cNvGraphicFramePr>
            <a:graphicFrameLocks noChangeAspect="1"/>
          </p:cNvGraphicFramePr>
          <p:nvPr/>
        </p:nvGraphicFramePr>
        <p:xfrm>
          <a:off x="1944688" y="1893888"/>
          <a:ext cx="2192337" cy="388937"/>
        </p:xfrm>
        <a:graphic>
          <a:graphicData uri="http://schemas.openxmlformats.org/presentationml/2006/ole">
            <p:oleObj spid="_x0000_s53312" name="Equation" r:id="rId3" imgW="952087" imgH="228501" progId="Equation.DSMT4">
              <p:embed/>
            </p:oleObj>
          </a:graphicData>
        </a:graphic>
      </p:graphicFrame>
      <p:graphicFrame>
        <p:nvGraphicFramePr>
          <p:cNvPr id="128118" name="Object 65"/>
          <p:cNvGraphicFramePr>
            <a:graphicFrameLocks noChangeAspect="1"/>
          </p:cNvGraphicFramePr>
          <p:nvPr/>
        </p:nvGraphicFramePr>
        <p:xfrm>
          <a:off x="1990725" y="2686050"/>
          <a:ext cx="2365375" cy="439738"/>
        </p:xfrm>
        <a:graphic>
          <a:graphicData uri="http://schemas.openxmlformats.org/presentationml/2006/ole">
            <p:oleObj spid="_x0000_s53313" name="Equation" r:id="rId4" imgW="952087" imgH="241195" progId="Equation.DSMT4">
              <p:embed/>
            </p:oleObj>
          </a:graphicData>
        </a:graphic>
      </p:graphicFrame>
      <p:sp>
        <p:nvSpPr>
          <p:cNvPr id="128119" name="Text Box 119"/>
          <p:cNvSpPr txBox="1">
            <a:spLocks noChangeArrowheads="1"/>
          </p:cNvSpPr>
          <p:nvPr/>
        </p:nvSpPr>
        <p:spPr bwMode="auto">
          <a:xfrm>
            <a:off x="617538" y="3252788"/>
            <a:ext cx="383698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注意风对地的速度不变</a:t>
            </a:r>
          </a:p>
        </p:txBody>
      </p:sp>
      <p:sp>
        <p:nvSpPr>
          <p:cNvPr id="128123" name="Rectangle 123"/>
          <p:cNvSpPr>
            <a:spLocks noChangeArrowheads="1"/>
          </p:cNvSpPr>
          <p:nvPr/>
        </p:nvSpPr>
        <p:spPr bwMode="auto">
          <a:xfrm>
            <a:off x="1066800" y="3740150"/>
            <a:ext cx="31067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1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由图中不难得出：</a:t>
            </a:r>
            <a:r>
              <a:rPr lang="zh-CN" altLang="en-US" sz="1800" b="1">
                <a:latin typeface="华文中宋"/>
                <a:ea typeface="华文中宋"/>
                <a:cs typeface="华文中宋"/>
              </a:rPr>
              <a:t> </a:t>
            </a:r>
          </a:p>
        </p:txBody>
      </p:sp>
      <p:graphicFrame>
        <p:nvGraphicFramePr>
          <p:cNvPr id="128125" name="Object 66"/>
          <p:cNvGraphicFramePr>
            <a:graphicFrameLocks noChangeAspect="1"/>
          </p:cNvGraphicFramePr>
          <p:nvPr/>
        </p:nvGraphicFramePr>
        <p:xfrm>
          <a:off x="1428750" y="4205288"/>
          <a:ext cx="3132138" cy="439737"/>
        </p:xfrm>
        <a:graphic>
          <a:graphicData uri="http://schemas.openxmlformats.org/presentationml/2006/ole">
            <p:oleObj spid="_x0000_s53314" name="Equation" r:id="rId5" imgW="1497950" imgH="253890" progId="Equation.DSMT4">
              <p:embed/>
            </p:oleObj>
          </a:graphicData>
        </a:graphic>
      </p:graphicFrame>
      <p:graphicFrame>
        <p:nvGraphicFramePr>
          <p:cNvPr id="128126" name="Object 67"/>
          <p:cNvGraphicFramePr>
            <a:graphicFrameLocks noChangeAspect="1"/>
          </p:cNvGraphicFramePr>
          <p:nvPr/>
        </p:nvGraphicFramePr>
        <p:xfrm>
          <a:off x="4960938" y="3651250"/>
          <a:ext cx="1244600" cy="539750"/>
        </p:xfrm>
        <a:graphic>
          <a:graphicData uri="http://schemas.openxmlformats.org/presentationml/2006/ole">
            <p:oleObj spid="_x0000_s53315" name="Equation" r:id="rId6" imgW="660113" imgH="393529" progId="Equation.DSMT4">
              <p:embed/>
            </p:oleObj>
          </a:graphicData>
        </a:graphic>
      </p:graphicFrame>
      <p:graphicFrame>
        <p:nvGraphicFramePr>
          <p:cNvPr id="128127" name="Object 68"/>
          <p:cNvGraphicFramePr>
            <a:graphicFrameLocks noChangeAspect="1"/>
          </p:cNvGraphicFramePr>
          <p:nvPr/>
        </p:nvGraphicFramePr>
        <p:xfrm>
          <a:off x="6597650" y="3752850"/>
          <a:ext cx="1035050" cy="315913"/>
        </p:xfrm>
        <a:graphic>
          <a:graphicData uri="http://schemas.openxmlformats.org/presentationml/2006/ole">
            <p:oleObj spid="_x0000_s53316" name="公式" r:id="rId7" imgW="494870" imgH="203024" progId="Equation.3">
              <p:embed/>
            </p:oleObj>
          </a:graphicData>
        </a:graphic>
      </p:graphicFrame>
      <p:graphicFrame>
        <p:nvGraphicFramePr>
          <p:cNvPr id="128128" name="Object 69"/>
          <p:cNvGraphicFramePr>
            <a:graphicFrameLocks noChangeAspect="1"/>
          </p:cNvGraphicFramePr>
          <p:nvPr/>
        </p:nvGraphicFramePr>
        <p:xfrm>
          <a:off x="5032375" y="4156075"/>
          <a:ext cx="3262313" cy="442913"/>
        </p:xfrm>
        <a:graphic>
          <a:graphicData uri="http://schemas.openxmlformats.org/presentationml/2006/ole">
            <p:oleObj spid="_x0000_s53317" name="公式" r:id="rId8" imgW="1727200" imgH="279400" progId="Equation.3">
              <p:embed/>
            </p:oleObj>
          </a:graphicData>
        </a:graphic>
      </p:graphicFrame>
      <p:grpSp>
        <p:nvGrpSpPr>
          <p:cNvPr id="2" name="组合 53"/>
          <p:cNvGrpSpPr>
            <a:grpSpLocks/>
          </p:cNvGrpSpPr>
          <p:nvPr/>
        </p:nvGrpSpPr>
        <p:grpSpPr bwMode="auto">
          <a:xfrm>
            <a:off x="5021263" y="2322513"/>
            <a:ext cx="3492500" cy="1257300"/>
            <a:chOff x="5021263" y="2924944"/>
            <a:chExt cx="3492500" cy="1674044"/>
          </a:xfrm>
        </p:grpSpPr>
        <p:grpSp>
          <p:nvGrpSpPr>
            <p:cNvPr id="53345" name="Group 98"/>
            <p:cNvGrpSpPr>
              <a:grpSpLocks/>
            </p:cNvGrpSpPr>
            <p:nvPr/>
          </p:nvGrpSpPr>
          <p:grpSpPr bwMode="auto">
            <a:xfrm>
              <a:off x="5202238" y="3382963"/>
              <a:ext cx="3294062" cy="1216025"/>
              <a:chOff x="3277" y="2302"/>
              <a:chExt cx="2075" cy="766"/>
            </a:xfrm>
          </p:grpSpPr>
          <p:sp>
            <p:nvSpPr>
              <p:cNvPr id="53352" name="Line 99"/>
              <p:cNvSpPr>
                <a:spLocks noChangeShapeType="1"/>
              </p:cNvSpPr>
              <p:nvPr/>
            </p:nvSpPr>
            <p:spPr bwMode="auto">
              <a:xfrm flipV="1">
                <a:off x="3277" y="3039"/>
                <a:ext cx="1920" cy="0"/>
              </a:xfrm>
              <a:prstGeom prst="line">
                <a:avLst/>
              </a:prstGeom>
              <a:noFill/>
              <a:ln w="28575">
                <a:solidFill>
                  <a:srgbClr val="CC66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53" name="Line 100"/>
              <p:cNvSpPr>
                <a:spLocks noChangeShapeType="1"/>
              </p:cNvSpPr>
              <p:nvPr/>
            </p:nvSpPr>
            <p:spPr bwMode="auto">
              <a:xfrm>
                <a:off x="3957" y="2302"/>
                <a:ext cx="139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54" name="Line 101"/>
              <p:cNvSpPr>
                <a:spLocks noChangeShapeType="1"/>
              </p:cNvSpPr>
              <p:nvPr/>
            </p:nvSpPr>
            <p:spPr bwMode="auto">
              <a:xfrm flipV="1">
                <a:off x="3957" y="2302"/>
                <a:ext cx="0" cy="7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3355" name="Group 102"/>
              <p:cNvGrpSpPr>
                <a:grpSpLocks/>
              </p:cNvGrpSpPr>
              <p:nvPr/>
            </p:nvGrpSpPr>
            <p:grpSpPr bwMode="auto">
              <a:xfrm>
                <a:off x="3957" y="2302"/>
                <a:ext cx="1392" cy="766"/>
                <a:chOff x="3957" y="2302"/>
                <a:chExt cx="1392" cy="766"/>
              </a:xfrm>
            </p:grpSpPr>
            <p:sp>
              <p:nvSpPr>
                <p:cNvPr id="53356" name="Line 103"/>
                <p:cNvSpPr>
                  <a:spLocks noChangeShapeType="1"/>
                </p:cNvSpPr>
                <p:nvPr/>
              </p:nvSpPr>
              <p:spPr bwMode="auto">
                <a:xfrm flipV="1">
                  <a:off x="3957" y="2302"/>
                  <a:ext cx="1392" cy="720"/>
                </a:xfrm>
                <a:prstGeom prst="line">
                  <a:avLst/>
                </a:prstGeom>
                <a:noFill/>
                <a:ln w="38100">
                  <a:solidFill>
                    <a:srgbClr val="33CC33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53357" name="Group 105"/>
                <p:cNvGrpSpPr>
                  <a:grpSpLocks/>
                </p:cNvGrpSpPr>
                <p:nvPr/>
              </p:nvGrpSpPr>
              <p:grpSpPr bwMode="auto">
                <a:xfrm>
                  <a:off x="4297" y="2784"/>
                  <a:ext cx="284" cy="284"/>
                  <a:chOff x="4297" y="2784"/>
                  <a:chExt cx="284" cy="284"/>
                </a:xfrm>
              </p:grpSpPr>
              <p:sp>
                <p:nvSpPr>
                  <p:cNvPr id="53358" name="Freeform 106"/>
                  <p:cNvSpPr>
                    <a:spLocks/>
                  </p:cNvSpPr>
                  <p:nvPr/>
                </p:nvSpPr>
                <p:spPr bwMode="auto">
                  <a:xfrm>
                    <a:off x="4297" y="2842"/>
                    <a:ext cx="112" cy="192"/>
                  </a:xfrm>
                  <a:custGeom>
                    <a:avLst/>
                    <a:gdLst>
                      <a:gd name="T0" fmla="*/ 0 w 112"/>
                      <a:gd name="T1" fmla="*/ 0 h 192"/>
                      <a:gd name="T2" fmla="*/ 96 w 112"/>
                      <a:gd name="T3" fmla="*/ 48 h 192"/>
                      <a:gd name="T4" fmla="*/ 96 w 112"/>
                      <a:gd name="T5" fmla="*/ 192 h 192"/>
                      <a:gd name="T6" fmla="*/ 0 60000 65536"/>
                      <a:gd name="T7" fmla="*/ 0 60000 65536"/>
                      <a:gd name="T8" fmla="*/ 0 60000 65536"/>
                      <a:gd name="T9" fmla="*/ 0 w 112"/>
                      <a:gd name="T10" fmla="*/ 0 h 192"/>
                      <a:gd name="T11" fmla="*/ 112 w 112"/>
                      <a:gd name="T12" fmla="*/ 192 h 19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12" h="192">
                        <a:moveTo>
                          <a:pt x="0" y="0"/>
                        </a:moveTo>
                        <a:cubicBezTo>
                          <a:pt x="40" y="8"/>
                          <a:pt x="80" y="16"/>
                          <a:pt x="96" y="48"/>
                        </a:cubicBezTo>
                        <a:cubicBezTo>
                          <a:pt x="112" y="80"/>
                          <a:pt x="104" y="136"/>
                          <a:pt x="96" y="192"/>
                        </a:cubicBezTo>
                      </a:path>
                    </a:pathLst>
                  </a:custGeom>
                  <a:noFill/>
                  <a:ln w="2857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359" name="Text Box 10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82" y="2784"/>
                    <a:ext cx="199" cy="28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eaLnBrk="0" hangingPunct="0"/>
                    <a:r>
                      <a:rPr lang="en-US" altLang="zh-CN" sz="1600" b="1">
                        <a:latin typeface="楷体_GB2312"/>
                        <a:ea typeface="楷体_GB2312"/>
                        <a:cs typeface="楷体_GB2312"/>
                        <a:sym typeface="Symbol" pitchFamily="18" charset="2"/>
                      </a:rPr>
                      <a:t></a:t>
                    </a:r>
                  </a:p>
                </p:txBody>
              </p:sp>
            </p:grpSp>
          </p:grpSp>
        </p:grpSp>
        <p:sp>
          <p:nvSpPr>
            <p:cNvPr id="53346" name="Line 109"/>
            <p:cNvSpPr>
              <a:spLocks noChangeShapeType="1"/>
            </p:cNvSpPr>
            <p:nvPr/>
          </p:nvSpPr>
          <p:spPr bwMode="auto">
            <a:xfrm>
              <a:off x="5067300" y="3336925"/>
              <a:ext cx="3446463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3347" name="Group 112"/>
            <p:cNvGrpSpPr>
              <a:grpSpLocks/>
            </p:cNvGrpSpPr>
            <p:nvPr/>
          </p:nvGrpSpPr>
          <p:grpSpPr bwMode="auto">
            <a:xfrm>
              <a:off x="5021263" y="3336925"/>
              <a:ext cx="1219200" cy="1219200"/>
              <a:chOff x="3168" y="1344"/>
              <a:chExt cx="768" cy="768"/>
            </a:xfrm>
          </p:grpSpPr>
          <p:sp>
            <p:nvSpPr>
              <p:cNvPr id="53348" name="Line 113"/>
              <p:cNvSpPr>
                <a:spLocks noChangeShapeType="1"/>
              </p:cNvSpPr>
              <p:nvPr/>
            </p:nvSpPr>
            <p:spPr bwMode="auto">
              <a:xfrm flipH="1" flipV="1">
                <a:off x="3168" y="1344"/>
                <a:ext cx="768" cy="768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3349" name="Group 114"/>
              <p:cNvGrpSpPr>
                <a:grpSpLocks/>
              </p:cNvGrpSpPr>
              <p:nvPr/>
            </p:nvGrpSpPr>
            <p:grpSpPr bwMode="auto">
              <a:xfrm>
                <a:off x="3600" y="1536"/>
                <a:ext cx="336" cy="336"/>
                <a:chOff x="3600" y="1536"/>
                <a:chExt cx="336" cy="336"/>
              </a:xfrm>
            </p:grpSpPr>
            <p:sp>
              <p:nvSpPr>
                <p:cNvPr id="53350" name="Freeform 115"/>
                <p:cNvSpPr>
                  <a:spLocks/>
                </p:cNvSpPr>
                <p:nvPr/>
              </p:nvSpPr>
              <p:spPr bwMode="auto">
                <a:xfrm>
                  <a:off x="3696" y="1768"/>
                  <a:ext cx="240" cy="104"/>
                </a:xfrm>
                <a:custGeom>
                  <a:avLst/>
                  <a:gdLst>
                    <a:gd name="T0" fmla="*/ 240 w 240"/>
                    <a:gd name="T1" fmla="*/ 56 h 104"/>
                    <a:gd name="T2" fmla="*/ 96 w 240"/>
                    <a:gd name="T3" fmla="*/ 8 h 104"/>
                    <a:gd name="T4" fmla="*/ 0 w 240"/>
                    <a:gd name="T5" fmla="*/ 104 h 104"/>
                    <a:gd name="T6" fmla="*/ 0 60000 65536"/>
                    <a:gd name="T7" fmla="*/ 0 60000 65536"/>
                    <a:gd name="T8" fmla="*/ 0 60000 65536"/>
                    <a:gd name="T9" fmla="*/ 0 w 240"/>
                    <a:gd name="T10" fmla="*/ 0 h 104"/>
                    <a:gd name="T11" fmla="*/ 240 w 240"/>
                    <a:gd name="T12" fmla="*/ 104 h 10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" h="104">
                      <a:moveTo>
                        <a:pt x="240" y="56"/>
                      </a:moveTo>
                      <a:cubicBezTo>
                        <a:pt x="188" y="28"/>
                        <a:pt x="136" y="0"/>
                        <a:pt x="96" y="8"/>
                      </a:cubicBezTo>
                      <a:cubicBezTo>
                        <a:pt x="56" y="16"/>
                        <a:pt x="28" y="60"/>
                        <a:pt x="0" y="104"/>
                      </a:cubicBezTo>
                    </a:path>
                  </a:pathLst>
                </a:custGeom>
                <a:noFill/>
                <a:ln w="28575">
                  <a:solidFill>
                    <a:srgbClr val="FF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351" name="Text Box 116"/>
                <p:cNvSpPr txBox="1">
                  <a:spLocks noChangeArrowheads="1"/>
                </p:cNvSpPr>
                <p:nvPr/>
              </p:nvSpPr>
              <p:spPr bwMode="auto">
                <a:xfrm>
                  <a:off x="3600" y="1536"/>
                  <a:ext cx="291" cy="2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r>
                    <a:rPr lang="en-US" altLang="zh-CN" sz="1600" b="1">
                      <a:latin typeface="楷体_GB2312"/>
                      <a:ea typeface="楷体_GB2312"/>
                      <a:cs typeface="楷体_GB2312"/>
                    </a:rPr>
                    <a:t>45</a:t>
                  </a:r>
                  <a:r>
                    <a:rPr lang="en-US" altLang="zh-CN" sz="1600" b="1" baseline="30000">
                      <a:latin typeface="楷体_GB2312"/>
                      <a:ea typeface="楷体_GB2312"/>
                      <a:cs typeface="楷体_GB2312"/>
                    </a:rPr>
                    <a:t>0</a:t>
                  </a:r>
                  <a:endParaRPr lang="en-US" altLang="zh-CN" sz="1600" b="1">
                    <a:latin typeface="楷体_GB2312"/>
                    <a:ea typeface="楷体_GB2312"/>
                    <a:cs typeface="楷体_GB2312"/>
                  </a:endParaRPr>
                </a:p>
              </p:txBody>
            </p:sp>
          </p:grpSp>
        </p:grpSp>
        <p:graphicFrame>
          <p:nvGraphicFramePr>
            <p:cNvPr id="53318" name="Object 70"/>
            <p:cNvGraphicFramePr>
              <a:graphicFrameLocks noChangeAspect="1"/>
            </p:cNvGraphicFramePr>
            <p:nvPr/>
          </p:nvGraphicFramePr>
          <p:xfrm>
            <a:off x="7576395" y="3818756"/>
            <a:ext cx="379981" cy="402332"/>
          </p:xfrm>
          <a:graphic>
            <a:graphicData uri="http://schemas.openxmlformats.org/presentationml/2006/ole">
              <p:oleObj spid="_x0000_s53318" name="Equation" r:id="rId9" imgW="215806" imgH="228501" progId="Equation.DSMT4">
                <p:embed/>
              </p:oleObj>
            </a:graphicData>
          </a:graphic>
        </p:graphicFrame>
        <p:graphicFrame>
          <p:nvGraphicFramePr>
            <p:cNvPr id="53319" name="Object 71"/>
            <p:cNvGraphicFramePr>
              <a:graphicFrameLocks noChangeAspect="1"/>
            </p:cNvGraphicFramePr>
            <p:nvPr/>
          </p:nvGraphicFramePr>
          <p:xfrm>
            <a:off x="5148064" y="3789040"/>
            <a:ext cx="536443" cy="402332"/>
          </p:xfrm>
          <a:graphic>
            <a:graphicData uri="http://schemas.openxmlformats.org/presentationml/2006/ole">
              <p:oleObj spid="_x0000_s53319" name="Equation" r:id="rId10" imgW="304668" imgH="228501" progId="Equation.DSMT4">
                <p:embed/>
              </p:oleObj>
            </a:graphicData>
          </a:graphic>
        </p:graphicFrame>
        <p:graphicFrame>
          <p:nvGraphicFramePr>
            <p:cNvPr id="53320" name="Object 72"/>
            <p:cNvGraphicFramePr>
              <a:graphicFrameLocks noChangeAspect="1"/>
            </p:cNvGraphicFramePr>
            <p:nvPr/>
          </p:nvGraphicFramePr>
          <p:xfrm>
            <a:off x="5868144" y="2924944"/>
            <a:ext cx="395982" cy="419275"/>
          </p:xfrm>
          <a:graphic>
            <a:graphicData uri="http://schemas.openxmlformats.org/presentationml/2006/ole">
              <p:oleObj spid="_x0000_s53320" name="Equation" r:id="rId11" imgW="215806" imgH="228501" progId="Equation.DSMT4">
                <p:embed/>
              </p:oleObj>
            </a:graphicData>
          </a:graphic>
        </p:graphicFrame>
      </p:grpSp>
      <p:grpSp>
        <p:nvGrpSpPr>
          <p:cNvPr id="8" name="组合 52"/>
          <p:cNvGrpSpPr>
            <a:grpSpLocks/>
          </p:cNvGrpSpPr>
          <p:nvPr/>
        </p:nvGrpSpPr>
        <p:grpSpPr bwMode="auto">
          <a:xfrm>
            <a:off x="5157788" y="1162050"/>
            <a:ext cx="3328987" cy="977900"/>
            <a:chOff x="5157788" y="1412776"/>
            <a:chExt cx="3328987" cy="1305024"/>
          </a:xfrm>
        </p:grpSpPr>
        <p:grpSp>
          <p:nvGrpSpPr>
            <p:cNvPr id="53336" name="Group 55"/>
            <p:cNvGrpSpPr>
              <a:grpSpLocks/>
            </p:cNvGrpSpPr>
            <p:nvPr/>
          </p:nvGrpSpPr>
          <p:grpSpPr bwMode="auto">
            <a:xfrm>
              <a:off x="5157788" y="1465263"/>
              <a:ext cx="3328987" cy="1195388"/>
              <a:chOff x="3264" y="1359"/>
              <a:chExt cx="2160" cy="753"/>
            </a:xfrm>
          </p:grpSpPr>
          <p:sp>
            <p:nvSpPr>
              <p:cNvPr id="53343" name="Line 56"/>
              <p:cNvSpPr>
                <a:spLocks noChangeShapeType="1"/>
              </p:cNvSpPr>
              <p:nvPr/>
            </p:nvSpPr>
            <p:spPr bwMode="auto">
              <a:xfrm flipV="1">
                <a:off x="3264" y="2112"/>
                <a:ext cx="1920" cy="0"/>
              </a:xfrm>
              <a:prstGeom prst="line">
                <a:avLst/>
              </a:prstGeom>
              <a:noFill/>
              <a:ln w="28575">
                <a:solidFill>
                  <a:srgbClr val="CC66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44" name="Line 57"/>
              <p:cNvSpPr>
                <a:spLocks noChangeShapeType="1"/>
              </p:cNvSpPr>
              <p:nvPr/>
            </p:nvSpPr>
            <p:spPr bwMode="auto">
              <a:xfrm>
                <a:off x="3888" y="1359"/>
                <a:ext cx="1536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337" name="Line 60"/>
            <p:cNvSpPr>
              <a:spLocks noChangeShapeType="1"/>
            </p:cNvSpPr>
            <p:nvPr/>
          </p:nvSpPr>
          <p:spPr bwMode="auto">
            <a:xfrm flipV="1">
              <a:off x="6146800" y="1447800"/>
              <a:ext cx="0" cy="12192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3338" name="Group 62"/>
            <p:cNvGrpSpPr>
              <a:grpSpLocks/>
            </p:cNvGrpSpPr>
            <p:nvPr/>
          </p:nvGrpSpPr>
          <p:grpSpPr bwMode="auto">
            <a:xfrm>
              <a:off x="6192838" y="1493838"/>
              <a:ext cx="2209800" cy="1223962"/>
              <a:chOff x="3901" y="1083"/>
              <a:chExt cx="1392" cy="771"/>
            </a:xfrm>
          </p:grpSpPr>
          <p:sp>
            <p:nvSpPr>
              <p:cNvPr id="53339" name="Line 63"/>
              <p:cNvSpPr>
                <a:spLocks noChangeShapeType="1"/>
              </p:cNvSpPr>
              <p:nvPr/>
            </p:nvSpPr>
            <p:spPr bwMode="auto">
              <a:xfrm flipV="1">
                <a:off x="3901" y="1083"/>
                <a:ext cx="1392" cy="720"/>
              </a:xfrm>
              <a:prstGeom prst="line">
                <a:avLst/>
              </a:prstGeom>
              <a:noFill/>
              <a:ln w="28575">
                <a:solidFill>
                  <a:srgbClr val="33CC33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3340" name="Group 65"/>
              <p:cNvGrpSpPr>
                <a:grpSpLocks/>
              </p:cNvGrpSpPr>
              <p:nvPr/>
            </p:nvGrpSpPr>
            <p:grpSpPr bwMode="auto">
              <a:xfrm>
                <a:off x="4269" y="1570"/>
                <a:ext cx="283" cy="284"/>
                <a:chOff x="4496" y="1905"/>
                <a:chExt cx="283" cy="284"/>
              </a:xfrm>
            </p:grpSpPr>
            <p:sp>
              <p:nvSpPr>
                <p:cNvPr id="53341" name="Freeform 66"/>
                <p:cNvSpPr>
                  <a:spLocks/>
                </p:cNvSpPr>
                <p:nvPr/>
              </p:nvSpPr>
              <p:spPr bwMode="auto">
                <a:xfrm>
                  <a:off x="4496" y="1963"/>
                  <a:ext cx="112" cy="192"/>
                </a:xfrm>
                <a:custGeom>
                  <a:avLst/>
                  <a:gdLst>
                    <a:gd name="T0" fmla="*/ 0 w 112"/>
                    <a:gd name="T1" fmla="*/ 0 h 192"/>
                    <a:gd name="T2" fmla="*/ 96 w 112"/>
                    <a:gd name="T3" fmla="*/ 48 h 192"/>
                    <a:gd name="T4" fmla="*/ 96 w 112"/>
                    <a:gd name="T5" fmla="*/ 192 h 192"/>
                    <a:gd name="T6" fmla="*/ 0 60000 65536"/>
                    <a:gd name="T7" fmla="*/ 0 60000 65536"/>
                    <a:gd name="T8" fmla="*/ 0 60000 65536"/>
                    <a:gd name="T9" fmla="*/ 0 w 112"/>
                    <a:gd name="T10" fmla="*/ 0 h 192"/>
                    <a:gd name="T11" fmla="*/ 112 w 112"/>
                    <a:gd name="T12" fmla="*/ 192 h 1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2" h="192">
                      <a:moveTo>
                        <a:pt x="0" y="0"/>
                      </a:moveTo>
                      <a:cubicBezTo>
                        <a:pt x="40" y="8"/>
                        <a:pt x="80" y="16"/>
                        <a:pt x="96" y="48"/>
                      </a:cubicBezTo>
                      <a:cubicBezTo>
                        <a:pt x="112" y="80"/>
                        <a:pt x="104" y="136"/>
                        <a:pt x="96" y="192"/>
                      </a:cubicBez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342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4581" y="1905"/>
                  <a:ext cx="198" cy="2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0" hangingPunct="0"/>
                  <a:r>
                    <a:rPr lang="en-US" altLang="zh-CN" sz="1600" b="1">
                      <a:latin typeface="楷体_GB2312"/>
                      <a:ea typeface="楷体_GB2312"/>
                      <a:cs typeface="楷体_GB2312"/>
                      <a:sym typeface="Symbol" pitchFamily="18" charset="2"/>
                    </a:rPr>
                    <a:t></a:t>
                  </a:r>
                </a:p>
              </p:txBody>
            </p:sp>
          </p:grpSp>
        </p:grpSp>
        <p:graphicFrame>
          <p:nvGraphicFramePr>
            <p:cNvPr id="53321" name="Object 73"/>
            <p:cNvGraphicFramePr>
              <a:graphicFrameLocks noChangeAspect="1"/>
            </p:cNvGraphicFramePr>
            <p:nvPr/>
          </p:nvGraphicFramePr>
          <p:xfrm>
            <a:off x="7380312" y="1988840"/>
            <a:ext cx="379412" cy="401638"/>
          </p:xfrm>
          <a:graphic>
            <a:graphicData uri="http://schemas.openxmlformats.org/presentationml/2006/ole">
              <p:oleObj spid="_x0000_s53321" name="Equation" r:id="rId12" imgW="215806" imgH="228501" progId="Equation.DSMT4">
                <p:embed/>
              </p:oleObj>
            </a:graphicData>
          </a:graphic>
        </p:graphicFrame>
        <p:graphicFrame>
          <p:nvGraphicFramePr>
            <p:cNvPr id="53322" name="Object 74"/>
            <p:cNvGraphicFramePr>
              <a:graphicFrameLocks noChangeAspect="1"/>
            </p:cNvGraphicFramePr>
            <p:nvPr/>
          </p:nvGraphicFramePr>
          <p:xfrm>
            <a:off x="6156176" y="1844824"/>
            <a:ext cx="584448" cy="438336"/>
          </p:xfrm>
          <a:graphic>
            <a:graphicData uri="http://schemas.openxmlformats.org/presentationml/2006/ole">
              <p:oleObj spid="_x0000_s53322" name="Equation" r:id="rId13" imgW="304668" imgH="228501" progId="Equation.DSMT4">
                <p:embed/>
              </p:oleObj>
            </a:graphicData>
          </a:graphic>
        </p:graphicFrame>
        <p:graphicFrame>
          <p:nvGraphicFramePr>
            <p:cNvPr id="53323" name="Object 75"/>
            <p:cNvGraphicFramePr>
              <a:graphicFrameLocks noChangeAspect="1"/>
            </p:cNvGraphicFramePr>
            <p:nvPr/>
          </p:nvGraphicFramePr>
          <p:xfrm>
            <a:off x="6948264" y="1412776"/>
            <a:ext cx="395982" cy="419275"/>
          </p:xfrm>
          <a:graphic>
            <a:graphicData uri="http://schemas.openxmlformats.org/presentationml/2006/ole">
              <p:oleObj spid="_x0000_s53323" name="Equation" r:id="rId14" imgW="215806" imgH="228501" progId="Equation.DSMT4">
                <p:embed/>
              </p:oleObj>
            </a:graphicData>
          </a:graphic>
        </p:graphicFrame>
      </p:grp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1282700" y="2325688"/>
            <a:ext cx="2460625" cy="431800"/>
            <a:chOff x="1282700" y="2211388"/>
            <a:chExt cx="2460930" cy="432370"/>
          </a:xfrm>
        </p:grpSpPr>
        <p:sp>
          <p:nvSpPr>
            <p:cNvPr id="53335" name="Text Box 97"/>
            <p:cNvSpPr txBox="1">
              <a:spLocks noChangeArrowheads="1"/>
            </p:cNvSpPr>
            <p:nvPr/>
          </p:nvSpPr>
          <p:spPr bwMode="auto">
            <a:xfrm>
              <a:off x="1282700" y="2211388"/>
              <a:ext cx="246093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1800" b="1">
                  <a:solidFill>
                    <a:srgbClr val="000000"/>
                  </a:solidFill>
                  <a:latin typeface="华文中宋"/>
                  <a:ea typeface="华文中宋"/>
                  <a:cs typeface="华文中宋"/>
                </a:rPr>
                <a:t>当     </a:t>
              </a:r>
              <a:r>
                <a:rPr lang="en-US" altLang="zh-CN" sz="1800" b="1">
                  <a:solidFill>
                    <a:srgbClr val="000000"/>
                  </a:solidFill>
                  <a:latin typeface="华文中宋"/>
                  <a:ea typeface="华文中宋"/>
                  <a:cs typeface="华文中宋"/>
                </a:rPr>
                <a:t>= 15 m·s</a:t>
              </a:r>
              <a:r>
                <a:rPr lang="en-US" altLang="zh-CN" sz="1800" b="1" baseline="30000">
                  <a:solidFill>
                    <a:srgbClr val="000000"/>
                  </a:solidFill>
                  <a:latin typeface="华文中宋"/>
                  <a:ea typeface="华文中宋"/>
                  <a:cs typeface="华文中宋"/>
                </a:rPr>
                <a:t>-1</a:t>
              </a:r>
              <a:r>
                <a:rPr lang="en-US" altLang="zh-CN" sz="1800" b="1">
                  <a:solidFill>
                    <a:srgbClr val="000000"/>
                  </a:solidFill>
                  <a:latin typeface="华文中宋"/>
                  <a:ea typeface="华文中宋"/>
                  <a:cs typeface="华文中宋"/>
                </a:rPr>
                <a:t> </a:t>
              </a:r>
              <a:r>
                <a:rPr lang="zh-CN" altLang="en-US" sz="1800" b="1">
                  <a:solidFill>
                    <a:srgbClr val="000000"/>
                  </a:solidFill>
                  <a:latin typeface="华文中宋"/>
                  <a:ea typeface="华文中宋"/>
                  <a:cs typeface="华文中宋"/>
                </a:rPr>
                <a:t>时</a:t>
              </a:r>
              <a:r>
                <a:rPr lang="zh-CN" altLang="en-US" sz="1800" b="1">
                  <a:latin typeface="华文中宋"/>
                  <a:ea typeface="华文中宋"/>
                  <a:cs typeface="华文中宋"/>
                </a:rPr>
                <a:t> </a:t>
              </a:r>
            </a:p>
          </p:txBody>
        </p:sp>
        <p:graphicFrame>
          <p:nvGraphicFramePr>
            <p:cNvPr id="53324" name="Object 76"/>
            <p:cNvGraphicFramePr>
              <a:graphicFrameLocks noChangeAspect="1"/>
            </p:cNvGraphicFramePr>
            <p:nvPr/>
          </p:nvGraphicFramePr>
          <p:xfrm>
            <a:off x="1619672" y="2211388"/>
            <a:ext cx="367514" cy="432370"/>
          </p:xfrm>
          <a:graphic>
            <a:graphicData uri="http://schemas.openxmlformats.org/presentationml/2006/ole">
              <p:oleObj spid="_x0000_s53324" name="Equation" r:id="rId15" imgW="215713" imgH="253780" progId="Equation.DSMT4">
                <p:embed/>
              </p:oleObj>
            </a:graphicData>
          </a:graphic>
        </p:graphicFrame>
      </p:grp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1292225" y="1492250"/>
            <a:ext cx="2014538" cy="401638"/>
            <a:chOff x="1292225" y="1347614"/>
            <a:chExt cx="2015295" cy="402398"/>
          </a:xfrm>
        </p:grpSpPr>
        <p:sp>
          <p:nvSpPr>
            <p:cNvPr id="53334" name="Text Box 6"/>
            <p:cNvSpPr txBox="1">
              <a:spLocks noChangeArrowheads="1"/>
            </p:cNvSpPr>
            <p:nvPr/>
          </p:nvSpPr>
          <p:spPr bwMode="auto">
            <a:xfrm>
              <a:off x="1292225" y="1380680"/>
              <a:ext cx="201529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1800" b="1">
                  <a:solidFill>
                    <a:srgbClr val="000000"/>
                  </a:solidFill>
                  <a:ea typeface="华文中宋"/>
                  <a:cs typeface="华文中宋"/>
                </a:rPr>
                <a:t>当     </a:t>
              </a:r>
              <a:r>
                <a:rPr lang="en-US" altLang="zh-CN" sz="1800" b="1">
                  <a:solidFill>
                    <a:srgbClr val="000000"/>
                  </a:solidFill>
                  <a:ea typeface="华文中宋"/>
                  <a:cs typeface="华文中宋"/>
                </a:rPr>
                <a:t>= 10 m·s</a:t>
              </a:r>
              <a:r>
                <a:rPr lang="en-US" altLang="zh-CN" sz="1800" b="1" baseline="30000">
                  <a:solidFill>
                    <a:srgbClr val="000000"/>
                  </a:solidFill>
                  <a:ea typeface="华文中宋"/>
                  <a:cs typeface="华文中宋"/>
                </a:rPr>
                <a:t>-1</a:t>
              </a:r>
              <a:r>
                <a:rPr lang="en-US" altLang="zh-CN" sz="1800" b="1">
                  <a:solidFill>
                    <a:srgbClr val="000000"/>
                  </a:solidFill>
                  <a:ea typeface="华文中宋"/>
                  <a:cs typeface="华文中宋"/>
                </a:rPr>
                <a:t> </a:t>
              </a:r>
              <a:r>
                <a:rPr lang="zh-CN" altLang="en-US" sz="1800" b="1">
                  <a:solidFill>
                    <a:srgbClr val="000000"/>
                  </a:solidFill>
                  <a:ea typeface="华文中宋"/>
                  <a:cs typeface="华文中宋"/>
                </a:rPr>
                <a:t>时</a:t>
              </a:r>
              <a:r>
                <a:rPr lang="zh-CN" altLang="en-US" sz="1800" b="1">
                  <a:ea typeface="华文中宋"/>
                  <a:cs typeface="华文中宋"/>
                </a:rPr>
                <a:t> </a:t>
              </a:r>
            </a:p>
          </p:txBody>
        </p:sp>
        <p:graphicFrame>
          <p:nvGraphicFramePr>
            <p:cNvPr id="53325" name="Object 77"/>
            <p:cNvGraphicFramePr>
              <a:graphicFrameLocks noChangeAspect="1"/>
            </p:cNvGraphicFramePr>
            <p:nvPr/>
          </p:nvGraphicFramePr>
          <p:xfrm>
            <a:off x="1619672" y="1347614"/>
            <a:ext cx="360040" cy="402398"/>
          </p:xfrm>
          <a:graphic>
            <a:graphicData uri="http://schemas.openxmlformats.org/presentationml/2006/ole">
              <p:oleObj spid="_x0000_s53325" name="Equation" r:id="rId16" imgW="215713" imgH="241091" progId="Equation.DSMT4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8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8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8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8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8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8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8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8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4" grpId="0" autoUpdateAnimBg="0"/>
      <p:bldP spid="128005" grpId="0" autoUpdateAnimBg="0"/>
      <p:bldP spid="128119" grpId="0" autoUpdateAnimBg="0"/>
      <p:bldP spid="128123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9" name="Text Box 5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701675" y="762000"/>
            <a:ext cx="32226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 sz="20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一</a:t>
            </a:r>
            <a:r>
              <a:rPr kumimoji="1" lang="en-US" altLang="zh-CN" sz="20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. </a:t>
            </a:r>
            <a:r>
              <a:rPr kumimoji="1" lang="zh-CN" altLang="en-US" sz="20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质点运动的矢量描述</a:t>
            </a:r>
          </a:p>
        </p:txBody>
      </p:sp>
      <p:sp>
        <p:nvSpPr>
          <p:cNvPr id="113683" name="Line 19"/>
          <p:cNvSpPr>
            <a:spLocks noChangeShapeType="1"/>
          </p:cNvSpPr>
          <p:nvPr/>
        </p:nvSpPr>
        <p:spPr bwMode="auto">
          <a:xfrm>
            <a:off x="4392613" y="1254125"/>
            <a:ext cx="0" cy="3206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Box 20"/>
          <p:cNvSpPr txBox="1">
            <a:spLocks noChangeArrowheads="1"/>
          </p:cNvSpPr>
          <p:nvPr/>
        </p:nvSpPr>
        <p:spPr bwMode="auto">
          <a:xfrm>
            <a:off x="595313" y="1390650"/>
            <a:ext cx="18891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8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位  矢</a:t>
            </a:r>
          </a:p>
        </p:txBody>
      </p:sp>
      <p:graphicFrame>
        <p:nvGraphicFramePr>
          <p:cNvPr id="28" name="Object 27"/>
          <p:cNvGraphicFramePr>
            <a:graphicFrameLocks noChangeAspect="1"/>
          </p:cNvGraphicFramePr>
          <p:nvPr/>
        </p:nvGraphicFramePr>
        <p:xfrm>
          <a:off x="2322513" y="1412875"/>
          <a:ext cx="1152525" cy="360363"/>
        </p:xfrm>
        <a:graphic>
          <a:graphicData uri="http://schemas.openxmlformats.org/presentationml/2006/ole">
            <p:oleObj spid="_x0000_s54299" name="Equation" r:id="rId4" imgW="520474" imgH="215806" progId="Equation.DSMT4">
              <p:embed/>
            </p:oleObj>
          </a:graphicData>
        </a:graphic>
      </p:graphicFrame>
      <p:sp>
        <p:nvSpPr>
          <p:cNvPr id="29" name="Text Box 23"/>
          <p:cNvSpPr txBox="1">
            <a:spLocks noChangeArrowheads="1"/>
          </p:cNvSpPr>
          <p:nvPr/>
        </p:nvSpPr>
        <p:spPr bwMode="auto">
          <a:xfrm>
            <a:off x="4986338" y="1709738"/>
            <a:ext cx="34020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800" b="1">
                <a:latin typeface="华文中宋"/>
                <a:ea typeface="华文中宋"/>
                <a:cs typeface="华文中宋"/>
              </a:rPr>
              <a:t>运动方程与轨迹方程</a:t>
            </a:r>
          </a:p>
        </p:txBody>
      </p:sp>
      <p:graphicFrame>
        <p:nvGraphicFramePr>
          <p:cNvPr id="30" name="Object 28"/>
          <p:cNvGraphicFramePr>
            <a:graphicFrameLocks noChangeAspect="1"/>
          </p:cNvGraphicFramePr>
          <p:nvPr/>
        </p:nvGraphicFramePr>
        <p:xfrm>
          <a:off x="4886325" y="1312863"/>
          <a:ext cx="2278063" cy="423862"/>
        </p:xfrm>
        <a:graphic>
          <a:graphicData uri="http://schemas.openxmlformats.org/presentationml/2006/ole">
            <p:oleObj spid="_x0000_s54300" name="Equation" r:id="rId5" imgW="1028254" imgH="253890" progId="Equation.DSMT4">
              <p:embed/>
            </p:oleObj>
          </a:graphicData>
        </a:graphic>
      </p:graphicFrame>
      <p:sp>
        <p:nvSpPr>
          <p:cNvPr id="31" name="Text Box 24"/>
          <p:cNvSpPr txBox="1">
            <a:spLocks noChangeArrowheads="1"/>
          </p:cNvSpPr>
          <p:nvPr/>
        </p:nvSpPr>
        <p:spPr bwMode="auto">
          <a:xfrm>
            <a:off x="566738" y="2132013"/>
            <a:ext cx="14843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8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位  移</a:t>
            </a:r>
          </a:p>
        </p:txBody>
      </p:sp>
      <p:graphicFrame>
        <p:nvGraphicFramePr>
          <p:cNvPr id="32" name="Object 29"/>
          <p:cNvGraphicFramePr>
            <a:graphicFrameLocks noChangeAspect="1"/>
          </p:cNvGraphicFramePr>
          <p:nvPr/>
        </p:nvGraphicFramePr>
        <p:xfrm>
          <a:off x="2127250" y="2147888"/>
          <a:ext cx="1544638" cy="377825"/>
        </p:xfrm>
        <a:graphic>
          <a:graphicData uri="http://schemas.openxmlformats.org/presentationml/2006/ole">
            <p:oleObj spid="_x0000_s54301" name="Equation" r:id="rId6" imgW="698500" imgH="228600" progId="Equation.DSMT4">
              <p:embed/>
            </p:oleObj>
          </a:graphicData>
        </a:graphic>
      </p:graphicFrame>
      <p:sp>
        <p:nvSpPr>
          <p:cNvPr id="34" name="Text Box 27"/>
          <p:cNvSpPr txBox="1">
            <a:spLocks noChangeArrowheads="1"/>
          </p:cNvSpPr>
          <p:nvPr/>
        </p:nvSpPr>
        <p:spPr bwMode="auto">
          <a:xfrm>
            <a:off x="611188" y="2943225"/>
            <a:ext cx="14398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8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速  度</a:t>
            </a:r>
          </a:p>
        </p:txBody>
      </p:sp>
      <p:graphicFrame>
        <p:nvGraphicFramePr>
          <p:cNvPr id="35" name="Object 30"/>
          <p:cNvGraphicFramePr>
            <a:graphicFrameLocks noChangeAspect="1"/>
          </p:cNvGraphicFramePr>
          <p:nvPr/>
        </p:nvGraphicFramePr>
        <p:xfrm>
          <a:off x="2422525" y="2760663"/>
          <a:ext cx="1039813" cy="650875"/>
        </p:xfrm>
        <a:graphic>
          <a:graphicData uri="http://schemas.openxmlformats.org/presentationml/2006/ole">
            <p:oleObj spid="_x0000_s54302" name="Equation" r:id="rId7" imgW="469696" imgH="393529" progId="Equation.DSMT4">
              <p:embed/>
            </p:oleObj>
          </a:graphicData>
        </a:graphic>
      </p:graphicFrame>
      <p:sp>
        <p:nvSpPr>
          <p:cNvPr id="37" name="Text Box 30"/>
          <p:cNvSpPr txBox="1">
            <a:spLocks noChangeArrowheads="1"/>
          </p:cNvSpPr>
          <p:nvPr/>
        </p:nvSpPr>
        <p:spPr bwMode="auto">
          <a:xfrm>
            <a:off x="566738" y="3752850"/>
            <a:ext cx="14859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sz="1800" b="1">
                <a:solidFill>
                  <a:schemeClr val="accent2"/>
                </a:solidFill>
                <a:latin typeface="华文中宋"/>
                <a:ea typeface="华文中宋"/>
                <a:cs typeface="华文中宋"/>
              </a:rPr>
              <a:t>加速度</a:t>
            </a:r>
          </a:p>
        </p:txBody>
      </p:sp>
      <p:graphicFrame>
        <p:nvGraphicFramePr>
          <p:cNvPr id="38" name="Object 31"/>
          <p:cNvGraphicFramePr>
            <a:graphicFrameLocks noChangeAspect="1"/>
          </p:cNvGraphicFramePr>
          <p:nvPr/>
        </p:nvGraphicFramePr>
        <p:xfrm>
          <a:off x="2008188" y="3608388"/>
          <a:ext cx="1938337" cy="692150"/>
        </p:xfrm>
        <a:graphic>
          <a:graphicData uri="http://schemas.openxmlformats.org/presentationml/2006/ole">
            <p:oleObj spid="_x0000_s54303" name="Equation" r:id="rId8" imgW="876300" imgH="419100" progId="Equation.DSMT4">
              <p:embed/>
            </p:oleObj>
          </a:graphicData>
        </a:graphic>
      </p:graphicFrame>
      <p:graphicFrame>
        <p:nvGraphicFramePr>
          <p:cNvPr id="6" name="Object 32"/>
          <p:cNvGraphicFramePr>
            <a:graphicFrameLocks noChangeAspect="1"/>
          </p:cNvGraphicFramePr>
          <p:nvPr/>
        </p:nvGraphicFramePr>
        <p:xfrm>
          <a:off x="4686300" y="3617913"/>
          <a:ext cx="3570288" cy="700087"/>
        </p:xfrm>
        <a:graphic>
          <a:graphicData uri="http://schemas.openxmlformats.org/presentationml/2006/ole">
            <p:oleObj spid="_x0000_s54304" name="Equation" r:id="rId9" imgW="1612900" imgH="419100" progId="Equation.DSMT4">
              <p:embed/>
            </p:oleObj>
          </a:graphicData>
        </a:graphic>
      </p:graphicFrame>
      <p:graphicFrame>
        <p:nvGraphicFramePr>
          <p:cNvPr id="114707" name="Object 33"/>
          <p:cNvGraphicFramePr>
            <a:graphicFrameLocks noChangeAspect="1"/>
          </p:cNvGraphicFramePr>
          <p:nvPr/>
        </p:nvGraphicFramePr>
        <p:xfrm>
          <a:off x="4514850" y="2128838"/>
          <a:ext cx="1987550" cy="430212"/>
        </p:xfrm>
        <a:graphic>
          <a:graphicData uri="http://schemas.openxmlformats.org/presentationml/2006/ole">
            <p:oleObj spid="_x0000_s54305" name="Equation" r:id="rId10" imgW="888614" imgH="253890" progId="Equation.DSMT4">
              <p:embed/>
            </p:oleObj>
          </a:graphicData>
        </a:graphic>
      </p:graphicFrame>
      <p:graphicFrame>
        <p:nvGraphicFramePr>
          <p:cNvPr id="114708" name="Object 34"/>
          <p:cNvGraphicFramePr>
            <a:graphicFrameLocks noChangeAspect="1"/>
          </p:cNvGraphicFramePr>
          <p:nvPr/>
        </p:nvGraphicFramePr>
        <p:xfrm>
          <a:off x="6659563" y="2128838"/>
          <a:ext cx="2017712" cy="450850"/>
        </p:xfrm>
        <a:graphic>
          <a:graphicData uri="http://schemas.openxmlformats.org/presentationml/2006/ole">
            <p:oleObj spid="_x0000_s54306" name="Equation" r:id="rId11" imgW="837836" imgH="253890" progId="Equation.DSMT4">
              <p:embed/>
            </p:oleObj>
          </a:graphicData>
        </a:graphic>
      </p:graphicFrame>
      <p:sp>
        <p:nvSpPr>
          <p:cNvPr id="114709" name="Text Box 21"/>
          <p:cNvSpPr txBox="1">
            <a:spLocks noChangeArrowheads="1"/>
          </p:cNvSpPr>
          <p:nvPr/>
        </p:nvSpPr>
        <p:spPr bwMode="auto">
          <a:xfrm>
            <a:off x="5508625" y="3073400"/>
            <a:ext cx="23034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 b="1">
                <a:latin typeface="华文中宋"/>
                <a:ea typeface="华文中宋"/>
                <a:cs typeface="华文中宋"/>
              </a:rPr>
              <a:t>速率是速度的模。</a:t>
            </a:r>
          </a:p>
        </p:txBody>
      </p:sp>
      <p:sp>
        <p:nvSpPr>
          <p:cNvPr id="114710" name="Text Box 22"/>
          <p:cNvSpPr txBox="1">
            <a:spLocks noChangeArrowheads="1"/>
          </p:cNvSpPr>
          <p:nvPr/>
        </p:nvSpPr>
        <p:spPr bwMode="auto">
          <a:xfrm>
            <a:off x="4938713" y="2749550"/>
            <a:ext cx="32337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 b="1">
                <a:latin typeface="华文中宋"/>
                <a:ea typeface="华文中宋"/>
                <a:cs typeface="华文中宋"/>
              </a:rPr>
              <a:t>平均速率不是平均速度的模；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3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3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4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4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4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47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47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114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5" dur="500"/>
                                        <p:tgtEl>
                                          <p:spTgt spid="114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9" grpId="0"/>
      <p:bldP spid="113683" grpId="0" animBg="1"/>
      <p:bldP spid="27" grpId="0"/>
      <p:bldP spid="29" grpId="0"/>
      <p:bldP spid="31" grpId="0"/>
      <p:bldP spid="34" grpId="0"/>
      <p:bldP spid="37" grpId="0"/>
      <p:bldP spid="114709" grpId="0" autoUpdateAnimBg="0"/>
      <p:bldP spid="114710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2" name="Text Box 4"/>
          <p:cNvSpPr txBox="1">
            <a:spLocks noChangeArrowheads="1"/>
          </p:cNvSpPr>
          <p:nvPr/>
        </p:nvSpPr>
        <p:spPr bwMode="auto">
          <a:xfrm>
            <a:off x="628650" y="846138"/>
            <a:ext cx="5176838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kumimoji="1" lang="zh-CN" altLang="en-US" sz="2000" b="1">
                <a:solidFill>
                  <a:srgbClr val="3333FF"/>
                </a:solidFill>
                <a:latin typeface="华文中宋"/>
                <a:ea typeface="华文中宋"/>
                <a:cs typeface="华文中宋"/>
              </a:rPr>
              <a:t>二</a:t>
            </a:r>
            <a:r>
              <a:rPr kumimoji="1" lang="en-US" altLang="zh-CN" sz="2000" b="1">
                <a:solidFill>
                  <a:srgbClr val="3333FF"/>
                </a:solidFill>
                <a:latin typeface="华文中宋"/>
                <a:ea typeface="华文中宋"/>
                <a:cs typeface="华文中宋"/>
              </a:rPr>
              <a:t>. </a:t>
            </a:r>
            <a:r>
              <a:rPr kumimoji="1" lang="zh-CN" altLang="en-US" sz="2000" b="1">
                <a:solidFill>
                  <a:srgbClr val="3333FF"/>
                </a:solidFill>
                <a:latin typeface="华文中宋"/>
                <a:ea typeface="华文中宋"/>
                <a:cs typeface="华文中宋"/>
              </a:rPr>
              <a:t>速度和加速度的性质</a:t>
            </a:r>
          </a:p>
        </p:txBody>
      </p:sp>
      <p:sp>
        <p:nvSpPr>
          <p:cNvPr id="114693" name="Text Box 5"/>
          <p:cNvSpPr txBox="1">
            <a:spLocks noChangeArrowheads="1"/>
          </p:cNvSpPr>
          <p:nvPr/>
        </p:nvSpPr>
        <p:spPr bwMode="auto">
          <a:xfrm>
            <a:off x="915988" y="1252538"/>
            <a:ext cx="7472362" cy="142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kumimoji="1" lang="zh-CN" altLang="en-US" sz="1800" b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相对性：</a:t>
            </a:r>
            <a:r>
              <a:rPr kumimoji="1" lang="zh-CN" altLang="en-US" sz="1800" b="1">
                <a:latin typeface="华文中宋"/>
                <a:ea typeface="华文中宋"/>
                <a:cs typeface="华文中宋"/>
              </a:rPr>
              <a:t>必须指明参考系</a:t>
            </a:r>
          </a:p>
          <a:p>
            <a:pPr algn="just">
              <a:lnSpc>
                <a:spcPct val="120000"/>
              </a:lnSpc>
            </a:pPr>
            <a:r>
              <a:rPr kumimoji="1" lang="zh-CN" altLang="en-US" sz="1800" b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矢量性：</a:t>
            </a:r>
            <a:r>
              <a:rPr kumimoji="1" lang="zh-CN" altLang="en-US" sz="1800" b="1">
                <a:latin typeface="华文中宋"/>
                <a:ea typeface="华文中宋"/>
                <a:cs typeface="华文中宋"/>
              </a:rPr>
              <a:t>有大小和方向，可进行合成与分解，合成与分解遵守平行四边形法则</a:t>
            </a:r>
            <a:r>
              <a:rPr kumimoji="1" lang="en-US" altLang="zh-CN" sz="1800" b="1">
                <a:latin typeface="华文中宋"/>
                <a:ea typeface="华文中宋"/>
                <a:cs typeface="华文中宋"/>
              </a:rPr>
              <a:t>——</a:t>
            </a:r>
            <a:r>
              <a:rPr kumimoji="1" lang="zh-CN" altLang="en-US" sz="1800" b="1">
                <a:latin typeface="华文中宋"/>
                <a:ea typeface="华文中宋"/>
                <a:cs typeface="华文中宋"/>
              </a:rPr>
              <a:t>运动的独立性原理或运动叠加原理</a:t>
            </a:r>
          </a:p>
          <a:p>
            <a:pPr algn="just">
              <a:lnSpc>
                <a:spcPct val="120000"/>
              </a:lnSpc>
            </a:pPr>
            <a:r>
              <a:rPr kumimoji="1" lang="zh-CN" altLang="en-US" sz="1800" b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瞬时性：</a:t>
            </a:r>
            <a:r>
              <a:rPr kumimoji="1" lang="zh-CN" altLang="en-US" sz="1800" b="1">
                <a:latin typeface="华文中宋"/>
                <a:ea typeface="华文中宋"/>
                <a:cs typeface="华文中宋"/>
              </a:rPr>
              <a:t>大小和方向可以随时间改变</a:t>
            </a:r>
          </a:p>
        </p:txBody>
      </p:sp>
      <p:sp>
        <p:nvSpPr>
          <p:cNvPr id="114694" name="Text Box 6"/>
          <p:cNvSpPr txBox="1">
            <a:spLocks noChangeArrowheads="1"/>
          </p:cNvSpPr>
          <p:nvPr/>
        </p:nvSpPr>
        <p:spPr bwMode="auto">
          <a:xfrm>
            <a:off x="520700" y="2732088"/>
            <a:ext cx="41846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>
                <a:solidFill>
                  <a:srgbClr val="3333FF"/>
                </a:solidFill>
                <a:latin typeface="华文中宋"/>
                <a:ea typeface="华文中宋"/>
                <a:cs typeface="华文中宋"/>
              </a:rPr>
              <a:t>三</a:t>
            </a:r>
            <a:r>
              <a:rPr kumimoji="1" lang="en-US" altLang="zh-CN" sz="2000" b="1">
                <a:solidFill>
                  <a:srgbClr val="3333FF"/>
                </a:solidFill>
                <a:latin typeface="华文中宋"/>
                <a:ea typeface="华文中宋"/>
                <a:cs typeface="华文中宋"/>
              </a:rPr>
              <a:t>.</a:t>
            </a:r>
            <a:r>
              <a:rPr lang="en-US" altLang="zh-CN" sz="2000" b="1">
                <a:solidFill>
                  <a:srgbClr val="3333FF"/>
                </a:solidFill>
                <a:latin typeface="华文中宋"/>
                <a:ea typeface="华文中宋"/>
                <a:cs typeface="华文中宋"/>
              </a:rPr>
              <a:t> </a:t>
            </a:r>
            <a:r>
              <a:rPr kumimoji="1" lang="zh-CN" altLang="en-US" sz="2000" b="1">
                <a:solidFill>
                  <a:srgbClr val="3333FF"/>
                </a:solidFill>
                <a:latin typeface="华文中宋"/>
                <a:ea typeface="华文中宋"/>
                <a:cs typeface="华文中宋"/>
              </a:rPr>
              <a:t>平面曲线运动</a:t>
            </a:r>
          </a:p>
        </p:txBody>
      </p:sp>
      <p:sp>
        <p:nvSpPr>
          <p:cNvPr id="114695" name="Text Box 7"/>
          <p:cNvSpPr txBox="1">
            <a:spLocks noChangeArrowheads="1"/>
          </p:cNvSpPr>
          <p:nvPr/>
        </p:nvSpPr>
        <p:spPr bwMode="auto">
          <a:xfrm>
            <a:off x="812800" y="3146425"/>
            <a:ext cx="16716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1800" b="1">
                <a:latin typeface="华文中宋"/>
                <a:ea typeface="华文中宋"/>
                <a:cs typeface="华文中宋"/>
              </a:rPr>
              <a:t>自然坐标系中</a:t>
            </a:r>
          </a:p>
        </p:txBody>
      </p:sp>
      <p:graphicFrame>
        <p:nvGraphicFramePr>
          <p:cNvPr id="2" name="Object 10"/>
          <p:cNvGraphicFramePr>
            <a:graphicFrameLocks noChangeAspect="1"/>
          </p:cNvGraphicFramePr>
          <p:nvPr/>
        </p:nvGraphicFramePr>
        <p:xfrm>
          <a:off x="3054350" y="3292475"/>
          <a:ext cx="1793875" cy="606425"/>
        </p:xfrm>
        <a:graphic>
          <a:graphicData uri="http://schemas.openxmlformats.org/presentationml/2006/ole">
            <p:oleObj spid="_x0000_s55306" name="Equation" r:id="rId3" imgW="875920" imgH="393529" progId="Equation.DSMT4">
              <p:embed/>
            </p:oleObj>
          </a:graphicData>
        </a:graphic>
      </p:graphicFrame>
      <p:graphicFrame>
        <p:nvGraphicFramePr>
          <p:cNvPr id="10" name="Object 11"/>
          <p:cNvGraphicFramePr>
            <a:graphicFrameLocks noChangeAspect="1"/>
          </p:cNvGraphicFramePr>
          <p:nvPr/>
        </p:nvGraphicFramePr>
        <p:xfrm>
          <a:off x="2957513" y="3957638"/>
          <a:ext cx="3198812" cy="684212"/>
        </p:xfrm>
        <a:graphic>
          <a:graphicData uri="http://schemas.openxmlformats.org/presentationml/2006/ole">
            <p:oleObj spid="_x0000_s55307" name="Equation" r:id="rId4" imgW="1562100" imgH="4445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46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46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46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4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4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2" grpId="0" autoUpdateAnimBg="0"/>
      <p:bldP spid="114693" grpId="0" build="p" autoUpdateAnimBg="0"/>
      <p:bldP spid="114694" grpId="0" autoUpdateAnimBg="0"/>
      <p:bldP spid="114695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6" name="Text Box 4"/>
          <p:cNvSpPr txBox="1">
            <a:spLocks noChangeArrowheads="1"/>
          </p:cNvSpPr>
          <p:nvPr/>
        </p:nvSpPr>
        <p:spPr bwMode="auto">
          <a:xfrm>
            <a:off x="1187450" y="835025"/>
            <a:ext cx="31940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sz="1800" b="1">
                <a:latin typeface="华文中宋"/>
                <a:ea typeface="华文中宋"/>
                <a:cs typeface="华文中宋"/>
              </a:rPr>
              <a:t>圆周运动的角量与线量关系</a:t>
            </a:r>
            <a:r>
              <a:rPr kumimoji="1" lang="en-US" altLang="zh-CN" sz="1800" b="1">
                <a:latin typeface="华文中宋"/>
                <a:ea typeface="华文中宋"/>
                <a:cs typeface="华文中宋"/>
              </a:rPr>
              <a:t>:</a:t>
            </a:r>
          </a:p>
        </p:txBody>
      </p:sp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2232025" y="1277938"/>
          <a:ext cx="1066800" cy="274637"/>
        </p:xfrm>
        <a:graphic>
          <a:graphicData uri="http://schemas.openxmlformats.org/presentationml/2006/ole">
            <p:oleObj spid="_x0000_s56340" name="公式" r:id="rId3" imgW="520248" imgH="177646" progId="Equation.3">
              <p:embed/>
            </p:oleObj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/>
        </p:nvGraphicFramePr>
        <p:xfrm>
          <a:off x="3770313" y="1266825"/>
          <a:ext cx="1249362" cy="293688"/>
        </p:xfrm>
        <a:graphic>
          <a:graphicData uri="http://schemas.openxmlformats.org/presentationml/2006/ole">
            <p:oleObj spid="_x0000_s56341" name="Equation" r:id="rId4" imgW="609336" imgH="190417" progId="Equation.DSMT4">
              <p:embed/>
            </p:oleObj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3414713" y="1757363"/>
          <a:ext cx="1301750" cy="742950"/>
        </p:xfrm>
        <a:graphic>
          <a:graphicData uri="http://schemas.openxmlformats.org/presentationml/2006/ole">
            <p:oleObj spid="_x0000_s56342" name="公式" r:id="rId5" imgW="634725" imgH="482391" progId="Equation.3">
              <p:embed/>
            </p:oleObj>
          </a:graphicData>
        </a:graphic>
      </p:graphicFrame>
      <p:sp>
        <p:nvSpPr>
          <p:cNvPr id="24" name="Rectangle 14"/>
          <p:cNvSpPr>
            <a:spLocks noChangeArrowheads="1"/>
          </p:cNvSpPr>
          <p:nvPr/>
        </p:nvSpPr>
        <p:spPr bwMode="auto">
          <a:xfrm>
            <a:off x="701675" y="2446338"/>
            <a:ext cx="27432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kumimoji="1" lang="zh-CN" altLang="en-US" sz="2000" b="1">
                <a:solidFill>
                  <a:srgbClr val="3333FF"/>
                </a:solidFill>
                <a:latin typeface="华文中宋"/>
                <a:ea typeface="华文中宋"/>
                <a:cs typeface="华文中宋"/>
              </a:rPr>
              <a:t>四、相对运动</a:t>
            </a:r>
          </a:p>
        </p:txBody>
      </p:sp>
      <p:sp>
        <p:nvSpPr>
          <p:cNvPr id="25" name="Text Box 15"/>
          <p:cNvSpPr txBox="1">
            <a:spLocks noChangeArrowheads="1"/>
          </p:cNvSpPr>
          <p:nvPr/>
        </p:nvSpPr>
        <p:spPr bwMode="auto">
          <a:xfrm>
            <a:off x="1062038" y="2851150"/>
            <a:ext cx="33655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kumimoji="1" lang="zh-CN" altLang="en-US" sz="1800" b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在 </a:t>
            </a:r>
            <a:r>
              <a:rPr kumimoji="1" lang="zh-CN" altLang="en-US" sz="1800" b="1" i="1">
                <a:solidFill>
                  <a:srgbClr val="0000FF"/>
                </a:solidFill>
                <a:latin typeface="华文中宋"/>
                <a:ea typeface="华文中宋"/>
                <a:cs typeface="华文中宋"/>
                <a:sym typeface="Symbol" pitchFamily="18" charset="2"/>
              </a:rPr>
              <a:t></a:t>
            </a:r>
            <a:r>
              <a:rPr kumimoji="1" lang="en-US" altLang="zh-CN" sz="1800" b="1" i="1" baseline="-25000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0</a:t>
            </a:r>
            <a:r>
              <a:rPr kumimoji="1" lang="en-US" altLang="zh-CN" sz="1800" b="1" i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 </a:t>
            </a:r>
            <a:r>
              <a:rPr kumimoji="1" lang="en-US" altLang="zh-CN" sz="1800" b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&lt;&lt; </a:t>
            </a:r>
            <a:r>
              <a:rPr kumimoji="1" lang="en-US" altLang="zh-CN" sz="1800" b="1" i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c</a:t>
            </a:r>
            <a:r>
              <a:rPr kumimoji="1" lang="zh-CN" altLang="en-US" sz="1800" b="1">
                <a:solidFill>
                  <a:srgbClr val="0000FF"/>
                </a:solidFill>
                <a:latin typeface="华文中宋"/>
                <a:ea typeface="华文中宋"/>
                <a:cs typeface="华文中宋"/>
              </a:rPr>
              <a:t>时，</a:t>
            </a:r>
            <a:r>
              <a:rPr kumimoji="1" lang="zh-CN" altLang="en-US" sz="1800" b="1">
                <a:latin typeface="华文中宋"/>
                <a:ea typeface="华文中宋"/>
                <a:cs typeface="华文中宋"/>
              </a:rPr>
              <a:t>有伽利略变换</a:t>
            </a:r>
          </a:p>
        </p:txBody>
      </p:sp>
      <p:graphicFrame>
        <p:nvGraphicFramePr>
          <p:cNvPr id="26" name="Object 23"/>
          <p:cNvGraphicFramePr>
            <a:graphicFrameLocks noChangeAspect="1"/>
          </p:cNvGraphicFramePr>
          <p:nvPr/>
        </p:nvGraphicFramePr>
        <p:xfrm>
          <a:off x="2662238" y="3298825"/>
          <a:ext cx="1303337" cy="352425"/>
        </p:xfrm>
        <a:graphic>
          <a:graphicData uri="http://schemas.openxmlformats.org/presentationml/2006/ole">
            <p:oleObj spid="_x0000_s56343" name="Equation" r:id="rId6" imgW="634725" imgH="228501" progId="Equation.DSMT4">
              <p:embed/>
            </p:oleObj>
          </a:graphicData>
        </a:graphic>
      </p:graphicFrame>
      <p:graphicFrame>
        <p:nvGraphicFramePr>
          <p:cNvPr id="27" name="Object 24"/>
          <p:cNvGraphicFramePr>
            <a:graphicFrameLocks noChangeAspect="1"/>
          </p:cNvGraphicFramePr>
          <p:nvPr/>
        </p:nvGraphicFramePr>
        <p:xfrm>
          <a:off x="4302125" y="3321050"/>
          <a:ext cx="701675" cy="274638"/>
        </p:xfrm>
        <a:graphic>
          <a:graphicData uri="http://schemas.openxmlformats.org/presentationml/2006/ole">
            <p:oleObj spid="_x0000_s56344" name="Equation" r:id="rId7" imgW="342603" imgH="177646" progId="Equation.DSMT4">
              <p:embed/>
            </p:oleObj>
          </a:graphicData>
        </a:graphic>
      </p:graphicFrame>
      <p:graphicFrame>
        <p:nvGraphicFramePr>
          <p:cNvPr id="28" name="Object 25"/>
          <p:cNvGraphicFramePr>
            <a:graphicFrameLocks noChangeAspect="1"/>
          </p:cNvGraphicFramePr>
          <p:nvPr/>
        </p:nvGraphicFramePr>
        <p:xfrm>
          <a:off x="2616200" y="3762375"/>
          <a:ext cx="1406525" cy="352425"/>
        </p:xfrm>
        <a:graphic>
          <a:graphicData uri="http://schemas.openxmlformats.org/presentationml/2006/ole">
            <p:oleObj spid="_x0000_s56345" name="Equation" r:id="rId8" imgW="685800" imgH="228600" progId="Equation.DSMT4">
              <p:embed/>
            </p:oleObj>
          </a:graphicData>
        </a:graphic>
      </p:graphicFrame>
      <p:graphicFrame>
        <p:nvGraphicFramePr>
          <p:cNvPr id="29" name="Object 26"/>
          <p:cNvGraphicFramePr>
            <a:graphicFrameLocks noChangeAspect="1"/>
          </p:cNvGraphicFramePr>
          <p:nvPr/>
        </p:nvGraphicFramePr>
        <p:xfrm>
          <a:off x="4271963" y="3733800"/>
          <a:ext cx="1379537" cy="350838"/>
        </p:xfrm>
        <a:graphic>
          <a:graphicData uri="http://schemas.openxmlformats.org/presentationml/2006/ole">
            <p:oleObj spid="_x0000_s56346" name="Equation" r:id="rId9" imgW="672808" imgH="228501" progId="Equation.DSMT4">
              <p:embed/>
            </p:oleObj>
          </a:graphicData>
        </a:graphic>
      </p:graphicFrame>
      <p:sp>
        <p:nvSpPr>
          <p:cNvPr id="30" name="Text Box 20"/>
          <p:cNvSpPr txBox="1">
            <a:spLocks noChangeArrowheads="1"/>
          </p:cNvSpPr>
          <p:nvPr/>
        </p:nvSpPr>
        <p:spPr bwMode="auto">
          <a:xfrm>
            <a:off x="4706938" y="4260850"/>
            <a:ext cx="3073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defRPr/>
            </a:pPr>
            <a:r>
              <a:rPr kumimoji="1" lang="zh-CN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在</a:t>
            </a:r>
            <a:r>
              <a:rPr kumimoji="1"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S</a:t>
            </a:r>
            <a:r>
              <a:rPr kumimoji="1" lang="en-US" altLang="zh-CN" sz="1800" b="1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/</a:t>
            </a:r>
            <a:r>
              <a:rPr kumimoji="1" lang="zh-CN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相对于</a:t>
            </a:r>
            <a:r>
              <a:rPr kumimoji="1"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S</a:t>
            </a:r>
            <a:r>
              <a:rPr kumimoji="1" lang="zh-CN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平动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6" grpId="0" autoUpdateAnimBg="0"/>
      <p:bldP spid="24" grpId="0" autoUpdateAnimBg="0"/>
      <p:bldP spid="25" grpId="0" build="p"/>
      <p:bldP spid="3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hlinkClick r:id="rId2" action="ppaction://hlinkpres?slideindex=1&amp;slidetitle="/>
          </p:cNvPr>
          <p:cNvSpPr txBox="1"/>
          <p:nvPr/>
        </p:nvSpPr>
        <p:spPr>
          <a:xfrm>
            <a:off x="755576" y="1059582"/>
            <a:ext cx="554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链接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5800</TotalTime>
  <Pages>0</Pages>
  <Words>2934</Words>
  <Characters>0</Characters>
  <Application>Microsoft Office PowerPoint</Application>
  <DocSecurity>0</DocSecurity>
  <PresentationFormat>全屏显示(16:9)</PresentationFormat>
  <Lines>0</Lines>
  <Paragraphs>308</Paragraphs>
  <Slides>44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44</vt:i4>
      </vt:variant>
    </vt:vector>
  </HeadingPairs>
  <TitlesOfParts>
    <vt:vector size="49" baseType="lpstr">
      <vt:lpstr>自定义设计方案</vt:lpstr>
      <vt:lpstr>图片</vt:lpstr>
      <vt:lpstr>Microsoft Equation 3.0</vt:lpstr>
      <vt:lpstr>Equation</vt:lpstr>
      <vt:lpstr>公式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幻灯片 37</vt:lpstr>
      <vt:lpstr>幻灯片 38</vt:lpstr>
      <vt:lpstr>幻灯片 39</vt:lpstr>
      <vt:lpstr>幻灯片 40</vt:lpstr>
      <vt:lpstr>幻灯片 41</vt:lpstr>
      <vt:lpstr>幻灯片 42</vt:lpstr>
      <vt:lpstr>幻灯片 43</vt:lpstr>
      <vt:lpstr>幻灯片 44</vt:lpstr>
    </vt:vector>
  </TitlesOfParts>
  <Company>fxn</Company>
  <LinksUpToDate>false</LinksUpToDate>
  <CharactersWithSpaces>0</CharactersWithSpaces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绪论与第一章</dc:title>
  <dc:creator>胡柯</dc:creator>
  <cp:lastModifiedBy>Administrator</cp:lastModifiedBy>
  <cp:revision>283</cp:revision>
  <dcterms:created xsi:type="dcterms:W3CDTF">2002-04-19T13:42:26Z</dcterms:created>
  <dcterms:modified xsi:type="dcterms:W3CDTF">2020-03-23T02:02:28Z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2052-8.1.0.3526</vt:lpwstr>
  </property>
</Properties>
</file>