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Default Extension="wav" ContentType="audio/wav"/>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65"/>
  </p:notesMasterIdLst>
  <p:handoutMasterIdLst>
    <p:handoutMasterId r:id="rId66"/>
  </p:handoutMasterIdLst>
  <p:sldIdLst>
    <p:sldId id="506" r:id="rId2"/>
    <p:sldId id="268" r:id="rId3"/>
    <p:sldId id="522" r:id="rId4"/>
    <p:sldId id="269" r:id="rId5"/>
    <p:sldId id="272" r:id="rId6"/>
    <p:sldId id="267" r:id="rId7"/>
    <p:sldId id="259" r:id="rId8"/>
    <p:sldId id="420" r:id="rId9"/>
    <p:sldId id="261" r:id="rId10"/>
    <p:sldId id="514" r:id="rId11"/>
    <p:sldId id="515" r:id="rId12"/>
    <p:sldId id="274" r:id="rId13"/>
    <p:sldId id="275" r:id="rId14"/>
    <p:sldId id="529" r:id="rId15"/>
    <p:sldId id="530" r:id="rId16"/>
    <p:sldId id="531" r:id="rId17"/>
    <p:sldId id="532" r:id="rId18"/>
    <p:sldId id="533" r:id="rId19"/>
    <p:sldId id="534" r:id="rId20"/>
    <p:sldId id="535" r:id="rId21"/>
    <p:sldId id="536" r:id="rId22"/>
    <p:sldId id="537" r:id="rId23"/>
    <p:sldId id="538" r:id="rId24"/>
    <p:sldId id="300" r:id="rId25"/>
    <p:sldId id="523" r:id="rId26"/>
    <p:sldId id="302" r:id="rId27"/>
    <p:sldId id="303" r:id="rId28"/>
    <p:sldId id="304" r:id="rId29"/>
    <p:sldId id="511" r:id="rId30"/>
    <p:sldId id="512" r:id="rId31"/>
    <p:sldId id="305" r:id="rId32"/>
    <p:sldId id="306" r:id="rId33"/>
    <p:sldId id="308" r:id="rId34"/>
    <p:sldId id="309" r:id="rId35"/>
    <p:sldId id="424" r:id="rId36"/>
    <p:sldId id="311" r:id="rId37"/>
    <p:sldId id="314" r:id="rId38"/>
    <p:sldId id="428" r:id="rId39"/>
    <p:sldId id="524" r:id="rId40"/>
    <p:sldId id="429" r:id="rId41"/>
    <p:sldId id="430" r:id="rId42"/>
    <p:sldId id="321" r:id="rId43"/>
    <p:sldId id="322" r:id="rId44"/>
    <p:sldId id="323" r:id="rId45"/>
    <p:sldId id="328" r:id="rId46"/>
    <p:sldId id="329" r:id="rId47"/>
    <p:sldId id="331" r:id="rId48"/>
    <p:sldId id="432" r:id="rId49"/>
    <p:sldId id="332" r:id="rId50"/>
    <p:sldId id="333" r:id="rId51"/>
    <p:sldId id="334" r:id="rId52"/>
    <p:sldId id="335" r:id="rId53"/>
    <p:sldId id="340" r:id="rId54"/>
    <p:sldId id="341" r:id="rId55"/>
    <p:sldId id="342" r:id="rId56"/>
    <p:sldId id="343" r:id="rId57"/>
    <p:sldId id="344" r:id="rId58"/>
    <p:sldId id="495" r:id="rId59"/>
    <p:sldId id="434" r:id="rId60"/>
    <p:sldId id="435" r:id="rId61"/>
    <p:sldId id="436" r:id="rId62"/>
    <p:sldId id="526" r:id="rId63"/>
    <p:sldId id="525" r:id="rId64"/>
  </p:sldIdLst>
  <p:sldSz cx="9144000" cy="5143500" type="screen16x9"/>
  <p:notesSz cx="6761163" cy="9942513"/>
  <p:defaultTextStyle>
    <a:defPPr>
      <a:defRPr lang="zh-CN"/>
    </a:defPPr>
    <a:lvl1pPr algn="ctr" rtl="0" fontAlgn="base">
      <a:spcBef>
        <a:spcPct val="0"/>
      </a:spcBef>
      <a:spcAft>
        <a:spcPct val="0"/>
      </a:spcAft>
      <a:defRPr sz="2400" b="1" kern="1200">
        <a:solidFill>
          <a:schemeClr val="tx1"/>
        </a:solidFill>
        <a:latin typeface="楷体_GB2312" pitchFamily="49" charset="-122"/>
        <a:ea typeface="楷体_GB2312" pitchFamily="49" charset="-122"/>
        <a:cs typeface="+mn-cs"/>
      </a:defRPr>
    </a:lvl1pPr>
    <a:lvl2pPr marL="457200" algn="ctr" rtl="0" fontAlgn="base">
      <a:spcBef>
        <a:spcPct val="0"/>
      </a:spcBef>
      <a:spcAft>
        <a:spcPct val="0"/>
      </a:spcAft>
      <a:defRPr sz="2400" b="1" kern="1200">
        <a:solidFill>
          <a:schemeClr val="tx1"/>
        </a:solidFill>
        <a:latin typeface="楷体_GB2312" pitchFamily="49" charset="-122"/>
        <a:ea typeface="楷体_GB2312" pitchFamily="49" charset="-122"/>
        <a:cs typeface="+mn-cs"/>
      </a:defRPr>
    </a:lvl2pPr>
    <a:lvl3pPr marL="914400" algn="ctr" rtl="0" fontAlgn="base">
      <a:spcBef>
        <a:spcPct val="0"/>
      </a:spcBef>
      <a:spcAft>
        <a:spcPct val="0"/>
      </a:spcAft>
      <a:defRPr sz="2400" b="1" kern="1200">
        <a:solidFill>
          <a:schemeClr val="tx1"/>
        </a:solidFill>
        <a:latin typeface="楷体_GB2312" pitchFamily="49" charset="-122"/>
        <a:ea typeface="楷体_GB2312" pitchFamily="49" charset="-122"/>
        <a:cs typeface="+mn-cs"/>
      </a:defRPr>
    </a:lvl3pPr>
    <a:lvl4pPr marL="1371600" algn="ctr" rtl="0" fontAlgn="base">
      <a:spcBef>
        <a:spcPct val="0"/>
      </a:spcBef>
      <a:spcAft>
        <a:spcPct val="0"/>
      </a:spcAft>
      <a:defRPr sz="2400" b="1" kern="1200">
        <a:solidFill>
          <a:schemeClr val="tx1"/>
        </a:solidFill>
        <a:latin typeface="楷体_GB2312" pitchFamily="49" charset="-122"/>
        <a:ea typeface="楷体_GB2312" pitchFamily="49" charset="-122"/>
        <a:cs typeface="+mn-cs"/>
      </a:defRPr>
    </a:lvl4pPr>
    <a:lvl5pPr marL="1828800" algn="ctr" rtl="0" fontAlgn="base">
      <a:spcBef>
        <a:spcPct val="0"/>
      </a:spcBef>
      <a:spcAft>
        <a:spcPct val="0"/>
      </a:spcAft>
      <a:defRPr sz="2400" b="1" kern="1200">
        <a:solidFill>
          <a:schemeClr val="tx1"/>
        </a:solidFill>
        <a:latin typeface="楷体_GB2312" pitchFamily="49" charset="-122"/>
        <a:ea typeface="楷体_GB2312" pitchFamily="49" charset="-122"/>
        <a:cs typeface="+mn-cs"/>
      </a:defRPr>
    </a:lvl5pPr>
    <a:lvl6pPr marL="2286000" algn="l" defTabSz="914400" rtl="0" eaLnBrk="1" latinLnBrk="0" hangingPunct="1">
      <a:defRPr sz="2400" b="1" kern="1200">
        <a:solidFill>
          <a:schemeClr val="tx1"/>
        </a:solidFill>
        <a:latin typeface="楷体_GB2312" pitchFamily="49" charset="-122"/>
        <a:ea typeface="楷体_GB2312" pitchFamily="49" charset="-122"/>
        <a:cs typeface="+mn-cs"/>
      </a:defRPr>
    </a:lvl6pPr>
    <a:lvl7pPr marL="2743200" algn="l" defTabSz="914400" rtl="0" eaLnBrk="1" latinLnBrk="0" hangingPunct="1">
      <a:defRPr sz="2400" b="1" kern="1200">
        <a:solidFill>
          <a:schemeClr val="tx1"/>
        </a:solidFill>
        <a:latin typeface="楷体_GB2312" pitchFamily="49" charset="-122"/>
        <a:ea typeface="楷体_GB2312" pitchFamily="49" charset="-122"/>
        <a:cs typeface="+mn-cs"/>
      </a:defRPr>
    </a:lvl7pPr>
    <a:lvl8pPr marL="3200400" algn="l" defTabSz="914400" rtl="0" eaLnBrk="1" latinLnBrk="0" hangingPunct="1">
      <a:defRPr sz="2400" b="1" kern="1200">
        <a:solidFill>
          <a:schemeClr val="tx1"/>
        </a:solidFill>
        <a:latin typeface="楷体_GB2312" pitchFamily="49" charset="-122"/>
        <a:ea typeface="楷体_GB2312" pitchFamily="49" charset="-122"/>
        <a:cs typeface="+mn-cs"/>
      </a:defRPr>
    </a:lvl8pPr>
    <a:lvl9pPr marL="3657600" algn="l" defTabSz="914400" rtl="0" eaLnBrk="1" latinLnBrk="0" hangingPunct="1">
      <a:defRPr sz="2400" b="1" kern="1200">
        <a:solidFill>
          <a:schemeClr val="tx1"/>
        </a:solidFill>
        <a:latin typeface="楷体_GB2312" pitchFamily="49" charset="-122"/>
        <a:ea typeface="楷体_GB2312"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33996D"/>
    <a:srgbClr val="4FB19E"/>
    <a:srgbClr val="000000"/>
    <a:srgbClr val="800000"/>
    <a:srgbClr val="FF6600"/>
    <a:srgbClr val="9933FF"/>
    <a:srgbClr val="6666FF"/>
    <a:srgbClr val="00009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6" d="100"/>
          <a:sy n="96" d="100"/>
        </p:scale>
        <p:origin x="-636" y="72"/>
      </p:cViewPr>
      <p:guideLst>
        <p:guide orient="horz" pos="1610"/>
        <p:guide pos="2880"/>
      </p:guideLst>
    </p:cSldViewPr>
  </p:slideViewPr>
  <p:notesTextViewPr>
    <p:cViewPr>
      <p:scale>
        <a:sx n="100" d="100"/>
        <a:sy n="100" d="100"/>
      </p:scale>
      <p:origin x="0" y="0"/>
    </p:cViewPr>
  </p:notesTextViewPr>
  <p:notesViewPr>
    <p:cSldViewPr>
      <p:cViewPr varScale="1">
        <p:scale>
          <a:sx n="49" d="100"/>
          <a:sy n="49" d="100"/>
        </p:scale>
        <p:origin x="-3054" y="-102"/>
      </p:cViewPr>
      <p:guideLst>
        <p:guide orient="horz" pos="3131"/>
        <p:guide pos="2129"/>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image" Target="../media/image29.wmf"/><Relationship Id="rId3" Type="http://schemas.openxmlformats.org/officeDocument/2006/relationships/image" Target="../media/image19.wmf"/><Relationship Id="rId7" Type="http://schemas.openxmlformats.org/officeDocument/2006/relationships/image" Target="../media/image23.wmf"/><Relationship Id="rId12" Type="http://schemas.openxmlformats.org/officeDocument/2006/relationships/image" Target="../media/image28.wmf"/><Relationship Id="rId2" Type="http://schemas.openxmlformats.org/officeDocument/2006/relationships/image" Target="../media/image18.wmf"/><Relationship Id="rId1" Type="http://schemas.openxmlformats.org/officeDocument/2006/relationships/image" Target="../media/image17.wmf"/><Relationship Id="rId6" Type="http://schemas.openxmlformats.org/officeDocument/2006/relationships/image" Target="../media/image22.wmf"/><Relationship Id="rId11" Type="http://schemas.openxmlformats.org/officeDocument/2006/relationships/image" Target="../media/image27.wmf"/><Relationship Id="rId5" Type="http://schemas.openxmlformats.org/officeDocument/2006/relationships/image" Target="../media/image21.wmf"/><Relationship Id="rId10" Type="http://schemas.openxmlformats.org/officeDocument/2006/relationships/image" Target="../media/image26.wmf"/><Relationship Id="rId4" Type="http://schemas.openxmlformats.org/officeDocument/2006/relationships/image" Target="../media/image20.wmf"/><Relationship Id="rId9" Type="http://schemas.openxmlformats.org/officeDocument/2006/relationships/image" Target="../media/image25.wmf"/><Relationship Id="rId14" Type="http://schemas.openxmlformats.org/officeDocument/2006/relationships/image" Target="../media/image30.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 Id="rId6" Type="http://schemas.openxmlformats.org/officeDocument/2006/relationships/image" Target="../media/image36.wmf"/><Relationship Id="rId5" Type="http://schemas.openxmlformats.org/officeDocument/2006/relationships/image" Target="../media/image35.wmf"/><Relationship Id="rId4" Type="http://schemas.openxmlformats.org/officeDocument/2006/relationships/image" Target="../media/image34.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image" Target="../media/image40.wmf"/><Relationship Id="rId7" Type="http://schemas.openxmlformats.org/officeDocument/2006/relationships/image" Target="../media/image43.wmf"/><Relationship Id="rId2" Type="http://schemas.openxmlformats.org/officeDocument/2006/relationships/image" Target="../media/image39.wmf"/><Relationship Id="rId1" Type="http://schemas.openxmlformats.org/officeDocument/2006/relationships/image" Target="../media/image38.wmf"/><Relationship Id="rId6" Type="http://schemas.openxmlformats.org/officeDocument/2006/relationships/image" Target="../media/image19.wmf"/><Relationship Id="rId5" Type="http://schemas.openxmlformats.org/officeDocument/2006/relationships/image" Target="../media/image42.wmf"/><Relationship Id="rId10" Type="http://schemas.openxmlformats.org/officeDocument/2006/relationships/image" Target="../media/image46.wmf"/><Relationship Id="rId4" Type="http://schemas.openxmlformats.org/officeDocument/2006/relationships/image" Target="../media/image41.wmf"/><Relationship Id="rId9" Type="http://schemas.openxmlformats.org/officeDocument/2006/relationships/image" Target="../media/image45.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image" Target="../media/image49.wmf"/><Relationship Id="rId7" Type="http://schemas.openxmlformats.org/officeDocument/2006/relationships/image" Target="../media/image53.wmf"/><Relationship Id="rId2" Type="http://schemas.openxmlformats.org/officeDocument/2006/relationships/image" Target="../media/image48.wmf"/><Relationship Id="rId1" Type="http://schemas.openxmlformats.org/officeDocument/2006/relationships/image" Target="../media/image47.wmf"/><Relationship Id="rId6" Type="http://schemas.openxmlformats.org/officeDocument/2006/relationships/image" Target="../media/image52.wmf"/><Relationship Id="rId5" Type="http://schemas.openxmlformats.org/officeDocument/2006/relationships/image" Target="../media/image51.wmf"/><Relationship Id="rId4" Type="http://schemas.openxmlformats.org/officeDocument/2006/relationships/image" Target="../media/image50.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 Id="rId6" Type="http://schemas.openxmlformats.org/officeDocument/2006/relationships/image" Target="../media/image60.wmf"/><Relationship Id="rId5" Type="http://schemas.openxmlformats.org/officeDocument/2006/relationships/image" Target="../media/image59.wmf"/><Relationship Id="rId4" Type="http://schemas.openxmlformats.org/officeDocument/2006/relationships/image" Target="../media/image58.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63.wmf"/><Relationship Id="rId7" Type="http://schemas.openxmlformats.org/officeDocument/2006/relationships/image" Target="../media/image67.wmf"/><Relationship Id="rId2" Type="http://schemas.openxmlformats.org/officeDocument/2006/relationships/image" Target="../media/image62.wmf"/><Relationship Id="rId1" Type="http://schemas.openxmlformats.org/officeDocument/2006/relationships/image" Target="../media/image61.wmf"/><Relationship Id="rId6" Type="http://schemas.openxmlformats.org/officeDocument/2006/relationships/image" Target="../media/image66.wmf"/><Relationship Id="rId5" Type="http://schemas.openxmlformats.org/officeDocument/2006/relationships/image" Target="../media/image65.wmf"/><Relationship Id="rId4" Type="http://schemas.openxmlformats.org/officeDocument/2006/relationships/image" Target="../media/image64.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75.wmf"/><Relationship Id="rId3" Type="http://schemas.openxmlformats.org/officeDocument/2006/relationships/image" Target="../media/image70.wmf"/><Relationship Id="rId7" Type="http://schemas.openxmlformats.org/officeDocument/2006/relationships/image" Target="../media/image74.wmf"/><Relationship Id="rId2" Type="http://schemas.openxmlformats.org/officeDocument/2006/relationships/image" Target="../media/image69.wmf"/><Relationship Id="rId1" Type="http://schemas.openxmlformats.org/officeDocument/2006/relationships/image" Target="../media/image68.wmf"/><Relationship Id="rId6" Type="http://schemas.openxmlformats.org/officeDocument/2006/relationships/image" Target="../media/image73.wmf"/><Relationship Id="rId5" Type="http://schemas.openxmlformats.org/officeDocument/2006/relationships/image" Target="../media/image72.wmf"/><Relationship Id="rId10" Type="http://schemas.openxmlformats.org/officeDocument/2006/relationships/image" Target="../media/image77.wmf"/><Relationship Id="rId4" Type="http://schemas.openxmlformats.org/officeDocument/2006/relationships/image" Target="../media/image71.wmf"/><Relationship Id="rId9" Type="http://schemas.openxmlformats.org/officeDocument/2006/relationships/image" Target="../media/image76.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85.wmf"/><Relationship Id="rId3" Type="http://schemas.openxmlformats.org/officeDocument/2006/relationships/image" Target="../media/image80.wmf"/><Relationship Id="rId7" Type="http://schemas.openxmlformats.org/officeDocument/2006/relationships/image" Target="../media/image84.wmf"/><Relationship Id="rId2" Type="http://schemas.openxmlformats.org/officeDocument/2006/relationships/image" Target="../media/image79.wmf"/><Relationship Id="rId1" Type="http://schemas.openxmlformats.org/officeDocument/2006/relationships/image" Target="../media/image78.wmf"/><Relationship Id="rId6" Type="http://schemas.openxmlformats.org/officeDocument/2006/relationships/image" Target="../media/image83.wmf"/><Relationship Id="rId5" Type="http://schemas.openxmlformats.org/officeDocument/2006/relationships/image" Target="../media/image82.wmf"/><Relationship Id="rId4" Type="http://schemas.openxmlformats.org/officeDocument/2006/relationships/image" Target="../media/image81.wmf"/><Relationship Id="rId9" Type="http://schemas.openxmlformats.org/officeDocument/2006/relationships/image" Target="../media/image86.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94.wmf"/><Relationship Id="rId13" Type="http://schemas.openxmlformats.org/officeDocument/2006/relationships/image" Target="../media/image99.wmf"/><Relationship Id="rId3" Type="http://schemas.openxmlformats.org/officeDocument/2006/relationships/image" Target="../media/image89.wmf"/><Relationship Id="rId7" Type="http://schemas.openxmlformats.org/officeDocument/2006/relationships/image" Target="../media/image93.wmf"/><Relationship Id="rId12" Type="http://schemas.openxmlformats.org/officeDocument/2006/relationships/image" Target="../media/image98.wmf"/><Relationship Id="rId2" Type="http://schemas.openxmlformats.org/officeDocument/2006/relationships/image" Target="../media/image88.wmf"/><Relationship Id="rId1" Type="http://schemas.openxmlformats.org/officeDocument/2006/relationships/image" Target="../media/image87.wmf"/><Relationship Id="rId6" Type="http://schemas.openxmlformats.org/officeDocument/2006/relationships/image" Target="../media/image92.wmf"/><Relationship Id="rId11" Type="http://schemas.openxmlformats.org/officeDocument/2006/relationships/image" Target="../media/image97.wmf"/><Relationship Id="rId5" Type="http://schemas.openxmlformats.org/officeDocument/2006/relationships/image" Target="../media/image91.wmf"/><Relationship Id="rId10" Type="http://schemas.openxmlformats.org/officeDocument/2006/relationships/image" Target="../media/image96.wmf"/><Relationship Id="rId4" Type="http://schemas.openxmlformats.org/officeDocument/2006/relationships/image" Target="../media/image90.wmf"/><Relationship Id="rId9" Type="http://schemas.openxmlformats.org/officeDocument/2006/relationships/image" Target="../media/image95.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101.wmf"/><Relationship Id="rId1" Type="http://schemas.openxmlformats.org/officeDocument/2006/relationships/image" Target="../media/image100.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109.wmf"/><Relationship Id="rId13" Type="http://schemas.openxmlformats.org/officeDocument/2006/relationships/image" Target="../media/image114.wmf"/><Relationship Id="rId3" Type="http://schemas.openxmlformats.org/officeDocument/2006/relationships/image" Target="../media/image104.wmf"/><Relationship Id="rId7" Type="http://schemas.openxmlformats.org/officeDocument/2006/relationships/image" Target="../media/image108.wmf"/><Relationship Id="rId12" Type="http://schemas.openxmlformats.org/officeDocument/2006/relationships/image" Target="../media/image113.wmf"/><Relationship Id="rId2" Type="http://schemas.openxmlformats.org/officeDocument/2006/relationships/image" Target="../media/image103.wmf"/><Relationship Id="rId1" Type="http://schemas.openxmlformats.org/officeDocument/2006/relationships/image" Target="../media/image102.wmf"/><Relationship Id="rId6" Type="http://schemas.openxmlformats.org/officeDocument/2006/relationships/image" Target="../media/image107.wmf"/><Relationship Id="rId11" Type="http://schemas.openxmlformats.org/officeDocument/2006/relationships/image" Target="../media/image112.wmf"/><Relationship Id="rId5" Type="http://schemas.openxmlformats.org/officeDocument/2006/relationships/image" Target="../media/image106.wmf"/><Relationship Id="rId10" Type="http://schemas.openxmlformats.org/officeDocument/2006/relationships/image" Target="../media/image111.wmf"/><Relationship Id="rId4" Type="http://schemas.openxmlformats.org/officeDocument/2006/relationships/image" Target="../media/image105.wmf"/><Relationship Id="rId9" Type="http://schemas.openxmlformats.org/officeDocument/2006/relationships/image" Target="../media/image110.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22.wmf"/><Relationship Id="rId3" Type="http://schemas.openxmlformats.org/officeDocument/2006/relationships/image" Target="../media/image117.wmf"/><Relationship Id="rId7" Type="http://schemas.openxmlformats.org/officeDocument/2006/relationships/image" Target="../media/image121.wmf"/><Relationship Id="rId2" Type="http://schemas.openxmlformats.org/officeDocument/2006/relationships/image" Target="../media/image116.wmf"/><Relationship Id="rId1" Type="http://schemas.openxmlformats.org/officeDocument/2006/relationships/image" Target="../media/image115.wmf"/><Relationship Id="rId6" Type="http://schemas.openxmlformats.org/officeDocument/2006/relationships/image" Target="../media/image120.wmf"/><Relationship Id="rId11" Type="http://schemas.openxmlformats.org/officeDocument/2006/relationships/image" Target="../media/image125.wmf"/><Relationship Id="rId5" Type="http://schemas.openxmlformats.org/officeDocument/2006/relationships/image" Target="../media/image119.wmf"/><Relationship Id="rId10" Type="http://schemas.openxmlformats.org/officeDocument/2006/relationships/image" Target="../media/image124.wmf"/><Relationship Id="rId4" Type="http://schemas.openxmlformats.org/officeDocument/2006/relationships/image" Target="../media/image118.wmf"/><Relationship Id="rId9" Type="http://schemas.openxmlformats.org/officeDocument/2006/relationships/image" Target="../media/image123.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28.wmf"/><Relationship Id="rId2" Type="http://schemas.openxmlformats.org/officeDocument/2006/relationships/image" Target="../media/image127.wmf"/><Relationship Id="rId1" Type="http://schemas.openxmlformats.org/officeDocument/2006/relationships/image" Target="../media/image126.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131.wmf"/><Relationship Id="rId1" Type="http://schemas.openxmlformats.org/officeDocument/2006/relationships/image" Target="../media/image130.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34.wmf"/><Relationship Id="rId2" Type="http://schemas.openxmlformats.org/officeDocument/2006/relationships/image" Target="../media/image133.wmf"/><Relationship Id="rId1" Type="http://schemas.openxmlformats.org/officeDocument/2006/relationships/image" Target="../media/image132.wmf"/><Relationship Id="rId5" Type="http://schemas.openxmlformats.org/officeDocument/2006/relationships/image" Target="../media/image136.wmf"/><Relationship Id="rId4" Type="http://schemas.openxmlformats.org/officeDocument/2006/relationships/image" Target="../media/image135.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37.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40.wmf"/><Relationship Id="rId2" Type="http://schemas.openxmlformats.org/officeDocument/2006/relationships/image" Target="../media/image139.wmf"/><Relationship Id="rId1" Type="http://schemas.openxmlformats.org/officeDocument/2006/relationships/image" Target="../media/image138.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44.wmf"/><Relationship Id="rId2" Type="http://schemas.openxmlformats.org/officeDocument/2006/relationships/image" Target="../media/image143.wmf"/><Relationship Id="rId1" Type="http://schemas.openxmlformats.org/officeDocument/2006/relationships/image" Target="../media/image142.wmf"/><Relationship Id="rId5" Type="http://schemas.openxmlformats.org/officeDocument/2006/relationships/image" Target="../media/image146.wmf"/><Relationship Id="rId4" Type="http://schemas.openxmlformats.org/officeDocument/2006/relationships/image" Target="../media/image145.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49.wmf"/><Relationship Id="rId2" Type="http://schemas.openxmlformats.org/officeDocument/2006/relationships/image" Target="../media/image148.wmf"/><Relationship Id="rId1" Type="http://schemas.openxmlformats.org/officeDocument/2006/relationships/image" Target="../media/image147.wmf"/><Relationship Id="rId6" Type="http://schemas.openxmlformats.org/officeDocument/2006/relationships/image" Target="../media/image152.wmf"/><Relationship Id="rId5" Type="http://schemas.openxmlformats.org/officeDocument/2006/relationships/image" Target="../media/image151.wmf"/><Relationship Id="rId4" Type="http://schemas.openxmlformats.org/officeDocument/2006/relationships/image" Target="../media/image150.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55.wmf"/><Relationship Id="rId7" Type="http://schemas.openxmlformats.org/officeDocument/2006/relationships/image" Target="../media/image159.wmf"/><Relationship Id="rId2" Type="http://schemas.openxmlformats.org/officeDocument/2006/relationships/image" Target="../media/image154.wmf"/><Relationship Id="rId1" Type="http://schemas.openxmlformats.org/officeDocument/2006/relationships/image" Target="../media/image153.wmf"/><Relationship Id="rId6" Type="http://schemas.openxmlformats.org/officeDocument/2006/relationships/image" Target="../media/image158.wmf"/><Relationship Id="rId5" Type="http://schemas.openxmlformats.org/officeDocument/2006/relationships/image" Target="../media/image157.wmf"/><Relationship Id="rId4" Type="http://schemas.openxmlformats.org/officeDocument/2006/relationships/image" Target="../media/image156.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167.wmf"/><Relationship Id="rId3" Type="http://schemas.openxmlformats.org/officeDocument/2006/relationships/image" Target="../media/image162.wmf"/><Relationship Id="rId7" Type="http://schemas.openxmlformats.org/officeDocument/2006/relationships/image" Target="../media/image166.wmf"/><Relationship Id="rId2" Type="http://schemas.openxmlformats.org/officeDocument/2006/relationships/image" Target="../media/image161.wmf"/><Relationship Id="rId1" Type="http://schemas.openxmlformats.org/officeDocument/2006/relationships/image" Target="../media/image160.wmf"/><Relationship Id="rId6" Type="http://schemas.openxmlformats.org/officeDocument/2006/relationships/image" Target="../media/image165.wmf"/><Relationship Id="rId5" Type="http://schemas.openxmlformats.org/officeDocument/2006/relationships/image" Target="../media/image164.wmf"/><Relationship Id="rId4" Type="http://schemas.openxmlformats.org/officeDocument/2006/relationships/image" Target="../media/image163.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70.wmf"/><Relationship Id="rId2" Type="http://schemas.openxmlformats.org/officeDocument/2006/relationships/image" Target="../media/image169.wmf"/><Relationship Id="rId1" Type="http://schemas.openxmlformats.org/officeDocument/2006/relationships/image" Target="../media/image168.wmf"/><Relationship Id="rId4" Type="http://schemas.openxmlformats.org/officeDocument/2006/relationships/image" Target="../media/image171.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74.wmf"/><Relationship Id="rId2" Type="http://schemas.openxmlformats.org/officeDocument/2006/relationships/image" Target="../media/image173.wmf"/><Relationship Id="rId1" Type="http://schemas.openxmlformats.org/officeDocument/2006/relationships/image" Target="../media/image172.wmf"/><Relationship Id="rId6" Type="http://schemas.openxmlformats.org/officeDocument/2006/relationships/image" Target="../media/image177.wmf"/><Relationship Id="rId5" Type="http://schemas.openxmlformats.org/officeDocument/2006/relationships/image" Target="../media/image176.wmf"/><Relationship Id="rId4" Type="http://schemas.openxmlformats.org/officeDocument/2006/relationships/image" Target="../media/image175.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79.wmf"/><Relationship Id="rId1" Type="http://schemas.openxmlformats.org/officeDocument/2006/relationships/image" Target="../media/image178.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186.wmf"/><Relationship Id="rId3" Type="http://schemas.openxmlformats.org/officeDocument/2006/relationships/image" Target="../media/image181.wmf"/><Relationship Id="rId7" Type="http://schemas.openxmlformats.org/officeDocument/2006/relationships/image" Target="../media/image185.wmf"/><Relationship Id="rId2" Type="http://schemas.openxmlformats.org/officeDocument/2006/relationships/image" Target="../media/image19.wmf"/><Relationship Id="rId1" Type="http://schemas.openxmlformats.org/officeDocument/2006/relationships/image" Target="../media/image180.wmf"/><Relationship Id="rId6" Type="http://schemas.openxmlformats.org/officeDocument/2006/relationships/image" Target="../media/image184.wmf"/><Relationship Id="rId5" Type="http://schemas.openxmlformats.org/officeDocument/2006/relationships/image" Target="../media/image183.wmf"/><Relationship Id="rId4" Type="http://schemas.openxmlformats.org/officeDocument/2006/relationships/image" Target="../media/image182.wmf"/><Relationship Id="rId9" Type="http://schemas.openxmlformats.org/officeDocument/2006/relationships/image" Target="../media/image187.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90.wmf"/><Relationship Id="rId2" Type="http://schemas.openxmlformats.org/officeDocument/2006/relationships/image" Target="../media/image189.wmf"/><Relationship Id="rId1" Type="http://schemas.openxmlformats.org/officeDocument/2006/relationships/image" Target="../media/image188.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93.wmf"/><Relationship Id="rId2" Type="http://schemas.openxmlformats.org/officeDocument/2006/relationships/image" Target="../media/image192.wmf"/><Relationship Id="rId1" Type="http://schemas.openxmlformats.org/officeDocument/2006/relationships/image" Target="../media/image191.wmf"/><Relationship Id="rId6" Type="http://schemas.openxmlformats.org/officeDocument/2006/relationships/image" Target="../media/image196.wmf"/><Relationship Id="rId5" Type="http://schemas.openxmlformats.org/officeDocument/2006/relationships/image" Target="../media/image195.wmf"/><Relationship Id="rId4" Type="http://schemas.openxmlformats.org/officeDocument/2006/relationships/image" Target="../media/image194.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99.wmf"/><Relationship Id="rId2" Type="http://schemas.openxmlformats.org/officeDocument/2006/relationships/image" Target="../media/image198.wmf"/><Relationship Id="rId1" Type="http://schemas.openxmlformats.org/officeDocument/2006/relationships/image" Target="../media/image197.wmf"/><Relationship Id="rId6" Type="http://schemas.openxmlformats.org/officeDocument/2006/relationships/image" Target="../media/image202.wmf"/><Relationship Id="rId5" Type="http://schemas.openxmlformats.org/officeDocument/2006/relationships/image" Target="../media/image201.wmf"/><Relationship Id="rId4" Type="http://schemas.openxmlformats.org/officeDocument/2006/relationships/image" Target="../media/image200.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206.wmf"/><Relationship Id="rId7" Type="http://schemas.openxmlformats.org/officeDocument/2006/relationships/image" Target="../media/image19.wmf"/><Relationship Id="rId2" Type="http://schemas.openxmlformats.org/officeDocument/2006/relationships/image" Target="../media/image205.wmf"/><Relationship Id="rId1" Type="http://schemas.openxmlformats.org/officeDocument/2006/relationships/image" Target="../media/image204.wmf"/><Relationship Id="rId6" Type="http://schemas.openxmlformats.org/officeDocument/2006/relationships/image" Target="../media/image209.wmf"/><Relationship Id="rId5" Type="http://schemas.openxmlformats.org/officeDocument/2006/relationships/image" Target="../media/image208.wmf"/><Relationship Id="rId4" Type="http://schemas.openxmlformats.org/officeDocument/2006/relationships/image" Target="../media/image207.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212.wmf"/><Relationship Id="rId7" Type="http://schemas.openxmlformats.org/officeDocument/2006/relationships/image" Target="../media/image216.wmf"/><Relationship Id="rId2" Type="http://schemas.openxmlformats.org/officeDocument/2006/relationships/image" Target="../media/image211.wmf"/><Relationship Id="rId1" Type="http://schemas.openxmlformats.org/officeDocument/2006/relationships/image" Target="../media/image210.wmf"/><Relationship Id="rId6" Type="http://schemas.openxmlformats.org/officeDocument/2006/relationships/image" Target="../media/image215.wmf"/><Relationship Id="rId5" Type="http://schemas.openxmlformats.org/officeDocument/2006/relationships/image" Target="../media/image214.wmf"/><Relationship Id="rId4" Type="http://schemas.openxmlformats.org/officeDocument/2006/relationships/image" Target="../media/image213.wmf"/></Relationships>
</file>

<file path=ppt/drawings/_rels/vmlDrawing35.vml.rels><?xml version="1.0" encoding="UTF-8" standalone="yes"?>
<Relationships xmlns="http://schemas.openxmlformats.org/package/2006/relationships"><Relationship Id="rId8" Type="http://schemas.openxmlformats.org/officeDocument/2006/relationships/image" Target="../media/image224.wmf"/><Relationship Id="rId3" Type="http://schemas.openxmlformats.org/officeDocument/2006/relationships/image" Target="../media/image219.wmf"/><Relationship Id="rId7" Type="http://schemas.openxmlformats.org/officeDocument/2006/relationships/image" Target="../media/image223.wmf"/><Relationship Id="rId2" Type="http://schemas.openxmlformats.org/officeDocument/2006/relationships/image" Target="../media/image218.wmf"/><Relationship Id="rId1" Type="http://schemas.openxmlformats.org/officeDocument/2006/relationships/image" Target="../media/image217.wmf"/><Relationship Id="rId6" Type="http://schemas.openxmlformats.org/officeDocument/2006/relationships/image" Target="../media/image222.wmf"/><Relationship Id="rId11" Type="http://schemas.openxmlformats.org/officeDocument/2006/relationships/image" Target="../media/image227.wmf"/><Relationship Id="rId5" Type="http://schemas.openxmlformats.org/officeDocument/2006/relationships/image" Target="../media/image221.wmf"/><Relationship Id="rId10" Type="http://schemas.openxmlformats.org/officeDocument/2006/relationships/image" Target="../media/image226.wmf"/><Relationship Id="rId4" Type="http://schemas.openxmlformats.org/officeDocument/2006/relationships/image" Target="../media/image220.wmf"/><Relationship Id="rId9" Type="http://schemas.openxmlformats.org/officeDocument/2006/relationships/image" Target="../media/image225.wmf"/></Relationships>
</file>

<file path=ppt/drawings/_rels/vmlDrawing36.vml.rels><?xml version="1.0" encoding="UTF-8" standalone="yes"?>
<Relationships xmlns="http://schemas.openxmlformats.org/package/2006/relationships"><Relationship Id="rId8" Type="http://schemas.openxmlformats.org/officeDocument/2006/relationships/image" Target="../media/image235.wmf"/><Relationship Id="rId3" Type="http://schemas.openxmlformats.org/officeDocument/2006/relationships/image" Target="../media/image230.wmf"/><Relationship Id="rId7" Type="http://schemas.openxmlformats.org/officeDocument/2006/relationships/image" Target="../media/image234.wmf"/><Relationship Id="rId2" Type="http://schemas.openxmlformats.org/officeDocument/2006/relationships/image" Target="../media/image229.wmf"/><Relationship Id="rId1" Type="http://schemas.openxmlformats.org/officeDocument/2006/relationships/image" Target="../media/image228.wmf"/><Relationship Id="rId6" Type="http://schemas.openxmlformats.org/officeDocument/2006/relationships/image" Target="../media/image233.wmf"/><Relationship Id="rId11" Type="http://schemas.openxmlformats.org/officeDocument/2006/relationships/image" Target="../media/image238.wmf"/><Relationship Id="rId5" Type="http://schemas.openxmlformats.org/officeDocument/2006/relationships/image" Target="../media/image232.wmf"/><Relationship Id="rId10" Type="http://schemas.openxmlformats.org/officeDocument/2006/relationships/image" Target="../media/image237.wmf"/><Relationship Id="rId4" Type="http://schemas.openxmlformats.org/officeDocument/2006/relationships/image" Target="../media/image231.wmf"/><Relationship Id="rId9" Type="http://schemas.openxmlformats.org/officeDocument/2006/relationships/image" Target="../media/image236.w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246.wmf"/><Relationship Id="rId13" Type="http://schemas.openxmlformats.org/officeDocument/2006/relationships/image" Target="../media/image251.wmf"/><Relationship Id="rId3" Type="http://schemas.openxmlformats.org/officeDocument/2006/relationships/image" Target="../media/image241.wmf"/><Relationship Id="rId7" Type="http://schemas.openxmlformats.org/officeDocument/2006/relationships/image" Target="../media/image245.wmf"/><Relationship Id="rId12" Type="http://schemas.openxmlformats.org/officeDocument/2006/relationships/image" Target="../media/image250.wmf"/><Relationship Id="rId17" Type="http://schemas.openxmlformats.org/officeDocument/2006/relationships/image" Target="../media/image255.wmf"/><Relationship Id="rId2" Type="http://schemas.openxmlformats.org/officeDocument/2006/relationships/image" Target="../media/image240.wmf"/><Relationship Id="rId16" Type="http://schemas.openxmlformats.org/officeDocument/2006/relationships/image" Target="../media/image254.wmf"/><Relationship Id="rId1" Type="http://schemas.openxmlformats.org/officeDocument/2006/relationships/image" Target="../media/image239.wmf"/><Relationship Id="rId6" Type="http://schemas.openxmlformats.org/officeDocument/2006/relationships/image" Target="../media/image244.wmf"/><Relationship Id="rId11" Type="http://schemas.openxmlformats.org/officeDocument/2006/relationships/image" Target="../media/image249.wmf"/><Relationship Id="rId5" Type="http://schemas.openxmlformats.org/officeDocument/2006/relationships/image" Target="../media/image243.wmf"/><Relationship Id="rId15" Type="http://schemas.openxmlformats.org/officeDocument/2006/relationships/image" Target="../media/image253.wmf"/><Relationship Id="rId10" Type="http://schemas.openxmlformats.org/officeDocument/2006/relationships/image" Target="../media/image248.wmf"/><Relationship Id="rId4" Type="http://schemas.openxmlformats.org/officeDocument/2006/relationships/image" Target="../media/image242.wmf"/><Relationship Id="rId9" Type="http://schemas.openxmlformats.org/officeDocument/2006/relationships/image" Target="../media/image247.wmf"/><Relationship Id="rId14" Type="http://schemas.openxmlformats.org/officeDocument/2006/relationships/image" Target="../media/image252.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258.wmf"/><Relationship Id="rId2" Type="http://schemas.openxmlformats.org/officeDocument/2006/relationships/image" Target="../media/image257.wmf"/><Relationship Id="rId1" Type="http://schemas.openxmlformats.org/officeDocument/2006/relationships/image" Target="../media/image256.wmf"/><Relationship Id="rId4" Type="http://schemas.openxmlformats.org/officeDocument/2006/relationships/image" Target="../media/image259.w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267.wmf"/><Relationship Id="rId3" Type="http://schemas.openxmlformats.org/officeDocument/2006/relationships/image" Target="../media/image262.wmf"/><Relationship Id="rId7" Type="http://schemas.openxmlformats.org/officeDocument/2006/relationships/image" Target="../media/image266.wmf"/><Relationship Id="rId2" Type="http://schemas.openxmlformats.org/officeDocument/2006/relationships/image" Target="../media/image261.wmf"/><Relationship Id="rId1" Type="http://schemas.openxmlformats.org/officeDocument/2006/relationships/image" Target="../media/image260.wmf"/><Relationship Id="rId6" Type="http://schemas.openxmlformats.org/officeDocument/2006/relationships/image" Target="../media/image265.wmf"/><Relationship Id="rId11" Type="http://schemas.openxmlformats.org/officeDocument/2006/relationships/image" Target="../media/image270.wmf"/><Relationship Id="rId5" Type="http://schemas.openxmlformats.org/officeDocument/2006/relationships/image" Target="../media/image264.wmf"/><Relationship Id="rId10" Type="http://schemas.openxmlformats.org/officeDocument/2006/relationships/image" Target="../media/image269.wmf"/><Relationship Id="rId4" Type="http://schemas.openxmlformats.org/officeDocument/2006/relationships/image" Target="../media/image263.wmf"/><Relationship Id="rId9" Type="http://schemas.openxmlformats.org/officeDocument/2006/relationships/image" Target="../media/image268.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273.wmf"/><Relationship Id="rId2" Type="http://schemas.openxmlformats.org/officeDocument/2006/relationships/image" Target="../media/image272.wmf"/><Relationship Id="rId1" Type="http://schemas.openxmlformats.org/officeDocument/2006/relationships/image" Target="../media/image271.wmf"/></Relationships>
</file>

<file path=ppt/drawings/_rels/vmlDrawing41.vml.rels><?xml version="1.0" encoding="UTF-8" standalone="yes"?>
<Relationships xmlns="http://schemas.openxmlformats.org/package/2006/relationships"><Relationship Id="rId8" Type="http://schemas.openxmlformats.org/officeDocument/2006/relationships/image" Target="../media/image281.wmf"/><Relationship Id="rId3" Type="http://schemas.openxmlformats.org/officeDocument/2006/relationships/image" Target="../media/image276.wmf"/><Relationship Id="rId7" Type="http://schemas.openxmlformats.org/officeDocument/2006/relationships/image" Target="../media/image280.wmf"/><Relationship Id="rId2" Type="http://schemas.openxmlformats.org/officeDocument/2006/relationships/image" Target="../media/image275.wmf"/><Relationship Id="rId1" Type="http://schemas.openxmlformats.org/officeDocument/2006/relationships/image" Target="../media/image274.wmf"/><Relationship Id="rId6" Type="http://schemas.openxmlformats.org/officeDocument/2006/relationships/image" Target="../media/image279.wmf"/><Relationship Id="rId5" Type="http://schemas.openxmlformats.org/officeDocument/2006/relationships/image" Target="../media/image278.wmf"/><Relationship Id="rId4" Type="http://schemas.openxmlformats.org/officeDocument/2006/relationships/image" Target="../media/image277.wmf"/></Relationships>
</file>

<file path=ppt/drawings/_rels/vmlDrawing42.vml.rels><?xml version="1.0" encoding="UTF-8" standalone="yes"?>
<Relationships xmlns="http://schemas.openxmlformats.org/package/2006/relationships"><Relationship Id="rId8" Type="http://schemas.openxmlformats.org/officeDocument/2006/relationships/image" Target="../media/image290.wmf"/><Relationship Id="rId13" Type="http://schemas.openxmlformats.org/officeDocument/2006/relationships/image" Target="../media/image295.wmf"/><Relationship Id="rId3" Type="http://schemas.openxmlformats.org/officeDocument/2006/relationships/image" Target="../media/image285.wmf"/><Relationship Id="rId7" Type="http://schemas.openxmlformats.org/officeDocument/2006/relationships/image" Target="../media/image289.wmf"/><Relationship Id="rId12" Type="http://schemas.openxmlformats.org/officeDocument/2006/relationships/image" Target="../media/image294.wmf"/><Relationship Id="rId2" Type="http://schemas.openxmlformats.org/officeDocument/2006/relationships/image" Target="../media/image284.wmf"/><Relationship Id="rId1" Type="http://schemas.openxmlformats.org/officeDocument/2006/relationships/image" Target="../media/image283.wmf"/><Relationship Id="rId6" Type="http://schemas.openxmlformats.org/officeDocument/2006/relationships/image" Target="../media/image288.wmf"/><Relationship Id="rId11" Type="http://schemas.openxmlformats.org/officeDocument/2006/relationships/image" Target="../media/image293.wmf"/><Relationship Id="rId5" Type="http://schemas.openxmlformats.org/officeDocument/2006/relationships/image" Target="../media/image287.wmf"/><Relationship Id="rId10" Type="http://schemas.openxmlformats.org/officeDocument/2006/relationships/image" Target="../media/image292.wmf"/><Relationship Id="rId4" Type="http://schemas.openxmlformats.org/officeDocument/2006/relationships/image" Target="../media/image286.wmf"/><Relationship Id="rId9" Type="http://schemas.openxmlformats.org/officeDocument/2006/relationships/image" Target="../media/image291.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299.wmf"/><Relationship Id="rId7" Type="http://schemas.openxmlformats.org/officeDocument/2006/relationships/image" Target="../media/image303.wmf"/><Relationship Id="rId2" Type="http://schemas.openxmlformats.org/officeDocument/2006/relationships/image" Target="../media/image298.wmf"/><Relationship Id="rId1" Type="http://schemas.openxmlformats.org/officeDocument/2006/relationships/image" Target="../media/image297.wmf"/><Relationship Id="rId6" Type="http://schemas.openxmlformats.org/officeDocument/2006/relationships/image" Target="../media/image302.wmf"/><Relationship Id="rId5" Type="http://schemas.openxmlformats.org/officeDocument/2006/relationships/image" Target="../media/image301.wmf"/><Relationship Id="rId4" Type="http://schemas.openxmlformats.org/officeDocument/2006/relationships/image" Target="../media/image300.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306.wmf"/><Relationship Id="rId2" Type="http://schemas.openxmlformats.org/officeDocument/2006/relationships/image" Target="../media/image305.wmf"/><Relationship Id="rId1" Type="http://schemas.openxmlformats.org/officeDocument/2006/relationships/image" Target="../media/image304.wmf"/></Relationships>
</file>

<file path=ppt/drawings/_rels/vmlDrawing45.vml.rels><?xml version="1.0" encoding="UTF-8" standalone="yes"?>
<Relationships xmlns="http://schemas.openxmlformats.org/package/2006/relationships"><Relationship Id="rId8" Type="http://schemas.openxmlformats.org/officeDocument/2006/relationships/image" Target="../media/image314.wmf"/><Relationship Id="rId3" Type="http://schemas.openxmlformats.org/officeDocument/2006/relationships/image" Target="../media/image309.wmf"/><Relationship Id="rId7" Type="http://schemas.openxmlformats.org/officeDocument/2006/relationships/image" Target="../media/image313.wmf"/><Relationship Id="rId2" Type="http://schemas.openxmlformats.org/officeDocument/2006/relationships/image" Target="../media/image308.wmf"/><Relationship Id="rId1" Type="http://schemas.openxmlformats.org/officeDocument/2006/relationships/image" Target="../media/image307.wmf"/><Relationship Id="rId6" Type="http://schemas.openxmlformats.org/officeDocument/2006/relationships/image" Target="../media/image312.wmf"/><Relationship Id="rId5" Type="http://schemas.openxmlformats.org/officeDocument/2006/relationships/image" Target="../media/image311.wmf"/><Relationship Id="rId4" Type="http://schemas.openxmlformats.org/officeDocument/2006/relationships/image" Target="../media/image310.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317.wmf"/><Relationship Id="rId2" Type="http://schemas.openxmlformats.org/officeDocument/2006/relationships/image" Target="../media/image316.wmf"/><Relationship Id="rId1" Type="http://schemas.openxmlformats.org/officeDocument/2006/relationships/image" Target="../media/image315.wmf"/><Relationship Id="rId4" Type="http://schemas.openxmlformats.org/officeDocument/2006/relationships/image" Target="../media/image318.wmf"/></Relationships>
</file>

<file path=ppt/drawings/_rels/vmlDrawing47.vml.rels><?xml version="1.0" encoding="UTF-8" standalone="yes"?>
<Relationships xmlns="http://schemas.openxmlformats.org/package/2006/relationships"><Relationship Id="rId8" Type="http://schemas.openxmlformats.org/officeDocument/2006/relationships/image" Target="../media/image326.wmf"/><Relationship Id="rId3" Type="http://schemas.openxmlformats.org/officeDocument/2006/relationships/image" Target="../media/image321.wmf"/><Relationship Id="rId7" Type="http://schemas.openxmlformats.org/officeDocument/2006/relationships/image" Target="../media/image325.wmf"/><Relationship Id="rId2" Type="http://schemas.openxmlformats.org/officeDocument/2006/relationships/image" Target="../media/image320.wmf"/><Relationship Id="rId1" Type="http://schemas.openxmlformats.org/officeDocument/2006/relationships/image" Target="../media/image319.wmf"/><Relationship Id="rId6" Type="http://schemas.openxmlformats.org/officeDocument/2006/relationships/image" Target="../media/image324.wmf"/><Relationship Id="rId5" Type="http://schemas.openxmlformats.org/officeDocument/2006/relationships/image" Target="../media/image323.wmf"/><Relationship Id="rId4" Type="http://schemas.openxmlformats.org/officeDocument/2006/relationships/image" Target="../media/image322.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329.wmf"/><Relationship Id="rId2" Type="http://schemas.openxmlformats.org/officeDocument/2006/relationships/image" Target="../media/image328.wmf"/><Relationship Id="rId1" Type="http://schemas.openxmlformats.org/officeDocument/2006/relationships/image" Target="../media/image327.wmf"/><Relationship Id="rId4" Type="http://schemas.openxmlformats.org/officeDocument/2006/relationships/image" Target="../media/image330.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333.wmf"/><Relationship Id="rId2" Type="http://schemas.openxmlformats.org/officeDocument/2006/relationships/image" Target="../media/image332.wmf"/><Relationship Id="rId1" Type="http://schemas.openxmlformats.org/officeDocument/2006/relationships/image" Target="../media/image331.wmf"/><Relationship Id="rId6" Type="http://schemas.openxmlformats.org/officeDocument/2006/relationships/image" Target="../media/image336.wmf"/><Relationship Id="rId5" Type="http://schemas.openxmlformats.org/officeDocument/2006/relationships/image" Target="../media/image335.wmf"/><Relationship Id="rId4" Type="http://schemas.openxmlformats.org/officeDocument/2006/relationships/image" Target="../media/image334.wmf"/></Relationships>
</file>

<file path=ppt/drawings/_rels/vmlDrawing50.vml.rels><?xml version="1.0" encoding="UTF-8" standalone="yes"?>
<Relationships xmlns="http://schemas.openxmlformats.org/package/2006/relationships"><Relationship Id="rId2" Type="http://schemas.openxmlformats.org/officeDocument/2006/relationships/image" Target="../media/image338.wmf"/><Relationship Id="rId1" Type="http://schemas.openxmlformats.org/officeDocument/2006/relationships/image" Target="../media/image337.w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341.wmf"/><Relationship Id="rId7" Type="http://schemas.openxmlformats.org/officeDocument/2006/relationships/image" Target="../media/image345.wmf"/><Relationship Id="rId2" Type="http://schemas.openxmlformats.org/officeDocument/2006/relationships/image" Target="../media/image340.wmf"/><Relationship Id="rId1" Type="http://schemas.openxmlformats.org/officeDocument/2006/relationships/image" Target="../media/image339.wmf"/><Relationship Id="rId6" Type="http://schemas.openxmlformats.org/officeDocument/2006/relationships/image" Target="../media/image344.wmf"/><Relationship Id="rId5" Type="http://schemas.openxmlformats.org/officeDocument/2006/relationships/image" Target="../media/image343.wmf"/><Relationship Id="rId4" Type="http://schemas.openxmlformats.org/officeDocument/2006/relationships/image" Target="../media/image342.w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348.wmf"/><Relationship Id="rId2" Type="http://schemas.openxmlformats.org/officeDocument/2006/relationships/image" Target="../media/image347.wmf"/><Relationship Id="rId1" Type="http://schemas.openxmlformats.org/officeDocument/2006/relationships/image" Target="../media/image346.wmf"/><Relationship Id="rId4" Type="http://schemas.openxmlformats.org/officeDocument/2006/relationships/image" Target="../media/image349.wmf"/></Relationships>
</file>

<file path=ppt/drawings/_rels/vmlDrawing53.vml.rels><?xml version="1.0" encoding="UTF-8" standalone="yes"?>
<Relationships xmlns="http://schemas.openxmlformats.org/package/2006/relationships"><Relationship Id="rId2" Type="http://schemas.openxmlformats.org/officeDocument/2006/relationships/image" Target="../media/image350.wmf"/><Relationship Id="rId1" Type="http://schemas.openxmlformats.org/officeDocument/2006/relationships/image" Target="../media/image182.wmf"/></Relationships>
</file>

<file path=ppt/drawings/_rels/vmlDrawing54.vml.rels><?xml version="1.0" encoding="UTF-8" standalone="yes"?>
<Relationships xmlns="http://schemas.openxmlformats.org/package/2006/relationships"><Relationship Id="rId3" Type="http://schemas.openxmlformats.org/officeDocument/2006/relationships/image" Target="../media/image354.wmf"/><Relationship Id="rId2" Type="http://schemas.openxmlformats.org/officeDocument/2006/relationships/image" Target="../media/image353.wmf"/><Relationship Id="rId1" Type="http://schemas.openxmlformats.org/officeDocument/2006/relationships/image" Target="../media/image352.wmf"/><Relationship Id="rId5" Type="http://schemas.openxmlformats.org/officeDocument/2006/relationships/image" Target="../media/image356.wmf"/><Relationship Id="rId4" Type="http://schemas.openxmlformats.org/officeDocument/2006/relationships/image" Target="../media/image355.w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359.wmf"/><Relationship Id="rId2" Type="http://schemas.openxmlformats.org/officeDocument/2006/relationships/image" Target="../media/image358.wmf"/><Relationship Id="rId1" Type="http://schemas.openxmlformats.org/officeDocument/2006/relationships/image" Target="../media/image357.wmf"/><Relationship Id="rId5" Type="http://schemas.openxmlformats.org/officeDocument/2006/relationships/image" Target="../media/image361.wmf"/><Relationship Id="rId4" Type="http://schemas.openxmlformats.org/officeDocument/2006/relationships/image" Target="../media/image360.wmf"/></Relationships>
</file>

<file path=ppt/drawings/_rels/vmlDrawing56.vml.rels><?xml version="1.0" encoding="UTF-8" standalone="yes"?>
<Relationships xmlns="http://schemas.openxmlformats.org/package/2006/relationships"><Relationship Id="rId3" Type="http://schemas.openxmlformats.org/officeDocument/2006/relationships/image" Target="../media/image364.wmf"/><Relationship Id="rId7" Type="http://schemas.openxmlformats.org/officeDocument/2006/relationships/image" Target="../media/image367.wmf"/><Relationship Id="rId2" Type="http://schemas.openxmlformats.org/officeDocument/2006/relationships/image" Target="../media/image363.wmf"/><Relationship Id="rId1" Type="http://schemas.openxmlformats.org/officeDocument/2006/relationships/image" Target="../media/image362.wmf"/><Relationship Id="rId6" Type="http://schemas.openxmlformats.org/officeDocument/2006/relationships/image" Target="../media/image366.wmf"/><Relationship Id="rId5" Type="http://schemas.openxmlformats.org/officeDocument/2006/relationships/image" Target="../media/image271.wmf"/><Relationship Id="rId4" Type="http://schemas.openxmlformats.org/officeDocument/2006/relationships/image" Target="../media/image365.wmf"/></Relationships>
</file>

<file path=ppt/drawings/_rels/vmlDrawing57.vml.rels><?xml version="1.0" encoding="UTF-8" standalone="yes"?>
<Relationships xmlns="http://schemas.openxmlformats.org/package/2006/relationships"><Relationship Id="rId8" Type="http://schemas.openxmlformats.org/officeDocument/2006/relationships/image" Target="../media/image375.wmf"/><Relationship Id="rId3" Type="http://schemas.openxmlformats.org/officeDocument/2006/relationships/image" Target="../media/image370.wmf"/><Relationship Id="rId7" Type="http://schemas.openxmlformats.org/officeDocument/2006/relationships/image" Target="../media/image374.wmf"/><Relationship Id="rId2" Type="http://schemas.openxmlformats.org/officeDocument/2006/relationships/image" Target="../media/image369.wmf"/><Relationship Id="rId1" Type="http://schemas.openxmlformats.org/officeDocument/2006/relationships/image" Target="../media/image368.wmf"/><Relationship Id="rId6" Type="http://schemas.openxmlformats.org/officeDocument/2006/relationships/image" Target="../media/image373.wmf"/><Relationship Id="rId11" Type="http://schemas.openxmlformats.org/officeDocument/2006/relationships/image" Target="../media/image378.wmf"/><Relationship Id="rId5" Type="http://schemas.openxmlformats.org/officeDocument/2006/relationships/image" Target="../media/image372.wmf"/><Relationship Id="rId10" Type="http://schemas.openxmlformats.org/officeDocument/2006/relationships/image" Target="../media/image377.wmf"/><Relationship Id="rId4" Type="http://schemas.openxmlformats.org/officeDocument/2006/relationships/image" Target="../media/image371.wmf"/><Relationship Id="rId9" Type="http://schemas.openxmlformats.org/officeDocument/2006/relationships/image" Target="../media/image37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30525"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29050" y="0"/>
            <a:ext cx="2930525" cy="496888"/>
          </a:xfrm>
          <a:prstGeom prst="rect">
            <a:avLst/>
          </a:prstGeom>
        </p:spPr>
        <p:txBody>
          <a:bodyPr vert="horz" lIns="91440" tIns="45720" rIns="91440" bIns="45720" rtlCol="0"/>
          <a:lstStyle>
            <a:lvl1pPr algn="r">
              <a:defRPr sz="1200"/>
            </a:lvl1pPr>
          </a:lstStyle>
          <a:p>
            <a:fld id="{CAD1AD50-E70F-439D-B7E5-2FDC92E76DC6}" type="datetimeFigureOut">
              <a:rPr lang="zh-CN" altLang="en-US" smtClean="0"/>
              <a:t>2020/4/1 Wednesday</a:t>
            </a:fld>
            <a:endParaRPr lang="zh-CN" altLang="en-US"/>
          </a:p>
        </p:txBody>
      </p:sp>
      <p:sp>
        <p:nvSpPr>
          <p:cNvPr id="4" name="页脚占位符 3"/>
          <p:cNvSpPr>
            <a:spLocks noGrp="1"/>
          </p:cNvSpPr>
          <p:nvPr>
            <p:ph type="ftr" sz="quarter" idx="2"/>
          </p:nvPr>
        </p:nvSpPr>
        <p:spPr>
          <a:xfrm>
            <a:off x="0" y="9444038"/>
            <a:ext cx="2930525" cy="4968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29050" y="9444038"/>
            <a:ext cx="2930525" cy="496887"/>
          </a:xfrm>
          <a:prstGeom prst="rect">
            <a:avLst/>
          </a:prstGeom>
        </p:spPr>
        <p:txBody>
          <a:bodyPr vert="horz" lIns="91440" tIns="45720" rIns="91440" bIns="45720" rtlCol="0" anchor="b"/>
          <a:lstStyle>
            <a:lvl1pPr algn="r">
              <a:defRPr sz="1200"/>
            </a:lvl1pPr>
          </a:lstStyle>
          <a:p>
            <a:fld id="{905954D5-DA1A-4E9D-8349-8A31920CD6E1}"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30525"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latin typeface="Times New Roman" pitchFamily="18" charset="0"/>
                <a:ea typeface="宋体" pitchFamily="2" charset="-122"/>
              </a:defRPr>
            </a:lvl1pPr>
          </a:lstStyle>
          <a:p>
            <a:pPr>
              <a:defRPr/>
            </a:pPr>
            <a:endParaRPr lang="zh-CN" altLang="en-US"/>
          </a:p>
        </p:txBody>
      </p:sp>
      <p:sp>
        <p:nvSpPr>
          <p:cNvPr id="2051" name="Rectangle 3"/>
          <p:cNvSpPr>
            <a:spLocks noGrp="1" noChangeArrowheads="1"/>
          </p:cNvSpPr>
          <p:nvPr>
            <p:ph type="dt" idx="1"/>
          </p:nvPr>
        </p:nvSpPr>
        <p:spPr bwMode="auto">
          <a:xfrm>
            <a:off x="3830638" y="0"/>
            <a:ext cx="2930525"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ea typeface="宋体" pitchFamily="2" charset="-122"/>
              </a:defRPr>
            </a:lvl1pPr>
          </a:lstStyle>
          <a:p>
            <a:pPr>
              <a:defRPr/>
            </a:pPr>
            <a:endParaRPr lang="en-US" altLang="zh-CN"/>
          </a:p>
        </p:txBody>
      </p:sp>
      <p:sp>
        <p:nvSpPr>
          <p:cNvPr id="74756" name="Rectangle 4"/>
          <p:cNvSpPr>
            <a:spLocks noGrp="1" noRot="1" noChangeAspect="1" noChangeArrowheads="1"/>
          </p:cNvSpPr>
          <p:nvPr>
            <p:ph type="sldImg" idx="2"/>
          </p:nvPr>
        </p:nvSpPr>
        <p:spPr bwMode="auto">
          <a:xfrm>
            <a:off x="68263" y="746125"/>
            <a:ext cx="6624637" cy="3727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sp>
      <p:sp>
        <p:nvSpPr>
          <p:cNvPr id="2053" name="Rectangle 5"/>
          <p:cNvSpPr>
            <a:spLocks noGrp="1" noChangeArrowheads="1"/>
          </p:cNvSpPr>
          <p:nvPr>
            <p:ph type="body" sz="quarter" idx="3"/>
          </p:nvPr>
        </p:nvSpPr>
        <p:spPr bwMode="auto">
          <a:xfrm>
            <a:off x="901700" y="4722813"/>
            <a:ext cx="4957763" cy="44735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054" name="Rectangle 6"/>
          <p:cNvSpPr>
            <a:spLocks noGrp="1" noChangeArrowheads="1"/>
          </p:cNvSpPr>
          <p:nvPr>
            <p:ph type="ftr" sz="quarter" idx="4"/>
          </p:nvPr>
        </p:nvSpPr>
        <p:spPr bwMode="auto">
          <a:xfrm>
            <a:off x="0" y="9445625"/>
            <a:ext cx="2930525"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latin typeface="Times New Roman" pitchFamily="18" charset="0"/>
                <a:ea typeface="宋体" pitchFamily="2" charset="-122"/>
              </a:defRPr>
            </a:lvl1pPr>
          </a:lstStyle>
          <a:p>
            <a:pPr>
              <a:defRPr/>
            </a:pPr>
            <a:endParaRPr lang="en-US" altLang="zh-CN"/>
          </a:p>
        </p:txBody>
      </p:sp>
      <p:sp>
        <p:nvSpPr>
          <p:cNvPr id="2055" name="Rectangle 7"/>
          <p:cNvSpPr>
            <a:spLocks noGrp="1" noChangeArrowheads="1"/>
          </p:cNvSpPr>
          <p:nvPr>
            <p:ph type="sldNum" sz="quarter" idx="5"/>
          </p:nvPr>
        </p:nvSpPr>
        <p:spPr bwMode="auto">
          <a:xfrm>
            <a:off x="3830638" y="9445625"/>
            <a:ext cx="2930525"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ea typeface="宋体" pitchFamily="2" charset="-122"/>
              </a:defRPr>
            </a:lvl1pPr>
          </a:lstStyle>
          <a:p>
            <a:pPr>
              <a:defRPr/>
            </a:pPr>
            <a:fld id="{024E2C43-56D8-402F-918D-9EE9B6DA79EF}" type="slidenum">
              <a:rPr lang="zh-CN" altLang="en-US"/>
              <a:pPr>
                <a:defRPr/>
              </a:pPr>
              <a:t>‹#›</a:t>
            </a:fld>
            <a:endParaRPr lang="en-US" altLang="zh-CN"/>
          </a:p>
        </p:txBody>
      </p:sp>
    </p:spTree>
    <p:extLst>
      <p:ext uri="{BB962C8B-B14F-4D97-AF65-F5344CB8AC3E}">
        <p14:creationId xmlns:p14="http://schemas.microsoft.com/office/powerpoint/2010/main" xmlns="" val="390615664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fld id="{70C7B816-E402-4565-8246-4BE9C57512A9}" type="slidenum">
              <a:rPr lang="zh-CN" altLang="en-US" sz="1200" b="0" smtClean="0">
                <a:latin typeface="Times New Roman" pitchFamily="18" charset="0"/>
                <a:ea typeface="宋体" pitchFamily="2" charset="-122"/>
              </a:rPr>
              <a:pPr eaLnBrk="1" hangingPunct="1"/>
              <a:t>4</a:t>
            </a:fld>
            <a:endParaRPr lang="en-US" altLang="zh-CN" sz="1200" b="0" smtClean="0">
              <a:latin typeface="Times New Roman" pitchFamily="18" charset="0"/>
              <a:ea typeface="宋体" pitchFamily="2" charset="-122"/>
            </a:endParaRPr>
          </a:p>
        </p:txBody>
      </p:sp>
      <p:sp>
        <p:nvSpPr>
          <p:cNvPr id="75779" name="Rectangle 2"/>
          <p:cNvSpPr>
            <a:spLocks noGrp="1" noRot="1" noChangeAspect="1" noChangeArrowheads="1" noTextEdit="1"/>
          </p:cNvSpPr>
          <p:nvPr>
            <p:ph type="sldImg"/>
          </p:nvPr>
        </p:nvSpPr>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zh-CN" altLang="en-US" b="1" smtClean="0"/>
              <a:t>在运动的描述中，各种参考系都是等价的。但实验表明，动力学规律并非是在任何参考系中都成立。这就引出了惯性参考系的问题。</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6454775" y="268288"/>
            <a:ext cx="2581275" cy="4619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l">
              <a:buFont typeface="Arial" pitchFamily="34" charset="0"/>
              <a:buNone/>
              <a:defRPr/>
            </a:pPr>
            <a:r>
              <a:rPr lang="zh-CN" altLang="en-US" sz="2400" dirty="0" smtClean="0">
                <a:solidFill>
                  <a:prstClr val="white"/>
                </a:solidFill>
              </a:rPr>
              <a:t>第</a:t>
            </a:r>
            <a:r>
              <a:rPr lang="en-US" altLang="zh-CN" sz="2400" dirty="0" smtClean="0">
                <a:solidFill>
                  <a:prstClr val="white"/>
                </a:solidFill>
              </a:rPr>
              <a:t>2</a:t>
            </a:r>
            <a:r>
              <a:rPr lang="zh-CN" altLang="en-US" sz="2400" dirty="0" smtClean="0">
                <a:solidFill>
                  <a:prstClr val="white"/>
                </a:solidFill>
              </a:rPr>
              <a:t>章 质点动力学</a:t>
            </a:r>
            <a:endParaRPr lang="zh-CN" altLang="en-US" sz="2400" dirty="0">
              <a:solidFill>
                <a:prstClr val="white"/>
              </a:solidFill>
            </a:endParaRPr>
          </a:p>
        </p:txBody>
      </p:sp>
    </p:spTree>
    <p:extLst>
      <p:ext uri="{BB962C8B-B14F-4D97-AF65-F5344CB8AC3E}">
        <p14:creationId xmlns:p14="http://schemas.microsoft.com/office/powerpoint/2010/main" xmlns="" val="4445570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8207375" y="371475"/>
            <a:ext cx="828675"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l">
              <a:buFont typeface="Arial" pitchFamily="34" charset="0"/>
              <a:buNone/>
              <a:defRPr/>
            </a:pPr>
            <a:r>
              <a:rPr lang="zh-CN" altLang="en-US" sz="2000" dirty="0" smtClean="0">
                <a:solidFill>
                  <a:prstClr val="white"/>
                </a:solidFill>
              </a:rPr>
              <a:t>前  言</a:t>
            </a:r>
          </a:p>
        </p:txBody>
      </p:sp>
    </p:spTree>
    <p:extLst>
      <p:ext uri="{BB962C8B-B14F-4D97-AF65-F5344CB8AC3E}">
        <p14:creationId xmlns:p14="http://schemas.microsoft.com/office/powerpoint/2010/main" xmlns="" val="1439968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515100" y="325438"/>
            <a:ext cx="2593975" cy="4460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lnSpc>
                <a:spcPct val="115000"/>
              </a:lnSpc>
            </a:pPr>
            <a:r>
              <a:rPr lang="en-US" altLang="zh-CN" sz="2000">
                <a:solidFill>
                  <a:srgbClr val="FFFFFF"/>
                </a:solidFill>
                <a:latin typeface="Times New Roman" pitchFamily="18" charset="0"/>
                <a:ea typeface="华文中宋" pitchFamily="2" charset="-122"/>
                <a:cs typeface="Times New Roman" pitchFamily="18" charset="0"/>
              </a:rPr>
              <a:t>§2-1    </a:t>
            </a:r>
            <a:r>
              <a:rPr lang="zh-CN" altLang="en-US" sz="2000">
                <a:solidFill>
                  <a:srgbClr val="FFFFFF"/>
                </a:solidFill>
                <a:latin typeface="Times New Roman" pitchFamily="18" charset="0"/>
                <a:ea typeface="华文中宋" pitchFamily="2" charset="-122"/>
                <a:cs typeface="Times New Roman" pitchFamily="18" charset="0"/>
              </a:rPr>
              <a:t>牛顿运动定律</a:t>
            </a:r>
          </a:p>
        </p:txBody>
      </p:sp>
    </p:spTree>
    <p:extLst>
      <p:ext uri="{BB962C8B-B14F-4D97-AF65-F5344CB8AC3E}">
        <p14:creationId xmlns:p14="http://schemas.microsoft.com/office/powerpoint/2010/main" xmlns="" val="3696876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156325" y="320675"/>
            <a:ext cx="2952750" cy="4460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lnSpc>
                <a:spcPct val="115000"/>
              </a:lnSpc>
            </a:pPr>
            <a:r>
              <a:rPr lang="en-US" altLang="zh-CN" sz="2000">
                <a:solidFill>
                  <a:srgbClr val="FFFFFF"/>
                </a:solidFill>
                <a:latin typeface="Times New Roman" pitchFamily="18" charset="0"/>
                <a:ea typeface="华文中宋" pitchFamily="2" charset="-122"/>
                <a:cs typeface="Times New Roman" pitchFamily="18" charset="0"/>
              </a:rPr>
              <a:t>§2-2*  </a:t>
            </a:r>
            <a:r>
              <a:rPr lang="zh-CN" altLang="en-US" sz="2000">
                <a:solidFill>
                  <a:srgbClr val="FFFFFF"/>
                </a:solidFill>
                <a:latin typeface="Times New Roman" pitchFamily="18" charset="0"/>
                <a:ea typeface="华文中宋" pitchFamily="2" charset="-122"/>
                <a:cs typeface="Times New Roman" pitchFamily="18" charset="0"/>
              </a:rPr>
              <a:t>非惯性系 惯性力</a:t>
            </a:r>
          </a:p>
        </p:txBody>
      </p:sp>
    </p:spTree>
    <p:extLst>
      <p:ext uri="{BB962C8B-B14F-4D97-AF65-F5344CB8AC3E}">
        <p14:creationId xmlns:p14="http://schemas.microsoft.com/office/powerpoint/2010/main" xmlns="" val="1927346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5940425" y="339725"/>
            <a:ext cx="3168650" cy="4460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lnSpc>
                <a:spcPct val="115000"/>
              </a:lnSpc>
            </a:pPr>
            <a:r>
              <a:rPr lang="en-US" altLang="zh-CN" sz="2000">
                <a:solidFill>
                  <a:srgbClr val="FFFFFF"/>
                </a:solidFill>
                <a:latin typeface="Times New Roman" pitchFamily="18" charset="0"/>
                <a:ea typeface="华文中宋" pitchFamily="2" charset="-122"/>
                <a:cs typeface="Times New Roman" pitchFamily="18" charset="0"/>
              </a:rPr>
              <a:t>§2-3    </a:t>
            </a:r>
            <a:r>
              <a:rPr lang="zh-CN" altLang="en-US" sz="2000">
                <a:solidFill>
                  <a:srgbClr val="FFFFFF"/>
                </a:solidFill>
                <a:latin typeface="Times New Roman" pitchFamily="18" charset="0"/>
                <a:ea typeface="华文中宋" pitchFamily="2" charset="-122"/>
                <a:cs typeface="Times New Roman" pitchFamily="18" charset="0"/>
              </a:rPr>
              <a:t>动量 动量守恒定律</a:t>
            </a:r>
          </a:p>
        </p:txBody>
      </p:sp>
    </p:spTree>
    <p:extLst>
      <p:ext uri="{BB962C8B-B14F-4D97-AF65-F5344CB8AC3E}">
        <p14:creationId xmlns:p14="http://schemas.microsoft.com/office/powerpoint/2010/main" xmlns="" val="1723578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4643438" y="325438"/>
            <a:ext cx="4465637" cy="4460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lnSpc>
                <a:spcPct val="115000"/>
              </a:lnSpc>
            </a:pPr>
            <a:r>
              <a:rPr lang="en-US" altLang="zh-CN" sz="2000">
                <a:solidFill>
                  <a:srgbClr val="FFFFFF"/>
                </a:solidFill>
                <a:latin typeface="Times New Roman" pitchFamily="18" charset="0"/>
                <a:ea typeface="华文中宋" pitchFamily="2" charset="-122"/>
                <a:cs typeface="Times New Roman" pitchFamily="18" charset="0"/>
              </a:rPr>
              <a:t>§2-4    </a:t>
            </a:r>
            <a:r>
              <a:rPr lang="zh-CN" altLang="en-US" sz="2000">
                <a:solidFill>
                  <a:srgbClr val="FFFFFF"/>
                </a:solidFill>
                <a:latin typeface="Times New Roman" pitchFamily="18" charset="0"/>
                <a:ea typeface="华文中宋" pitchFamily="2" charset="-122"/>
                <a:cs typeface="Times New Roman" pitchFamily="18" charset="0"/>
              </a:rPr>
              <a:t>功 动能 势能　机械能守恒定律</a:t>
            </a:r>
          </a:p>
        </p:txBody>
      </p:sp>
    </p:spTree>
    <p:extLst>
      <p:ext uri="{BB962C8B-B14F-4D97-AF65-F5344CB8AC3E}">
        <p14:creationId xmlns:p14="http://schemas.microsoft.com/office/powerpoint/2010/main" xmlns="" val="2473187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7812088" y="325438"/>
            <a:ext cx="1223962" cy="4460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lnSpc>
                <a:spcPct val="115000"/>
              </a:lnSpc>
            </a:pPr>
            <a:r>
              <a:rPr lang="zh-CN" altLang="en-US" sz="2000">
                <a:solidFill>
                  <a:srgbClr val="FFFFFF"/>
                </a:solidFill>
                <a:latin typeface="Times New Roman" pitchFamily="18" charset="0"/>
                <a:ea typeface="华文中宋" pitchFamily="2" charset="-122"/>
                <a:cs typeface="Times New Roman" pitchFamily="18" charset="0"/>
              </a:rPr>
              <a:t>本章小结</a:t>
            </a:r>
          </a:p>
        </p:txBody>
      </p:sp>
    </p:spTree>
    <p:extLst>
      <p:ext uri="{BB962C8B-B14F-4D97-AF65-F5344CB8AC3E}">
        <p14:creationId xmlns:p14="http://schemas.microsoft.com/office/powerpoint/2010/main" xmlns="" val="7154537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bg bwMode="auto">
      <p:bgPr>
        <a:gradFill rotWithShape="0">
          <a:gsLst>
            <a:gs pos="0">
              <a:srgbClr val="DDEBCF"/>
            </a:gs>
            <a:gs pos="100000">
              <a:srgbClr val="9CB86E"/>
            </a:gs>
          </a:gsLst>
          <a:lin ang="5400000" scaled="1"/>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106398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xmlns="" val="1118099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05979"/>
            <a:ext cx="8229600" cy="4388644"/>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xmlns="" val="2384101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xmlns="" val="23736359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05978"/>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457200" y="1200150"/>
            <a:ext cx="4038600" cy="1639491"/>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200150"/>
            <a:ext cx="4038600" cy="1639491"/>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57200" y="2953942"/>
            <a:ext cx="4038600" cy="1640681"/>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内容占位符 5"/>
          <p:cNvSpPr>
            <a:spLocks noGrp="1"/>
          </p:cNvSpPr>
          <p:nvPr>
            <p:ph sz="quarter" idx="4"/>
          </p:nvPr>
        </p:nvSpPr>
        <p:spPr>
          <a:xfrm>
            <a:off x="4648200" y="2953942"/>
            <a:ext cx="4038600" cy="1640681"/>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xmlns="" val="1586600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0-0-&#24635;&#30446;&#24405;.pptx"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rgbClr val="58A289">
            <a:alpha val="20000"/>
          </a:srgbClr>
        </a:solidFill>
        <a:effectLst/>
      </p:bgPr>
    </p:bg>
    <p:spTree>
      <p:nvGrpSpPr>
        <p:cNvPr id="1" name=""/>
        <p:cNvGrpSpPr/>
        <p:nvPr/>
      </p:nvGrpSpPr>
      <p:grpSpPr>
        <a:xfrm>
          <a:off x="0" y="0"/>
          <a:ext cx="0" cy="0"/>
          <a:chOff x="0" y="0"/>
          <a:chExt cx="0" cy="0"/>
        </a:xfrm>
      </p:grpSpPr>
      <p:sp>
        <p:nvSpPr>
          <p:cNvPr id="3" name="矩形 2"/>
          <p:cNvSpPr/>
          <p:nvPr userDrawn="1"/>
        </p:nvSpPr>
        <p:spPr>
          <a:xfrm>
            <a:off x="-11113" y="-30163"/>
            <a:ext cx="9164638" cy="881063"/>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Font typeface="Arial" pitchFamily="34" charset="0"/>
              <a:buNone/>
              <a:defRPr/>
            </a:pPr>
            <a:endParaRPr lang="zh-CN" altLang="en-US" sz="2800" b="0" noProof="1">
              <a:solidFill>
                <a:prstClr val="white"/>
              </a:solidFill>
            </a:endParaRPr>
          </a:p>
        </p:txBody>
      </p:sp>
      <p:cxnSp>
        <p:nvCxnSpPr>
          <p:cNvPr id="7" name="直接连接符 6"/>
          <p:cNvCxnSpPr/>
          <p:nvPr/>
        </p:nvCxnSpPr>
        <p:spPr>
          <a:xfrm>
            <a:off x="142875" y="771525"/>
            <a:ext cx="8856663" cy="0"/>
          </a:xfrm>
          <a:prstGeom prst="line">
            <a:avLst/>
          </a:prstGeom>
          <a:ln w="31750">
            <a:solidFill>
              <a:schemeClr val="bg1">
                <a:alpha val="24000"/>
              </a:schemeClr>
            </a:solidFill>
          </a:ln>
        </p:spPr>
        <p:style>
          <a:lnRef idx="1">
            <a:schemeClr val="accent1"/>
          </a:lnRef>
          <a:fillRef idx="0">
            <a:schemeClr val="accent1"/>
          </a:fillRef>
          <a:effectRef idx="0">
            <a:schemeClr val="accent1"/>
          </a:effectRef>
          <a:fontRef idx="minor">
            <a:schemeClr val="tx1"/>
          </a:fontRef>
        </p:style>
      </p:cxnSp>
      <p:pic>
        <p:nvPicPr>
          <p:cNvPr id="1028" name="图片 10"/>
          <p:cNvPicPr>
            <a:picLocks noChangeAspect="1" noChangeArrowheads="1"/>
          </p:cNvPicPr>
          <p:nvPr userDrawn="1"/>
        </p:nvPicPr>
        <p:blipFill>
          <a:blip r:embed="rId14" cstate="print">
            <a:extLst>
              <a:ext uri="{28A0092B-C50C-407E-A947-70E740481C1C}">
                <a14:useLocalDpi xmlns:a14="http://schemas.microsoft.com/office/drawing/2010/main" xmlns="" val="0"/>
              </a:ext>
            </a:extLst>
          </a:blip>
          <a:srcRect/>
          <a:stretch>
            <a:fillRect/>
          </a:stretch>
        </p:blipFill>
        <p:spPr bwMode="auto">
          <a:xfrm>
            <a:off x="301625" y="85725"/>
            <a:ext cx="525463" cy="612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29" name="TextBox 11"/>
          <p:cNvSpPr txBox="1">
            <a:spLocks noChangeArrowheads="1"/>
          </p:cNvSpPr>
          <p:nvPr userDrawn="1"/>
        </p:nvSpPr>
        <p:spPr bwMode="auto">
          <a:xfrm>
            <a:off x="1246188" y="411163"/>
            <a:ext cx="2379662"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l">
              <a:buFont typeface="Arial" pitchFamily="34" charset="0"/>
              <a:buNone/>
              <a:defRPr/>
            </a:pPr>
            <a:r>
              <a:rPr lang="zh-CN" altLang="en-US" sz="1800" b="0" dirty="0" smtClean="0">
                <a:solidFill>
                  <a:prstClr val="white"/>
                </a:solidFill>
                <a:latin typeface="Calibri" pitchFamily="34" charset="0"/>
              </a:rPr>
              <a:t>大学物理学（第</a:t>
            </a:r>
            <a:r>
              <a:rPr lang="en-US" altLang="zh-CN" sz="1800" b="0" dirty="0" smtClean="0">
                <a:solidFill>
                  <a:prstClr val="white"/>
                </a:solidFill>
                <a:latin typeface="Calibri" pitchFamily="34" charset="0"/>
              </a:rPr>
              <a:t>5</a:t>
            </a:r>
            <a:r>
              <a:rPr lang="zh-CN" altLang="en-US" sz="1800" b="0" dirty="0" smtClean="0">
                <a:solidFill>
                  <a:prstClr val="white"/>
                </a:solidFill>
                <a:latin typeface="Calibri" pitchFamily="34" charset="0"/>
              </a:rPr>
              <a:t>版）</a:t>
            </a:r>
            <a:endParaRPr lang="zh-CN" altLang="en-US" sz="1800" b="0" dirty="0">
              <a:solidFill>
                <a:prstClr val="white"/>
              </a:solidFill>
              <a:latin typeface="Calibri" pitchFamily="34" charset="0"/>
            </a:endParaRPr>
          </a:p>
        </p:txBody>
      </p:sp>
      <p:sp>
        <p:nvSpPr>
          <p:cNvPr id="1030" name="TextBox 12"/>
          <p:cNvSpPr txBox="1">
            <a:spLocks noChangeArrowheads="1"/>
          </p:cNvSpPr>
          <p:nvPr userDrawn="1"/>
        </p:nvSpPr>
        <p:spPr bwMode="auto">
          <a:xfrm>
            <a:off x="827088" y="134938"/>
            <a:ext cx="3775075"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l">
              <a:buFont typeface="Arial" pitchFamily="34" charset="0"/>
              <a:buNone/>
              <a:defRPr/>
            </a:pPr>
            <a:r>
              <a:rPr lang="zh-CN" altLang="en-US" sz="1400" b="0" dirty="0">
                <a:solidFill>
                  <a:prstClr val="white"/>
                </a:solidFill>
                <a:latin typeface="华文楷体" pitchFamily="2" charset="-122"/>
                <a:ea typeface="华文楷体" pitchFamily="2" charset="-122"/>
              </a:rPr>
              <a:t>“十二五”普通高等教育本科国家级规划教材</a:t>
            </a:r>
          </a:p>
        </p:txBody>
      </p:sp>
      <p:sp>
        <p:nvSpPr>
          <p:cNvPr id="2" name="矩形 1"/>
          <p:cNvSpPr/>
          <p:nvPr userDrawn="1"/>
        </p:nvSpPr>
        <p:spPr>
          <a:xfrm>
            <a:off x="9525" y="850900"/>
            <a:ext cx="9123363" cy="3743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Font typeface="Arial" pitchFamily="34" charset="0"/>
              <a:buNone/>
              <a:defRPr/>
            </a:pPr>
            <a:endParaRPr lang="zh-CN" altLang="en-US" sz="2800" b="0" noProof="1">
              <a:solidFill>
                <a:prstClr val="white"/>
              </a:solidFill>
            </a:endParaRPr>
          </a:p>
        </p:txBody>
      </p:sp>
      <p:sp>
        <p:nvSpPr>
          <p:cNvPr id="28" name="矩形 27">
            <a:hlinkClick r:id="" action="ppaction://hlinkshowjump?jump=previousslide"/>
          </p:cNvPr>
          <p:cNvSpPr/>
          <p:nvPr userDrawn="1"/>
        </p:nvSpPr>
        <p:spPr>
          <a:xfrm>
            <a:off x="7532688" y="4732338"/>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300" b="0" dirty="0">
              <a:solidFill>
                <a:prstClr val="white"/>
              </a:solidFill>
              <a:latin typeface="方正舒体" panose="02010601030101010101" pitchFamily="2" charset="-122"/>
              <a:ea typeface="方正舒体" panose="02010601030101010101" pitchFamily="2" charset="-122"/>
            </a:endParaRPr>
          </a:p>
        </p:txBody>
      </p:sp>
      <p:sp>
        <p:nvSpPr>
          <p:cNvPr id="29" name="矩形 28">
            <a:hlinkClick r:id="" action="ppaction://hlinkshowjump?jump=nextslide"/>
          </p:cNvPr>
          <p:cNvSpPr/>
          <p:nvPr userDrawn="1"/>
        </p:nvSpPr>
        <p:spPr>
          <a:xfrm>
            <a:off x="8324850" y="4730750"/>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300" b="0" dirty="0">
              <a:solidFill>
                <a:prstClr val="white"/>
              </a:solidFill>
              <a:latin typeface="方正舒体" panose="02010601030101010101" pitchFamily="2" charset="-122"/>
              <a:ea typeface="方正舒体" panose="02010601030101010101" pitchFamily="2" charset="-122"/>
            </a:endParaRPr>
          </a:p>
        </p:txBody>
      </p:sp>
      <p:sp>
        <p:nvSpPr>
          <p:cNvPr id="30" name="矩形 29">
            <a:hlinkClick r:id="" action="ppaction://hlinkshowjump?jump=firstslide"/>
          </p:cNvPr>
          <p:cNvSpPr/>
          <p:nvPr userDrawn="1"/>
        </p:nvSpPr>
        <p:spPr>
          <a:xfrm>
            <a:off x="6740525" y="4732338"/>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300" b="0" dirty="0">
              <a:solidFill>
                <a:prstClr val="white"/>
              </a:solidFill>
              <a:latin typeface="方正舒体" panose="02010601030101010101" pitchFamily="2" charset="-122"/>
              <a:ea typeface="方正舒体" panose="02010601030101010101" pitchFamily="2" charset="-122"/>
            </a:endParaRPr>
          </a:p>
        </p:txBody>
      </p:sp>
      <p:sp>
        <p:nvSpPr>
          <p:cNvPr id="1035" name="矩形 16">
            <a:hlinkClick r:id="" action="ppaction://hlinkshowjump?jump=nextslide"/>
          </p:cNvPr>
          <p:cNvSpPr>
            <a:spLocks noChangeArrowheads="1"/>
          </p:cNvSpPr>
          <p:nvPr userDrawn="1"/>
        </p:nvSpPr>
        <p:spPr bwMode="auto">
          <a:xfrm>
            <a:off x="8361363" y="4732338"/>
            <a:ext cx="684212" cy="292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1300" b="0">
                <a:solidFill>
                  <a:srgbClr val="FFFFFF"/>
                </a:solidFill>
                <a:latin typeface="方正舒体" pitchFamily="2" charset="-122"/>
                <a:ea typeface="方正舒体" pitchFamily="2" charset="-122"/>
              </a:rPr>
              <a:t>下一页</a:t>
            </a:r>
          </a:p>
        </p:txBody>
      </p:sp>
      <p:sp>
        <p:nvSpPr>
          <p:cNvPr id="1036" name="矩形 30">
            <a:hlinkClick r:id="" action="ppaction://hlinkshowjump?jump=previousslide"/>
          </p:cNvPr>
          <p:cNvSpPr>
            <a:spLocks noChangeArrowheads="1"/>
          </p:cNvSpPr>
          <p:nvPr userDrawn="1"/>
        </p:nvSpPr>
        <p:spPr bwMode="auto">
          <a:xfrm>
            <a:off x="7539038" y="4732338"/>
            <a:ext cx="684212" cy="292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1300" b="0">
                <a:solidFill>
                  <a:srgbClr val="FFFFFF"/>
                </a:solidFill>
                <a:latin typeface="方正舒体" pitchFamily="2" charset="-122"/>
                <a:ea typeface="方正舒体" pitchFamily="2" charset="-122"/>
              </a:rPr>
              <a:t>上一页</a:t>
            </a:r>
          </a:p>
        </p:txBody>
      </p:sp>
      <p:sp>
        <p:nvSpPr>
          <p:cNvPr id="1037" name="矩形 1024">
            <a:hlinkClick r:id="" action="ppaction://hlinkshowjump?jump=firstslide"/>
          </p:cNvPr>
          <p:cNvSpPr>
            <a:spLocks noChangeArrowheads="1"/>
          </p:cNvSpPr>
          <p:nvPr userDrawn="1"/>
        </p:nvSpPr>
        <p:spPr bwMode="auto">
          <a:xfrm>
            <a:off x="6767513" y="4727575"/>
            <a:ext cx="684212" cy="292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1300" b="0">
                <a:solidFill>
                  <a:srgbClr val="FFFFFF"/>
                </a:solidFill>
                <a:latin typeface="方正舒体" pitchFamily="2" charset="-122"/>
                <a:ea typeface="方正舒体" pitchFamily="2" charset="-122"/>
              </a:rPr>
              <a:t>节目录</a:t>
            </a:r>
          </a:p>
        </p:txBody>
      </p:sp>
      <p:sp>
        <p:nvSpPr>
          <p:cNvPr id="38" name="矩形 37">
            <a:hlinkClick r:id="rId15" action="ppaction://hlinkpres?slideindex=1&amp;slidetitle="/>
          </p:cNvPr>
          <p:cNvSpPr/>
          <p:nvPr userDrawn="1"/>
        </p:nvSpPr>
        <p:spPr>
          <a:xfrm>
            <a:off x="5938838" y="4730750"/>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300" b="0" dirty="0">
              <a:solidFill>
                <a:prstClr val="white"/>
              </a:solidFill>
              <a:latin typeface="方正舒体" panose="02010601030101010101" pitchFamily="2" charset="-122"/>
              <a:ea typeface="方正舒体" panose="02010601030101010101" pitchFamily="2" charset="-122"/>
            </a:endParaRPr>
          </a:p>
        </p:txBody>
      </p:sp>
      <p:sp>
        <p:nvSpPr>
          <p:cNvPr id="1039" name="矩形 36">
            <a:hlinkClick r:id="rId15" action="ppaction://hlinkpres?slideindex=1&amp;slidetitle="/>
          </p:cNvPr>
          <p:cNvSpPr>
            <a:spLocks noChangeArrowheads="1"/>
          </p:cNvSpPr>
          <p:nvPr userDrawn="1"/>
        </p:nvSpPr>
        <p:spPr bwMode="auto">
          <a:xfrm>
            <a:off x="5938838" y="4732338"/>
            <a:ext cx="685800" cy="292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1300" b="0" dirty="0">
                <a:solidFill>
                  <a:srgbClr val="FFFFFF"/>
                </a:solidFill>
                <a:latin typeface="方正舒体" pitchFamily="2" charset="-122"/>
                <a:ea typeface="方正舒体" pitchFamily="2" charset="-122"/>
              </a:rPr>
              <a:t>章目录</a:t>
            </a:r>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29" r:id="rId9"/>
    <p:sldLayoutId id="2147483730" r:id="rId10"/>
    <p:sldLayoutId id="2147483731" r:id="rId11"/>
    <p:sldLayoutId id="2147483732" r:id="rId12"/>
  </p:sldLayoutIdLst>
  <p:timing>
    <p:tnLst>
      <p:par>
        <p:cTn id="1" dur="indefinite" restart="never" nodeType="tmRoot"/>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2.xml"/><Relationship Id="rId1" Type="http://schemas.openxmlformats.org/officeDocument/2006/relationships/slideLayout" Target="../slideLayouts/slideLayout1.xml"/><Relationship Id="rId6" Type="http://schemas.openxmlformats.org/officeDocument/2006/relationships/slide" Target="slide24.xml"/><Relationship Id="rId5" Type="http://schemas.openxmlformats.org/officeDocument/2006/relationships/slide" Target="slide38.xml"/><Relationship Id="rId4" Type="http://schemas.openxmlformats.org/officeDocument/2006/relationships/slide" Target="slide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oleObject" Target="../embeddings/oleObject9.bin"/><Relationship Id="rId3" Type="http://schemas.openxmlformats.org/officeDocument/2006/relationships/notesSlide" Target="../notesSlides/notesSlide1.xml"/><Relationship Id="rId7" Type="http://schemas.openxmlformats.org/officeDocument/2006/relationships/oleObject" Target="../embeddings/oleObject3.bin"/><Relationship Id="rId12" Type="http://schemas.openxmlformats.org/officeDocument/2006/relationships/oleObject" Target="../embeddings/oleObject8.bin"/><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oleObject" Target="../embeddings/oleObject7.bin"/><Relationship Id="rId5" Type="http://schemas.openxmlformats.org/officeDocument/2006/relationships/oleObject" Target="../embeddings/oleObject1.bin"/><Relationship Id="rId10" Type="http://schemas.openxmlformats.org/officeDocument/2006/relationships/oleObject" Target="../embeddings/oleObject6.bin"/><Relationship Id="rId4" Type="http://schemas.openxmlformats.org/officeDocument/2006/relationships/audio" Target="../media/audio1.wav"/><Relationship Id="rId9" Type="http://schemas.openxmlformats.org/officeDocument/2006/relationships/oleObject" Target="../embeddings/oleObject5.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3.xml"/><Relationship Id="rId1" Type="http://schemas.openxmlformats.org/officeDocument/2006/relationships/vmlDrawing" Target="../drawings/vmlDrawing2.vml"/><Relationship Id="rId4" Type="http://schemas.openxmlformats.org/officeDocument/2006/relationships/oleObject" Target="../embeddings/oleObject11.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3.xml"/><Relationship Id="rId1" Type="http://schemas.openxmlformats.org/officeDocument/2006/relationships/vmlDrawing" Target="../drawings/vmlDrawing3.vml"/><Relationship Id="rId4" Type="http://schemas.openxmlformats.org/officeDocument/2006/relationships/oleObject" Target="../embeddings/oleObject13.bin"/></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3.xml"/><Relationship Id="rId1" Type="http://schemas.openxmlformats.org/officeDocument/2006/relationships/vmlDrawing" Target="../drawings/vmlDrawing4.vml"/><Relationship Id="rId5" Type="http://schemas.openxmlformats.org/officeDocument/2006/relationships/oleObject" Target="../embeddings/oleObject16.bin"/><Relationship Id="rId4" Type="http://schemas.openxmlformats.org/officeDocument/2006/relationships/oleObject" Target="../embeddings/oleObject15.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22.bin"/><Relationship Id="rId13" Type="http://schemas.openxmlformats.org/officeDocument/2006/relationships/oleObject" Target="../embeddings/oleObject27.bin"/><Relationship Id="rId18" Type="http://schemas.openxmlformats.org/officeDocument/2006/relationships/oleObject" Target="../embeddings/oleObject32.bin"/><Relationship Id="rId3" Type="http://schemas.openxmlformats.org/officeDocument/2006/relationships/oleObject" Target="../embeddings/oleObject17.bin"/><Relationship Id="rId21" Type="http://schemas.openxmlformats.org/officeDocument/2006/relationships/oleObject" Target="../embeddings/oleObject35.bin"/><Relationship Id="rId7" Type="http://schemas.openxmlformats.org/officeDocument/2006/relationships/oleObject" Target="../embeddings/oleObject21.bin"/><Relationship Id="rId12" Type="http://schemas.openxmlformats.org/officeDocument/2006/relationships/oleObject" Target="../embeddings/oleObject26.bin"/><Relationship Id="rId17" Type="http://schemas.openxmlformats.org/officeDocument/2006/relationships/oleObject" Target="../embeddings/oleObject31.bin"/><Relationship Id="rId25" Type="http://schemas.openxmlformats.org/officeDocument/2006/relationships/oleObject" Target="../embeddings/oleObject39.bin"/><Relationship Id="rId2" Type="http://schemas.openxmlformats.org/officeDocument/2006/relationships/slideLayout" Target="../slideLayouts/slideLayout3.xml"/><Relationship Id="rId16" Type="http://schemas.openxmlformats.org/officeDocument/2006/relationships/oleObject" Target="../embeddings/oleObject30.bin"/><Relationship Id="rId20" Type="http://schemas.openxmlformats.org/officeDocument/2006/relationships/oleObject" Target="../embeddings/oleObject34.bin"/><Relationship Id="rId1" Type="http://schemas.openxmlformats.org/officeDocument/2006/relationships/vmlDrawing" Target="../drawings/vmlDrawing5.vml"/><Relationship Id="rId6" Type="http://schemas.openxmlformats.org/officeDocument/2006/relationships/oleObject" Target="../embeddings/oleObject20.bin"/><Relationship Id="rId11" Type="http://schemas.openxmlformats.org/officeDocument/2006/relationships/oleObject" Target="../embeddings/oleObject25.bin"/><Relationship Id="rId24" Type="http://schemas.openxmlformats.org/officeDocument/2006/relationships/oleObject" Target="../embeddings/oleObject38.bin"/><Relationship Id="rId5" Type="http://schemas.openxmlformats.org/officeDocument/2006/relationships/oleObject" Target="../embeddings/oleObject19.bin"/><Relationship Id="rId15" Type="http://schemas.openxmlformats.org/officeDocument/2006/relationships/oleObject" Target="../embeddings/oleObject29.bin"/><Relationship Id="rId23" Type="http://schemas.openxmlformats.org/officeDocument/2006/relationships/oleObject" Target="../embeddings/oleObject37.bin"/><Relationship Id="rId10" Type="http://schemas.openxmlformats.org/officeDocument/2006/relationships/oleObject" Target="../embeddings/oleObject24.bin"/><Relationship Id="rId19" Type="http://schemas.openxmlformats.org/officeDocument/2006/relationships/oleObject" Target="../embeddings/oleObject33.bin"/><Relationship Id="rId4" Type="http://schemas.openxmlformats.org/officeDocument/2006/relationships/oleObject" Target="../embeddings/oleObject18.bin"/><Relationship Id="rId9" Type="http://schemas.openxmlformats.org/officeDocument/2006/relationships/oleObject" Target="../embeddings/oleObject23.bin"/><Relationship Id="rId14" Type="http://schemas.openxmlformats.org/officeDocument/2006/relationships/oleObject" Target="../embeddings/oleObject28.bin"/><Relationship Id="rId22" Type="http://schemas.openxmlformats.org/officeDocument/2006/relationships/oleObject" Target="../embeddings/oleObject36.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44.bin"/><Relationship Id="rId3" Type="http://schemas.openxmlformats.org/officeDocument/2006/relationships/audio" Target="../media/audio2.wav"/><Relationship Id="rId7" Type="http://schemas.openxmlformats.org/officeDocument/2006/relationships/oleObject" Target="../embeddings/oleObject43.bin"/><Relationship Id="rId2" Type="http://schemas.openxmlformats.org/officeDocument/2006/relationships/slideLayout" Target="../slideLayouts/slideLayout3.xml"/><Relationship Id="rId1" Type="http://schemas.openxmlformats.org/officeDocument/2006/relationships/vmlDrawing" Target="../drawings/vmlDrawing6.vml"/><Relationship Id="rId6" Type="http://schemas.openxmlformats.org/officeDocument/2006/relationships/oleObject" Target="../embeddings/oleObject42.bin"/><Relationship Id="rId5" Type="http://schemas.openxmlformats.org/officeDocument/2006/relationships/oleObject" Target="../embeddings/oleObject41.bin"/><Relationship Id="rId10" Type="http://schemas.openxmlformats.org/officeDocument/2006/relationships/oleObject" Target="../embeddings/oleObject45.bin"/><Relationship Id="rId4" Type="http://schemas.openxmlformats.org/officeDocument/2006/relationships/oleObject" Target="../embeddings/oleObject40.bin"/><Relationship Id="rId9" Type="http://schemas.openxmlformats.org/officeDocument/2006/relationships/image" Target="../media/image37.png"/></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51.bin"/><Relationship Id="rId13" Type="http://schemas.openxmlformats.org/officeDocument/2006/relationships/oleObject" Target="../embeddings/oleObject56.bin"/><Relationship Id="rId3" Type="http://schemas.openxmlformats.org/officeDocument/2006/relationships/oleObject" Target="../embeddings/oleObject46.bin"/><Relationship Id="rId7" Type="http://schemas.openxmlformats.org/officeDocument/2006/relationships/oleObject" Target="../embeddings/oleObject50.bin"/><Relationship Id="rId12" Type="http://schemas.openxmlformats.org/officeDocument/2006/relationships/oleObject" Target="../embeddings/oleObject55.bin"/><Relationship Id="rId2" Type="http://schemas.openxmlformats.org/officeDocument/2006/relationships/slideLayout" Target="../slideLayouts/slideLayout3.xml"/><Relationship Id="rId1" Type="http://schemas.openxmlformats.org/officeDocument/2006/relationships/vmlDrawing" Target="../drawings/vmlDrawing7.vml"/><Relationship Id="rId6" Type="http://schemas.openxmlformats.org/officeDocument/2006/relationships/oleObject" Target="../embeddings/oleObject49.bin"/><Relationship Id="rId11" Type="http://schemas.openxmlformats.org/officeDocument/2006/relationships/oleObject" Target="../embeddings/oleObject54.bin"/><Relationship Id="rId5" Type="http://schemas.openxmlformats.org/officeDocument/2006/relationships/oleObject" Target="../embeddings/oleObject48.bin"/><Relationship Id="rId10" Type="http://schemas.openxmlformats.org/officeDocument/2006/relationships/oleObject" Target="../embeddings/oleObject53.bin"/><Relationship Id="rId4" Type="http://schemas.openxmlformats.org/officeDocument/2006/relationships/oleObject" Target="../embeddings/oleObject47.bin"/><Relationship Id="rId9" Type="http://schemas.openxmlformats.org/officeDocument/2006/relationships/oleObject" Target="../embeddings/oleObject52.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62.bin"/><Relationship Id="rId3" Type="http://schemas.openxmlformats.org/officeDocument/2006/relationships/oleObject" Target="../embeddings/oleObject57.bin"/><Relationship Id="rId7" Type="http://schemas.openxmlformats.org/officeDocument/2006/relationships/oleObject" Target="../embeddings/oleObject61.bin"/><Relationship Id="rId2" Type="http://schemas.openxmlformats.org/officeDocument/2006/relationships/slideLayout" Target="../slideLayouts/slideLayout3.xml"/><Relationship Id="rId1" Type="http://schemas.openxmlformats.org/officeDocument/2006/relationships/vmlDrawing" Target="../drawings/vmlDrawing8.vml"/><Relationship Id="rId6" Type="http://schemas.openxmlformats.org/officeDocument/2006/relationships/oleObject" Target="../embeddings/oleObject60.bin"/><Relationship Id="rId5" Type="http://schemas.openxmlformats.org/officeDocument/2006/relationships/oleObject" Target="../embeddings/oleObject59.bin"/><Relationship Id="rId10" Type="http://schemas.openxmlformats.org/officeDocument/2006/relationships/oleObject" Target="../embeddings/oleObject64.bin"/><Relationship Id="rId4" Type="http://schemas.openxmlformats.org/officeDocument/2006/relationships/oleObject" Target="../embeddings/oleObject58.bin"/><Relationship Id="rId9" Type="http://schemas.openxmlformats.org/officeDocument/2006/relationships/oleObject" Target="../embeddings/oleObject63.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70.bin"/><Relationship Id="rId3" Type="http://schemas.openxmlformats.org/officeDocument/2006/relationships/oleObject" Target="../embeddings/oleObject65.bin"/><Relationship Id="rId7" Type="http://schemas.openxmlformats.org/officeDocument/2006/relationships/oleObject" Target="../embeddings/oleObject69.bin"/><Relationship Id="rId2" Type="http://schemas.openxmlformats.org/officeDocument/2006/relationships/slideLayout" Target="../slideLayouts/slideLayout3.xml"/><Relationship Id="rId1" Type="http://schemas.openxmlformats.org/officeDocument/2006/relationships/vmlDrawing" Target="../drawings/vmlDrawing9.vml"/><Relationship Id="rId6" Type="http://schemas.openxmlformats.org/officeDocument/2006/relationships/oleObject" Target="../embeddings/oleObject68.bin"/><Relationship Id="rId5" Type="http://schemas.openxmlformats.org/officeDocument/2006/relationships/oleObject" Target="../embeddings/oleObject67.bin"/><Relationship Id="rId4" Type="http://schemas.openxmlformats.org/officeDocument/2006/relationships/oleObject" Target="../embeddings/oleObject66.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75.bin"/><Relationship Id="rId3" Type="http://schemas.openxmlformats.org/officeDocument/2006/relationships/audio" Target="../media/audio1.wav"/><Relationship Id="rId7" Type="http://schemas.openxmlformats.org/officeDocument/2006/relationships/oleObject" Target="../embeddings/oleObject74.bin"/><Relationship Id="rId2" Type="http://schemas.openxmlformats.org/officeDocument/2006/relationships/slideLayout" Target="../slideLayouts/slideLayout3.xml"/><Relationship Id="rId1" Type="http://schemas.openxmlformats.org/officeDocument/2006/relationships/vmlDrawing" Target="../drawings/vmlDrawing10.vml"/><Relationship Id="rId6" Type="http://schemas.openxmlformats.org/officeDocument/2006/relationships/oleObject" Target="../embeddings/oleObject73.bin"/><Relationship Id="rId5" Type="http://schemas.openxmlformats.org/officeDocument/2006/relationships/oleObject" Target="../embeddings/oleObject72.bin"/><Relationship Id="rId10" Type="http://schemas.openxmlformats.org/officeDocument/2006/relationships/oleObject" Target="../embeddings/oleObject77.bin"/><Relationship Id="rId4" Type="http://schemas.openxmlformats.org/officeDocument/2006/relationships/oleObject" Target="../embeddings/oleObject71.bin"/><Relationship Id="rId9" Type="http://schemas.openxmlformats.org/officeDocument/2006/relationships/oleObject" Target="../embeddings/oleObject76.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83.bin"/><Relationship Id="rId3" Type="http://schemas.openxmlformats.org/officeDocument/2006/relationships/oleObject" Target="../embeddings/oleObject78.bin"/><Relationship Id="rId7" Type="http://schemas.openxmlformats.org/officeDocument/2006/relationships/oleObject" Target="../embeddings/oleObject82.bin"/><Relationship Id="rId12" Type="http://schemas.openxmlformats.org/officeDocument/2006/relationships/oleObject" Target="../embeddings/oleObject87.bin"/><Relationship Id="rId2" Type="http://schemas.openxmlformats.org/officeDocument/2006/relationships/slideLayout" Target="../slideLayouts/slideLayout4.xml"/><Relationship Id="rId1" Type="http://schemas.openxmlformats.org/officeDocument/2006/relationships/vmlDrawing" Target="../drawings/vmlDrawing11.vml"/><Relationship Id="rId6" Type="http://schemas.openxmlformats.org/officeDocument/2006/relationships/oleObject" Target="../embeddings/oleObject81.bin"/><Relationship Id="rId11" Type="http://schemas.openxmlformats.org/officeDocument/2006/relationships/oleObject" Target="../embeddings/oleObject86.bin"/><Relationship Id="rId5" Type="http://schemas.openxmlformats.org/officeDocument/2006/relationships/oleObject" Target="../embeddings/oleObject80.bin"/><Relationship Id="rId10" Type="http://schemas.openxmlformats.org/officeDocument/2006/relationships/oleObject" Target="../embeddings/oleObject85.bin"/><Relationship Id="rId4" Type="http://schemas.openxmlformats.org/officeDocument/2006/relationships/oleObject" Target="../embeddings/oleObject79.bin"/><Relationship Id="rId9" Type="http://schemas.openxmlformats.org/officeDocument/2006/relationships/oleObject" Target="../embeddings/oleObject84.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93.bin"/><Relationship Id="rId3" Type="http://schemas.openxmlformats.org/officeDocument/2006/relationships/oleObject" Target="../embeddings/oleObject88.bin"/><Relationship Id="rId7" Type="http://schemas.openxmlformats.org/officeDocument/2006/relationships/oleObject" Target="../embeddings/oleObject92.bin"/><Relationship Id="rId2" Type="http://schemas.openxmlformats.org/officeDocument/2006/relationships/slideLayout" Target="../slideLayouts/slideLayout4.xml"/><Relationship Id="rId1" Type="http://schemas.openxmlformats.org/officeDocument/2006/relationships/vmlDrawing" Target="../drawings/vmlDrawing12.vml"/><Relationship Id="rId6" Type="http://schemas.openxmlformats.org/officeDocument/2006/relationships/oleObject" Target="../embeddings/oleObject91.bin"/><Relationship Id="rId11" Type="http://schemas.openxmlformats.org/officeDocument/2006/relationships/oleObject" Target="../embeddings/oleObject96.bin"/><Relationship Id="rId5" Type="http://schemas.openxmlformats.org/officeDocument/2006/relationships/oleObject" Target="../embeddings/oleObject90.bin"/><Relationship Id="rId10" Type="http://schemas.openxmlformats.org/officeDocument/2006/relationships/oleObject" Target="../embeddings/oleObject95.bin"/><Relationship Id="rId4" Type="http://schemas.openxmlformats.org/officeDocument/2006/relationships/oleObject" Target="../embeddings/oleObject89.bin"/><Relationship Id="rId9" Type="http://schemas.openxmlformats.org/officeDocument/2006/relationships/oleObject" Target="../embeddings/oleObject94.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02.bin"/><Relationship Id="rId13" Type="http://schemas.openxmlformats.org/officeDocument/2006/relationships/oleObject" Target="../embeddings/oleObject107.bin"/><Relationship Id="rId3" Type="http://schemas.openxmlformats.org/officeDocument/2006/relationships/oleObject" Target="../embeddings/oleObject97.bin"/><Relationship Id="rId7" Type="http://schemas.openxmlformats.org/officeDocument/2006/relationships/oleObject" Target="../embeddings/oleObject101.bin"/><Relationship Id="rId12" Type="http://schemas.openxmlformats.org/officeDocument/2006/relationships/oleObject" Target="../embeddings/oleObject106.bin"/><Relationship Id="rId2" Type="http://schemas.openxmlformats.org/officeDocument/2006/relationships/slideLayout" Target="../slideLayouts/slideLayout4.xml"/><Relationship Id="rId1" Type="http://schemas.openxmlformats.org/officeDocument/2006/relationships/vmlDrawing" Target="../drawings/vmlDrawing13.vml"/><Relationship Id="rId6" Type="http://schemas.openxmlformats.org/officeDocument/2006/relationships/oleObject" Target="../embeddings/oleObject100.bin"/><Relationship Id="rId11" Type="http://schemas.openxmlformats.org/officeDocument/2006/relationships/oleObject" Target="../embeddings/oleObject105.bin"/><Relationship Id="rId5" Type="http://schemas.openxmlformats.org/officeDocument/2006/relationships/oleObject" Target="../embeddings/oleObject99.bin"/><Relationship Id="rId15" Type="http://schemas.openxmlformats.org/officeDocument/2006/relationships/oleObject" Target="../embeddings/oleObject109.bin"/><Relationship Id="rId10" Type="http://schemas.openxmlformats.org/officeDocument/2006/relationships/oleObject" Target="../embeddings/oleObject104.bin"/><Relationship Id="rId4" Type="http://schemas.openxmlformats.org/officeDocument/2006/relationships/oleObject" Target="../embeddings/oleObject98.bin"/><Relationship Id="rId9" Type="http://schemas.openxmlformats.org/officeDocument/2006/relationships/oleObject" Target="../embeddings/oleObject103.bin"/><Relationship Id="rId14" Type="http://schemas.openxmlformats.org/officeDocument/2006/relationships/oleObject" Target="../embeddings/oleObject108.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10.bin"/><Relationship Id="rId2" Type="http://schemas.openxmlformats.org/officeDocument/2006/relationships/slideLayout" Target="../slideLayouts/slideLayout4.xml"/><Relationship Id="rId1" Type="http://schemas.openxmlformats.org/officeDocument/2006/relationships/vmlDrawing" Target="../drawings/vmlDrawing14.vml"/><Relationship Id="rId4" Type="http://schemas.openxmlformats.org/officeDocument/2006/relationships/oleObject" Target="../embeddings/oleObject111.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17.bin"/><Relationship Id="rId13" Type="http://schemas.openxmlformats.org/officeDocument/2006/relationships/oleObject" Target="../embeddings/oleObject122.bin"/><Relationship Id="rId3" Type="http://schemas.openxmlformats.org/officeDocument/2006/relationships/oleObject" Target="../embeddings/oleObject112.bin"/><Relationship Id="rId7" Type="http://schemas.openxmlformats.org/officeDocument/2006/relationships/oleObject" Target="../embeddings/oleObject116.bin"/><Relationship Id="rId12" Type="http://schemas.openxmlformats.org/officeDocument/2006/relationships/oleObject" Target="../embeddings/oleObject121.bin"/><Relationship Id="rId2" Type="http://schemas.openxmlformats.org/officeDocument/2006/relationships/slideLayout" Target="../slideLayouts/slideLayout4.xml"/><Relationship Id="rId1" Type="http://schemas.openxmlformats.org/officeDocument/2006/relationships/vmlDrawing" Target="../drawings/vmlDrawing15.vml"/><Relationship Id="rId6" Type="http://schemas.openxmlformats.org/officeDocument/2006/relationships/oleObject" Target="../embeddings/oleObject115.bin"/><Relationship Id="rId11" Type="http://schemas.openxmlformats.org/officeDocument/2006/relationships/oleObject" Target="../embeddings/oleObject120.bin"/><Relationship Id="rId5" Type="http://schemas.openxmlformats.org/officeDocument/2006/relationships/oleObject" Target="../embeddings/oleObject114.bin"/><Relationship Id="rId15" Type="http://schemas.openxmlformats.org/officeDocument/2006/relationships/oleObject" Target="../embeddings/oleObject124.bin"/><Relationship Id="rId10" Type="http://schemas.openxmlformats.org/officeDocument/2006/relationships/oleObject" Target="../embeddings/oleObject119.bin"/><Relationship Id="rId4" Type="http://schemas.openxmlformats.org/officeDocument/2006/relationships/oleObject" Target="../embeddings/oleObject113.bin"/><Relationship Id="rId9" Type="http://schemas.openxmlformats.org/officeDocument/2006/relationships/oleObject" Target="../embeddings/oleObject118.bin"/><Relationship Id="rId14" Type="http://schemas.openxmlformats.org/officeDocument/2006/relationships/oleObject" Target="../embeddings/oleObject123.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30.bin"/><Relationship Id="rId13" Type="http://schemas.openxmlformats.org/officeDocument/2006/relationships/oleObject" Target="../embeddings/oleObject135.bin"/><Relationship Id="rId3" Type="http://schemas.openxmlformats.org/officeDocument/2006/relationships/oleObject" Target="../embeddings/oleObject125.bin"/><Relationship Id="rId7" Type="http://schemas.openxmlformats.org/officeDocument/2006/relationships/oleObject" Target="../embeddings/oleObject129.bin"/><Relationship Id="rId12" Type="http://schemas.openxmlformats.org/officeDocument/2006/relationships/oleObject" Target="../embeddings/oleObject134.bin"/><Relationship Id="rId2" Type="http://schemas.openxmlformats.org/officeDocument/2006/relationships/slideLayout" Target="../slideLayouts/slideLayout4.xml"/><Relationship Id="rId1" Type="http://schemas.openxmlformats.org/officeDocument/2006/relationships/vmlDrawing" Target="../drawings/vmlDrawing16.vml"/><Relationship Id="rId6" Type="http://schemas.openxmlformats.org/officeDocument/2006/relationships/oleObject" Target="../embeddings/oleObject128.bin"/><Relationship Id="rId11" Type="http://schemas.openxmlformats.org/officeDocument/2006/relationships/oleObject" Target="../embeddings/oleObject133.bin"/><Relationship Id="rId5" Type="http://schemas.openxmlformats.org/officeDocument/2006/relationships/oleObject" Target="../embeddings/oleObject127.bin"/><Relationship Id="rId10" Type="http://schemas.openxmlformats.org/officeDocument/2006/relationships/oleObject" Target="../embeddings/oleObject132.bin"/><Relationship Id="rId4" Type="http://schemas.openxmlformats.org/officeDocument/2006/relationships/oleObject" Target="../embeddings/oleObject126.bin"/><Relationship Id="rId9" Type="http://schemas.openxmlformats.org/officeDocument/2006/relationships/oleObject" Target="../embeddings/oleObject131.bin"/></Relationships>
</file>

<file path=ppt/slides/_rels/slide22.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slideLayout" Target="../slideLayouts/slideLayout4.xml"/><Relationship Id="rId1" Type="http://schemas.openxmlformats.org/officeDocument/2006/relationships/vmlDrawing" Target="../drawings/vmlDrawing17.vml"/><Relationship Id="rId6" Type="http://schemas.openxmlformats.org/officeDocument/2006/relationships/oleObject" Target="../embeddings/oleObject138.bin"/><Relationship Id="rId5" Type="http://schemas.openxmlformats.org/officeDocument/2006/relationships/oleObject" Target="../embeddings/oleObject137.bin"/><Relationship Id="rId4" Type="http://schemas.openxmlformats.org/officeDocument/2006/relationships/oleObject" Target="../embeddings/oleObject136.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39.bin"/><Relationship Id="rId2" Type="http://schemas.openxmlformats.org/officeDocument/2006/relationships/slideLayout" Target="../slideLayouts/slideLayout5.xml"/><Relationship Id="rId1" Type="http://schemas.openxmlformats.org/officeDocument/2006/relationships/vmlDrawing" Target="../drawings/vmlDrawing18.vml"/><Relationship Id="rId4" Type="http://schemas.openxmlformats.org/officeDocument/2006/relationships/oleObject" Target="../embeddings/oleObject140.bin"/></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41.bin"/><Relationship Id="rId7" Type="http://schemas.openxmlformats.org/officeDocument/2006/relationships/oleObject" Target="../embeddings/oleObject145.bin"/><Relationship Id="rId2" Type="http://schemas.openxmlformats.org/officeDocument/2006/relationships/slideLayout" Target="../slideLayouts/slideLayout5.xml"/><Relationship Id="rId1" Type="http://schemas.openxmlformats.org/officeDocument/2006/relationships/vmlDrawing" Target="../drawings/vmlDrawing19.vml"/><Relationship Id="rId6" Type="http://schemas.openxmlformats.org/officeDocument/2006/relationships/oleObject" Target="../embeddings/oleObject144.bin"/><Relationship Id="rId5" Type="http://schemas.openxmlformats.org/officeDocument/2006/relationships/oleObject" Target="../embeddings/oleObject143.bin"/><Relationship Id="rId4" Type="http://schemas.openxmlformats.org/officeDocument/2006/relationships/oleObject" Target="../embeddings/oleObject142.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46.bin"/><Relationship Id="rId2" Type="http://schemas.openxmlformats.org/officeDocument/2006/relationships/slideLayout" Target="../slideLayouts/slideLayout5.xml"/><Relationship Id="rId1" Type="http://schemas.openxmlformats.org/officeDocument/2006/relationships/vmlDrawing" Target="../drawings/vmlDrawing20.v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47.bin"/><Relationship Id="rId2" Type="http://schemas.openxmlformats.org/officeDocument/2006/relationships/slideLayout" Target="../slideLayouts/slideLayout5.xml"/><Relationship Id="rId1" Type="http://schemas.openxmlformats.org/officeDocument/2006/relationships/vmlDrawing" Target="../drawings/vmlDrawing21.vml"/><Relationship Id="rId6" Type="http://schemas.openxmlformats.org/officeDocument/2006/relationships/image" Target="../media/image141.jpeg"/><Relationship Id="rId5" Type="http://schemas.openxmlformats.org/officeDocument/2006/relationships/oleObject" Target="../embeddings/oleObject149.bin"/><Relationship Id="rId4" Type="http://schemas.openxmlformats.org/officeDocument/2006/relationships/oleObject" Target="../embeddings/oleObject148.bin"/></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50.bin"/><Relationship Id="rId7" Type="http://schemas.openxmlformats.org/officeDocument/2006/relationships/oleObject" Target="../embeddings/oleObject154.bin"/><Relationship Id="rId2" Type="http://schemas.openxmlformats.org/officeDocument/2006/relationships/slideLayout" Target="../slideLayouts/slideLayout5.xml"/><Relationship Id="rId1" Type="http://schemas.openxmlformats.org/officeDocument/2006/relationships/vmlDrawing" Target="../drawings/vmlDrawing22.vml"/><Relationship Id="rId6" Type="http://schemas.openxmlformats.org/officeDocument/2006/relationships/oleObject" Target="../embeddings/oleObject153.bin"/><Relationship Id="rId5" Type="http://schemas.openxmlformats.org/officeDocument/2006/relationships/oleObject" Target="../embeddings/oleObject152.bin"/><Relationship Id="rId4" Type="http://schemas.openxmlformats.org/officeDocument/2006/relationships/oleObject" Target="../embeddings/oleObject151.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60.bin"/><Relationship Id="rId3" Type="http://schemas.openxmlformats.org/officeDocument/2006/relationships/oleObject" Target="../embeddings/oleObject155.bin"/><Relationship Id="rId7" Type="http://schemas.openxmlformats.org/officeDocument/2006/relationships/oleObject" Target="../embeddings/oleObject159.bin"/><Relationship Id="rId2" Type="http://schemas.openxmlformats.org/officeDocument/2006/relationships/slideLayout" Target="../slideLayouts/slideLayout5.xml"/><Relationship Id="rId1" Type="http://schemas.openxmlformats.org/officeDocument/2006/relationships/vmlDrawing" Target="../drawings/vmlDrawing23.vml"/><Relationship Id="rId6" Type="http://schemas.openxmlformats.org/officeDocument/2006/relationships/oleObject" Target="../embeddings/oleObject158.bin"/><Relationship Id="rId5" Type="http://schemas.openxmlformats.org/officeDocument/2006/relationships/oleObject" Target="../embeddings/oleObject157.bin"/><Relationship Id="rId4" Type="http://schemas.openxmlformats.org/officeDocument/2006/relationships/oleObject" Target="../embeddings/oleObject156.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66.bin"/><Relationship Id="rId3" Type="http://schemas.openxmlformats.org/officeDocument/2006/relationships/oleObject" Target="../embeddings/oleObject161.bin"/><Relationship Id="rId7" Type="http://schemas.openxmlformats.org/officeDocument/2006/relationships/oleObject" Target="../embeddings/oleObject165.bin"/><Relationship Id="rId2" Type="http://schemas.openxmlformats.org/officeDocument/2006/relationships/slideLayout" Target="../slideLayouts/slideLayout5.xml"/><Relationship Id="rId1" Type="http://schemas.openxmlformats.org/officeDocument/2006/relationships/vmlDrawing" Target="../drawings/vmlDrawing24.vml"/><Relationship Id="rId6" Type="http://schemas.openxmlformats.org/officeDocument/2006/relationships/oleObject" Target="../embeddings/oleObject164.bin"/><Relationship Id="rId5" Type="http://schemas.openxmlformats.org/officeDocument/2006/relationships/oleObject" Target="../embeddings/oleObject163.bin"/><Relationship Id="rId4" Type="http://schemas.openxmlformats.org/officeDocument/2006/relationships/oleObject" Target="../embeddings/oleObject162.bin"/><Relationship Id="rId9" Type="http://schemas.openxmlformats.org/officeDocument/2006/relationships/oleObject" Target="../embeddings/oleObject167.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73.bin"/><Relationship Id="rId3" Type="http://schemas.openxmlformats.org/officeDocument/2006/relationships/oleObject" Target="../embeddings/oleObject168.bin"/><Relationship Id="rId7" Type="http://schemas.openxmlformats.org/officeDocument/2006/relationships/oleObject" Target="../embeddings/oleObject172.bin"/><Relationship Id="rId2" Type="http://schemas.openxmlformats.org/officeDocument/2006/relationships/slideLayout" Target="../slideLayouts/slideLayout5.xml"/><Relationship Id="rId1" Type="http://schemas.openxmlformats.org/officeDocument/2006/relationships/vmlDrawing" Target="../drawings/vmlDrawing25.vml"/><Relationship Id="rId6" Type="http://schemas.openxmlformats.org/officeDocument/2006/relationships/oleObject" Target="../embeddings/oleObject171.bin"/><Relationship Id="rId5" Type="http://schemas.openxmlformats.org/officeDocument/2006/relationships/oleObject" Target="../embeddings/oleObject170.bin"/><Relationship Id="rId10" Type="http://schemas.openxmlformats.org/officeDocument/2006/relationships/oleObject" Target="../embeddings/oleObject175.bin"/><Relationship Id="rId4" Type="http://schemas.openxmlformats.org/officeDocument/2006/relationships/oleObject" Target="../embeddings/oleObject169.bin"/><Relationship Id="rId9" Type="http://schemas.openxmlformats.org/officeDocument/2006/relationships/oleObject" Target="../embeddings/oleObject174.bin"/></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76.bin"/><Relationship Id="rId2" Type="http://schemas.openxmlformats.org/officeDocument/2006/relationships/slideLayout" Target="../slideLayouts/slideLayout5.xml"/><Relationship Id="rId1" Type="http://schemas.openxmlformats.org/officeDocument/2006/relationships/vmlDrawing" Target="../drawings/vmlDrawing26.vml"/><Relationship Id="rId6" Type="http://schemas.openxmlformats.org/officeDocument/2006/relationships/oleObject" Target="../embeddings/oleObject179.bin"/><Relationship Id="rId5" Type="http://schemas.openxmlformats.org/officeDocument/2006/relationships/oleObject" Target="../embeddings/oleObject178.bin"/><Relationship Id="rId4" Type="http://schemas.openxmlformats.org/officeDocument/2006/relationships/oleObject" Target="../embeddings/oleObject177.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85.bin"/><Relationship Id="rId3" Type="http://schemas.openxmlformats.org/officeDocument/2006/relationships/oleObject" Target="../embeddings/oleObject180.bin"/><Relationship Id="rId7" Type="http://schemas.openxmlformats.org/officeDocument/2006/relationships/oleObject" Target="../embeddings/oleObject184.bin"/><Relationship Id="rId2" Type="http://schemas.openxmlformats.org/officeDocument/2006/relationships/slideLayout" Target="../slideLayouts/slideLayout5.xml"/><Relationship Id="rId1" Type="http://schemas.openxmlformats.org/officeDocument/2006/relationships/vmlDrawing" Target="../drawings/vmlDrawing27.vml"/><Relationship Id="rId6" Type="http://schemas.openxmlformats.org/officeDocument/2006/relationships/oleObject" Target="../embeddings/oleObject183.bin"/><Relationship Id="rId5" Type="http://schemas.openxmlformats.org/officeDocument/2006/relationships/oleObject" Target="../embeddings/oleObject182.bin"/><Relationship Id="rId4" Type="http://schemas.openxmlformats.org/officeDocument/2006/relationships/oleObject" Target="../embeddings/oleObject181.bin"/></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86.bin"/><Relationship Id="rId2" Type="http://schemas.openxmlformats.org/officeDocument/2006/relationships/slideLayout" Target="../slideLayouts/slideLayout5.xml"/><Relationship Id="rId1" Type="http://schemas.openxmlformats.org/officeDocument/2006/relationships/vmlDrawing" Target="../drawings/vmlDrawing28.vml"/><Relationship Id="rId4" Type="http://schemas.openxmlformats.org/officeDocument/2006/relationships/oleObject" Target="../embeddings/oleObject187.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92.bin"/><Relationship Id="rId13" Type="http://schemas.openxmlformats.org/officeDocument/2006/relationships/oleObject" Target="../embeddings/oleObject197.bin"/><Relationship Id="rId3" Type="http://schemas.openxmlformats.org/officeDocument/2006/relationships/audio" Target="../media/audio3.wav"/><Relationship Id="rId7" Type="http://schemas.openxmlformats.org/officeDocument/2006/relationships/oleObject" Target="../embeddings/oleObject191.bin"/><Relationship Id="rId12" Type="http://schemas.openxmlformats.org/officeDocument/2006/relationships/oleObject" Target="../embeddings/oleObject196.bin"/><Relationship Id="rId2" Type="http://schemas.openxmlformats.org/officeDocument/2006/relationships/slideLayout" Target="../slideLayouts/slideLayout5.xml"/><Relationship Id="rId1" Type="http://schemas.openxmlformats.org/officeDocument/2006/relationships/vmlDrawing" Target="../drawings/vmlDrawing29.vml"/><Relationship Id="rId6" Type="http://schemas.openxmlformats.org/officeDocument/2006/relationships/oleObject" Target="../embeddings/oleObject190.bin"/><Relationship Id="rId11" Type="http://schemas.openxmlformats.org/officeDocument/2006/relationships/oleObject" Target="../embeddings/oleObject195.bin"/><Relationship Id="rId5" Type="http://schemas.openxmlformats.org/officeDocument/2006/relationships/oleObject" Target="../embeddings/oleObject189.bin"/><Relationship Id="rId10" Type="http://schemas.openxmlformats.org/officeDocument/2006/relationships/oleObject" Target="../embeddings/oleObject194.bin"/><Relationship Id="rId4" Type="http://schemas.openxmlformats.org/officeDocument/2006/relationships/oleObject" Target="../embeddings/oleObject188.bin"/><Relationship Id="rId9" Type="http://schemas.openxmlformats.org/officeDocument/2006/relationships/oleObject" Target="../embeddings/oleObject193.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98.bin"/><Relationship Id="rId2" Type="http://schemas.openxmlformats.org/officeDocument/2006/relationships/slideLayout" Target="../slideLayouts/slideLayout5.xml"/><Relationship Id="rId1" Type="http://schemas.openxmlformats.org/officeDocument/2006/relationships/vmlDrawing" Target="../drawings/vmlDrawing30.vml"/><Relationship Id="rId5" Type="http://schemas.openxmlformats.org/officeDocument/2006/relationships/oleObject" Target="../embeddings/oleObject200.bin"/><Relationship Id="rId4" Type="http://schemas.openxmlformats.org/officeDocument/2006/relationships/oleObject" Target="../embeddings/oleObject199.bin"/></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205.bin"/><Relationship Id="rId3" Type="http://schemas.openxmlformats.org/officeDocument/2006/relationships/audio" Target="../media/audio3.wav"/><Relationship Id="rId7" Type="http://schemas.openxmlformats.org/officeDocument/2006/relationships/oleObject" Target="../embeddings/oleObject204.bin"/><Relationship Id="rId2" Type="http://schemas.openxmlformats.org/officeDocument/2006/relationships/slideLayout" Target="../slideLayouts/slideLayout5.xml"/><Relationship Id="rId1" Type="http://schemas.openxmlformats.org/officeDocument/2006/relationships/vmlDrawing" Target="../drawings/vmlDrawing31.vml"/><Relationship Id="rId6" Type="http://schemas.openxmlformats.org/officeDocument/2006/relationships/oleObject" Target="../embeddings/oleObject203.bin"/><Relationship Id="rId5" Type="http://schemas.openxmlformats.org/officeDocument/2006/relationships/oleObject" Target="../embeddings/oleObject202.bin"/><Relationship Id="rId10" Type="http://schemas.openxmlformats.org/officeDocument/2006/relationships/oleObject" Target="../embeddings/oleObject207.bin"/><Relationship Id="rId4" Type="http://schemas.openxmlformats.org/officeDocument/2006/relationships/oleObject" Target="../embeddings/oleObject201.bin"/><Relationship Id="rId9" Type="http://schemas.openxmlformats.org/officeDocument/2006/relationships/oleObject" Target="../embeddings/oleObject206.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212.bin"/><Relationship Id="rId3" Type="http://schemas.openxmlformats.org/officeDocument/2006/relationships/oleObject" Target="../embeddings/oleObject208.bin"/><Relationship Id="rId7" Type="http://schemas.openxmlformats.org/officeDocument/2006/relationships/oleObject" Target="../embeddings/oleObject211.bin"/><Relationship Id="rId2" Type="http://schemas.openxmlformats.org/officeDocument/2006/relationships/slideLayout" Target="../slideLayouts/slideLayout6.xml"/><Relationship Id="rId1" Type="http://schemas.openxmlformats.org/officeDocument/2006/relationships/vmlDrawing" Target="../drawings/vmlDrawing32.vml"/><Relationship Id="rId6" Type="http://schemas.openxmlformats.org/officeDocument/2006/relationships/oleObject" Target="../embeddings/oleObject210.bin"/><Relationship Id="rId5" Type="http://schemas.openxmlformats.org/officeDocument/2006/relationships/image" Target="../media/image203.jpeg"/><Relationship Id="rId4" Type="http://schemas.openxmlformats.org/officeDocument/2006/relationships/oleObject" Target="../embeddings/oleObject209.bin"/><Relationship Id="rId9" Type="http://schemas.openxmlformats.org/officeDocument/2006/relationships/oleObject" Target="../embeddings/oleObject213.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219.bin"/><Relationship Id="rId3" Type="http://schemas.openxmlformats.org/officeDocument/2006/relationships/oleObject" Target="../embeddings/oleObject214.bin"/><Relationship Id="rId7" Type="http://schemas.openxmlformats.org/officeDocument/2006/relationships/oleObject" Target="../embeddings/oleObject218.bin"/><Relationship Id="rId2" Type="http://schemas.openxmlformats.org/officeDocument/2006/relationships/slideLayout" Target="../slideLayouts/slideLayout6.xml"/><Relationship Id="rId1" Type="http://schemas.openxmlformats.org/officeDocument/2006/relationships/vmlDrawing" Target="../drawings/vmlDrawing33.vml"/><Relationship Id="rId6" Type="http://schemas.openxmlformats.org/officeDocument/2006/relationships/oleObject" Target="../embeddings/oleObject217.bin"/><Relationship Id="rId5" Type="http://schemas.openxmlformats.org/officeDocument/2006/relationships/oleObject" Target="../embeddings/oleObject216.bin"/><Relationship Id="rId4" Type="http://schemas.openxmlformats.org/officeDocument/2006/relationships/oleObject" Target="../embeddings/oleObject215.bin"/><Relationship Id="rId9" Type="http://schemas.openxmlformats.org/officeDocument/2006/relationships/oleObject" Target="../embeddings/oleObject220.bin"/></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225.bin"/><Relationship Id="rId3" Type="http://schemas.openxmlformats.org/officeDocument/2006/relationships/audio" Target="../media/audio3.wav"/><Relationship Id="rId7" Type="http://schemas.openxmlformats.org/officeDocument/2006/relationships/oleObject" Target="../embeddings/oleObject224.bin"/><Relationship Id="rId2" Type="http://schemas.openxmlformats.org/officeDocument/2006/relationships/slideLayout" Target="../slideLayouts/slideLayout6.xml"/><Relationship Id="rId1" Type="http://schemas.openxmlformats.org/officeDocument/2006/relationships/vmlDrawing" Target="../drawings/vmlDrawing34.vml"/><Relationship Id="rId6" Type="http://schemas.openxmlformats.org/officeDocument/2006/relationships/oleObject" Target="../embeddings/oleObject223.bin"/><Relationship Id="rId5" Type="http://schemas.openxmlformats.org/officeDocument/2006/relationships/oleObject" Target="../embeddings/oleObject222.bin"/><Relationship Id="rId10" Type="http://schemas.openxmlformats.org/officeDocument/2006/relationships/oleObject" Target="../embeddings/oleObject227.bin"/><Relationship Id="rId4" Type="http://schemas.openxmlformats.org/officeDocument/2006/relationships/oleObject" Target="../embeddings/oleObject221.bin"/><Relationship Id="rId9" Type="http://schemas.openxmlformats.org/officeDocument/2006/relationships/oleObject" Target="../embeddings/oleObject226.bin"/></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233.bin"/><Relationship Id="rId13" Type="http://schemas.openxmlformats.org/officeDocument/2006/relationships/oleObject" Target="../embeddings/oleObject238.bin"/><Relationship Id="rId3" Type="http://schemas.openxmlformats.org/officeDocument/2006/relationships/oleObject" Target="../embeddings/oleObject228.bin"/><Relationship Id="rId7" Type="http://schemas.openxmlformats.org/officeDocument/2006/relationships/oleObject" Target="../embeddings/oleObject232.bin"/><Relationship Id="rId12" Type="http://schemas.openxmlformats.org/officeDocument/2006/relationships/oleObject" Target="../embeddings/oleObject237.bin"/><Relationship Id="rId2" Type="http://schemas.openxmlformats.org/officeDocument/2006/relationships/slideLayout" Target="../slideLayouts/slideLayout6.xml"/><Relationship Id="rId1" Type="http://schemas.openxmlformats.org/officeDocument/2006/relationships/vmlDrawing" Target="../drawings/vmlDrawing35.vml"/><Relationship Id="rId6" Type="http://schemas.openxmlformats.org/officeDocument/2006/relationships/oleObject" Target="../embeddings/oleObject231.bin"/><Relationship Id="rId11" Type="http://schemas.openxmlformats.org/officeDocument/2006/relationships/oleObject" Target="../embeddings/oleObject236.bin"/><Relationship Id="rId5" Type="http://schemas.openxmlformats.org/officeDocument/2006/relationships/oleObject" Target="../embeddings/oleObject230.bin"/><Relationship Id="rId10" Type="http://schemas.openxmlformats.org/officeDocument/2006/relationships/oleObject" Target="../embeddings/oleObject235.bin"/><Relationship Id="rId4" Type="http://schemas.openxmlformats.org/officeDocument/2006/relationships/oleObject" Target="../embeddings/oleObject229.bin"/><Relationship Id="rId9" Type="http://schemas.openxmlformats.org/officeDocument/2006/relationships/oleObject" Target="../embeddings/oleObject234.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244.bin"/><Relationship Id="rId13" Type="http://schemas.openxmlformats.org/officeDocument/2006/relationships/oleObject" Target="../embeddings/oleObject249.bin"/><Relationship Id="rId3" Type="http://schemas.openxmlformats.org/officeDocument/2006/relationships/oleObject" Target="../embeddings/oleObject239.bin"/><Relationship Id="rId7" Type="http://schemas.openxmlformats.org/officeDocument/2006/relationships/oleObject" Target="../embeddings/oleObject243.bin"/><Relationship Id="rId12" Type="http://schemas.openxmlformats.org/officeDocument/2006/relationships/oleObject" Target="../embeddings/oleObject248.bin"/><Relationship Id="rId2" Type="http://schemas.openxmlformats.org/officeDocument/2006/relationships/slideLayout" Target="../slideLayouts/slideLayout6.xml"/><Relationship Id="rId1" Type="http://schemas.openxmlformats.org/officeDocument/2006/relationships/vmlDrawing" Target="../drawings/vmlDrawing36.vml"/><Relationship Id="rId6" Type="http://schemas.openxmlformats.org/officeDocument/2006/relationships/oleObject" Target="../embeddings/oleObject242.bin"/><Relationship Id="rId11" Type="http://schemas.openxmlformats.org/officeDocument/2006/relationships/oleObject" Target="../embeddings/oleObject247.bin"/><Relationship Id="rId5" Type="http://schemas.openxmlformats.org/officeDocument/2006/relationships/oleObject" Target="../embeddings/oleObject241.bin"/><Relationship Id="rId10" Type="http://schemas.openxmlformats.org/officeDocument/2006/relationships/oleObject" Target="../embeddings/oleObject246.bin"/><Relationship Id="rId4" Type="http://schemas.openxmlformats.org/officeDocument/2006/relationships/oleObject" Target="../embeddings/oleObject240.bin"/><Relationship Id="rId9" Type="http://schemas.openxmlformats.org/officeDocument/2006/relationships/oleObject" Target="../embeddings/oleObject245.bin"/></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254.bin"/><Relationship Id="rId13" Type="http://schemas.openxmlformats.org/officeDocument/2006/relationships/oleObject" Target="../embeddings/oleObject259.bin"/><Relationship Id="rId18" Type="http://schemas.openxmlformats.org/officeDocument/2006/relationships/oleObject" Target="../embeddings/oleObject264.bin"/><Relationship Id="rId3" Type="http://schemas.openxmlformats.org/officeDocument/2006/relationships/audio" Target="../media/audio4.wav"/><Relationship Id="rId7" Type="http://schemas.openxmlformats.org/officeDocument/2006/relationships/oleObject" Target="../embeddings/oleObject253.bin"/><Relationship Id="rId12" Type="http://schemas.openxmlformats.org/officeDocument/2006/relationships/oleObject" Target="../embeddings/oleObject258.bin"/><Relationship Id="rId17" Type="http://schemas.openxmlformats.org/officeDocument/2006/relationships/oleObject" Target="../embeddings/oleObject263.bin"/><Relationship Id="rId2" Type="http://schemas.openxmlformats.org/officeDocument/2006/relationships/slideLayout" Target="../slideLayouts/slideLayout6.xml"/><Relationship Id="rId16" Type="http://schemas.openxmlformats.org/officeDocument/2006/relationships/oleObject" Target="../embeddings/oleObject262.bin"/><Relationship Id="rId20" Type="http://schemas.openxmlformats.org/officeDocument/2006/relationships/oleObject" Target="../embeddings/oleObject266.bin"/><Relationship Id="rId1" Type="http://schemas.openxmlformats.org/officeDocument/2006/relationships/vmlDrawing" Target="../drawings/vmlDrawing37.vml"/><Relationship Id="rId6" Type="http://schemas.openxmlformats.org/officeDocument/2006/relationships/oleObject" Target="../embeddings/oleObject252.bin"/><Relationship Id="rId11" Type="http://schemas.openxmlformats.org/officeDocument/2006/relationships/oleObject" Target="../embeddings/oleObject257.bin"/><Relationship Id="rId5" Type="http://schemas.openxmlformats.org/officeDocument/2006/relationships/oleObject" Target="../embeddings/oleObject251.bin"/><Relationship Id="rId15" Type="http://schemas.openxmlformats.org/officeDocument/2006/relationships/oleObject" Target="../embeddings/oleObject261.bin"/><Relationship Id="rId10" Type="http://schemas.openxmlformats.org/officeDocument/2006/relationships/oleObject" Target="../embeddings/oleObject256.bin"/><Relationship Id="rId19" Type="http://schemas.openxmlformats.org/officeDocument/2006/relationships/oleObject" Target="../embeddings/oleObject265.bin"/><Relationship Id="rId4" Type="http://schemas.openxmlformats.org/officeDocument/2006/relationships/oleObject" Target="../embeddings/oleObject250.bin"/><Relationship Id="rId9" Type="http://schemas.openxmlformats.org/officeDocument/2006/relationships/oleObject" Target="../embeddings/oleObject255.bin"/><Relationship Id="rId14" Type="http://schemas.openxmlformats.org/officeDocument/2006/relationships/oleObject" Target="../embeddings/oleObject260.bin"/></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267.bin"/><Relationship Id="rId2" Type="http://schemas.openxmlformats.org/officeDocument/2006/relationships/slideLayout" Target="../slideLayouts/slideLayout6.xml"/><Relationship Id="rId1" Type="http://schemas.openxmlformats.org/officeDocument/2006/relationships/vmlDrawing" Target="../drawings/vmlDrawing38.vml"/><Relationship Id="rId6" Type="http://schemas.openxmlformats.org/officeDocument/2006/relationships/oleObject" Target="../embeddings/oleObject270.bin"/><Relationship Id="rId5" Type="http://schemas.openxmlformats.org/officeDocument/2006/relationships/oleObject" Target="../embeddings/oleObject269.bin"/><Relationship Id="rId4" Type="http://schemas.openxmlformats.org/officeDocument/2006/relationships/oleObject" Target="../embeddings/oleObject268.bin"/></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274.bin"/><Relationship Id="rId13" Type="http://schemas.openxmlformats.org/officeDocument/2006/relationships/oleObject" Target="../embeddings/oleObject279.bin"/><Relationship Id="rId3" Type="http://schemas.openxmlformats.org/officeDocument/2006/relationships/audio" Target="../media/audio3.wav"/><Relationship Id="rId7" Type="http://schemas.openxmlformats.org/officeDocument/2006/relationships/oleObject" Target="../embeddings/oleObject273.bin"/><Relationship Id="rId12" Type="http://schemas.openxmlformats.org/officeDocument/2006/relationships/oleObject" Target="../embeddings/oleObject278.bin"/><Relationship Id="rId2" Type="http://schemas.openxmlformats.org/officeDocument/2006/relationships/slideLayout" Target="../slideLayouts/slideLayout6.xml"/><Relationship Id="rId1" Type="http://schemas.openxmlformats.org/officeDocument/2006/relationships/vmlDrawing" Target="../drawings/vmlDrawing39.vml"/><Relationship Id="rId6" Type="http://schemas.openxmlformats.org/officeDocument/2006/relationships/oleObject" Target="../embeddings/oleObject272.bin"/><Relationship Id="rId11" Type="http://schemas.openxmlformats.org/officeDocument/2006/relationships/oleObject" Target="../embeddings/oleObject277.bin"/><Relationship Id="rId5" Type="http://schemas.openxmlformats.org/officeDocument/2006/relationships/oleObject" Target="../embeddings/oleObject271.bin"/><Relationship Id="rId15" Type="http://schemas.openxmlformats.org/officeDocument/2006/relationships/oleObject" Target="../embeddings/oleObject281.bin"/><Relationship Id="rId10" Type="http://schemas.openxmlformats.org/officeDocument/2006/relationships/oleObject" Target="../embeddings/oleObject276.bin"/><Relationship Id="rId4" Type="http://schemas.openxmlformats.org/officeDocument/2006/relationships/audio" Target="../media/audio1.wav"/><Relationship Id="rId9" Type="http://schemas.openxmlformats.org/officeDocument/2006/relationships/oleObject" Target="../embeddings/oleObject275.bin"/><Relationship Id="rId14" Type="http://schemas.openxmlformats.org/officeDocument/2006/relationships/oleObject" Target="../embeddings/oleObject280.bin"/></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282.bin"/><Relationship Id="rId2" Type="http://schemas.openxmlformats.org/officeDocument/2006/relationships/slideLayout" Target="../slideLayouts/slideLayout6.xml"/><Relationship Id="rId1" Type="http://schemas.openxmlformats.org/officeDocument/2006/relationships/vmlDrawing" Target="../drawings/vmlDrawing40.vml"/><Relationship Id="rId5" Type="http://schemas.openxmlformats.org/officeDocument/2006/relationships/oleObject" Target="../embeddings/oleObject284.bin"/><Relationship Id="rId4" Type="http://schemas.openxmlformats.org/officeDocument/2006/relationships/oleObject" Target="../embeddings/oleObject283.bin"/></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290.bin"/><Relationship Id="rId3" Type="http://schemas.openxmlformats.org/officeDocument/2006/relationships/oleObject" Target="../embeddings/oleObject285.bin"/><Relationship Id="rId7" Type="http://schemas.openxmlformats.org/officeDocument/2006/relationships/oleObject" Target="../embeddings/oleObject289.bin"/><Relationship Id="rId2" Type="http://schemas.openxmlformats.org/officeDocument/2006/relationships/slideLayout" Target="../slideLayouts/slideLayout6.xml"/><Relationship Id="rId1" Type="http://schemas.openxmlformats.org/officeDocument/2006/relationships/vmlDrawing" Target="../drawings/vmlDrawing41.vml"/><Relationship Id="rId6" Type="http://schemas.openxmlformats.org/officeDocument/2006/relationships/oleObject" Target="../embeddings/oleObject288.bin"/><Relationship Id="rId11" Type="http://schemas.openxmlformats.org/officeDocument/2006/relationships/image" Target="../media/image282.png"/><Relationship Id="rId5" Type="http://schemas.openxmlformats.org/officeDocument/2006/relationships/oleObject" Target="../embeddings/oleObject287.bin"/><Relationship Id="rId10" Type="http://schemas.openxmlformats.org/officeDocument/2006/relationships/oleObject" Target="../embeddings/oleObject292.bin"/><Relationship Id="rId4" Type="http://schemas.openxmlformats.org/officeDocument/2006/relationships/oleObject" Target="../embeddings/oleObject286.bin"/><Relationship Id="rId9" Type="http://schemas.openxmlformats.org/officeDocument/2006/relationships/oleObject" Target="../embeddings/oleObject291.bin"/></Relationships>
</file>

<file path=ppt/slides/_rels/slide48.xml.rels><?xml version="1.0" encoding="UTF-8" standalone="yes"?>
<Relationships xmlns="http://schemas.openxmlformats.org/package/2006/relationships"><Relationship Id="rId8" Type="http://schemas.openxmlformats.org/officeDocument/2006/relationships/image" Target="../media/image296.jpeg"/><Relationship Id="rId13" Type="http://schemas.openxmlformats.org/officeDocument/2006/relationships/oleObject" Target="../embeddings/oleObject302.bin"/><Relationship Id="rId3" Type="http://schemas.openxmlformats.org/officeDocument/2006/relationships/oleObject" Target="../embeddings/oleObject293.bin"/><Relationship Id="rId7" Type="http://schemas.openxmlformats.org/officeDocument/2006/relationships/oleObject" Target="../embeddings/oleObject297.bin"/><Relationship Id="rId12" Type="http://schemas.openxmlformats.org/officeDocument/2006/relationships/oleObject" Target="../embeddings/oleObject301.bin"/><Relationship Id="rId2" Type="http://schemas.openxmlformats.org/officeDocument/2006/relationships/slideLayout" Target="../slideLayouts/slideLayout6.xml"/><Relationship Id="rId16" Type="http://schemas.openxmlformats.org/officeDocument/2006/relationships/oleObject" Target="../embeddings/oleObject305.bin"/><Relationship Id="rId1" Type="http://schemas.openxmlformats.org/officeDocument/2006/relationships/vmlDrawing" Target="../drawings/vmlDrawing42.vml"/><Relationship Id="rId6" Type="http://schemas.openxmlformats.org/officeDocument/2006/relationships/oleObject" Target="../embeddings/oleObject296.bin"/><Relationship Id="rId11" Type="http://schemas.openxmlformats.org/officeDocument/2006/relationships/oleObject" Target="../embeddings/oleObject300.bin"/><Relationship Id="rId5" Type="http://schemas.openxmlformats.org/officeDocument/2006/relationships/oleObject" Target="../embeddings/oleObject295.bin"/><Relationship Id="rId15" Type="http://schemas.openxmlformats.org/officeDocument/2006/relationships/oleObject" Target="../embeddings/oleObject304.bin"/><Relationship Id="rId10" Type="http://schemas.openxmlformats.org/officeDocument/2006/relationships/oleObject" Target="../embeddings/oleObject299.bin"/><Relationship Id="rId4" Type="http://schemas.openxmlformats.org/officeDocument/2006/relationships/oleObject" Target="../embeddings/oleObject294.bin"/><Relationship Id="rId9" Type="http://schemas.openxmlformats.org/officeDocument/2006/relationships/oleObject" Target="../embeddings/oleObject298.bin"/><Relationship Id="rId14" Type="http://schemas.openxmlformats.org/officeDocument/2006/relationships/oleObject" Target="../embeddings/oleObject303.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310.bin"/><Relationship Id="rId3" Type="http://schemas.openxmlformats.org/officeDocument/2006/relationships/audio" Target="../media/audio3.wav"/><Relationship Id="rId7" Type="http://schemas.openxmlformats.org/officeDocument/2006/relationships/oleObject" Target="../embeddings/oleObject309.bin"/><Relationship Id="rId2" Type="http://schemas.openxmlformats.org/officeDocument/2006/relationships/slideLayout" Target="../slideLayouts/slideLayout6.xml"/><Relationship Id="rId1" Type="http://schemas.openxmlformats.org/officeDocument/2006/relationships/vmlDrawing" Target="../drawings/vmlDrawing43.vml"/><Relationship Id="rId6" Type="http://schemas.openxmlformats.org/officeDocument/2006/relationships/oleObject" Target="../embeddings/oleObject308.bin"/><Relationship Id="rId5" Type="http://schemas.openxmlformats.org/officeDocument/2006/relationships/oleObject" Target="../embeddings/oleObject307.bin"/><Relationship Id="rId10" Type="http://schemas.openxmlformats.org/officeDocument/2006/relationships/oleObject" Target="../embeddings/oleObject312.bin"/><Relationship Id="rId4" Type="http://schemas.openxmlformats.org/officeDocument/2006/relationships/oleObject" Target="../embeddings/oleObject306.bin"/><Relationship Id="rId9" Type="http://schemas.openxmlformats.org/officeDocument/2006/relationships/oleObject" Target="../embeddings/oleObject311.bin"/></Relationships>
</file>

<file path=ppt/slides/_rels/slide50.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slideLayout" Target="../slideLayouts/slideLayout6.xml"/><Relationship Id="rId1" Type="http://schemas.openxmlformats.org/officeDocument/2006/relationships/vmlDrawing" Target="../drawings/vmlDrawing44.vml"/><Relationship Id="rId6" Type="http://schemas.openxmlformats.org/officeDocument/2006/relationships/oleObject" Target="../embeddings/oleObject315.bin"/><Relationship Id="rId5" Type="http://schemas.openxmlformats.org/officeDocument/2006/relationships/oleObject" Target="../embeddings/oleObject314.bin"/><Relationship Id="rId4" Type="http://schemas.openxmlformats.org/officeDocument/2006/relationships/oleObject" Target="../embeddings/oleObject313.bin"/></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321.bin"/><Relationship Id="rId3" Type="http://schemas.openxmlformats.org/officeDocument/2006/relationships/oleObject" Target="../embeddings/oleObject316.bin"/><Relationship Id="rId7" Type="http://schemas.openxmlformats.org/officeDocument/2006/relationships/oleObject" Target="../embeddings/oleObject320.bin"/><Relationship Id="rId2" Type="http://schemas.openxmlformats.org/officeDocument/2006/relationships/slideLayout" Target="../slideLayouts/slideLayout6.xml"/><Relationship Id="rId1" Type="http://schemas.openxmlformats.org/officeDocument/2006/relationships/vmlDrawing" Target="../drawings/vmlDrawing45.vml"/><Relationship Id="rId6" Type="http://schemas.openxmlformats.org/officeDocument/2006/relationships/oleObject" Target="../embeddings/oleObject319.bin"/><Relationship Id="rId5" Type="http://schemas.openxmlformats.org/officeDocument/2006/relationships/oleObject" Target="../embeddings/oleObject318.bin"/><Relationship Id="rId10" Type="http://schemas.openxmlformats.org/officeDocument/2006/relationships/oleObject" Target="../embeddings/oleObject323.bin"/><Relationship Id="rId4" Type="http://schemas.openxmlformats.org/officeDocument/2006/relationships/oleObject" Target="../embeddings/oleObject317.bin"/><Relationship Id="rId9" Type="http://schemas.openxmlformats.org/officeDocument/2006/relationships/oleObject" Target="../embeddings/oleObject322.bin"/></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324.bin"/><Relationship Id="rId2" Type="http://schemas.openxmlformats.org/officeDocument/2006/relationships/slideLayout" Target="../slideLayouts/slideLayout6.xml"/><Relationship Id="rId1" Type="http://schemas.openxmlformats.org/officeDocument/2006/relationships/vmlDrawing" Target="../drawings/vmlDrawing46.vml"/><Relationship Id="rId6" Type="http://schemas.openxmlformats.org/officeDocument/2006/relationships/oleObject" Target="../embeddings/oleObject327.bin"/><Relationship Id="rId5" Type="http://schemas.openxmlformats.org/officeDocument/2006/relationships/oleObject" Target="../embeddings/oleObject326.bin"/><Relationship Id="rId4" Type="http://schemas.openxmlformats.org/officeDocument/2006/relationships/oleObject" Target="../embeddings/oleObject325.bin"/></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333.bin"/><Relationship Id="rId3" Type="http://schemas.openxmlformats.org/officeDocument/2006/relationships/oleObject" Target="../embeddings/oleObject328.bin"/><Relationship Id="rId7" Type="http://schemas.openxmlformats.org/officeDocument/2006/relationships/oleObject" Target="../embeddings/oleObject332.bin"/><Relationship Id="rId2" Type="http://schemas.openxmlformats.org/officeDocument/2006/relationships/slideLayout" Target="../slideLayouts/slideLayout6.xml"/><Relationship Id="rId1" Type="http://schemas.openxmlformats.org/officeDocument/2006/relationships/vmlDrawing" Target="../drawings/vmlDrawing47.vml"/><Relationship Id="rId6" Type="http://schemas.openxmlformats.org/officeDocument/2006/relationships/oleObject" Target="../embeddings/oleObject331.bin"/><Relationship Id="rId5" Type="http://schemas.openxmlformats.org/officeDocument/2006/relationships/oleObject" Target="../embeddings/oleObject330.bin"/><Relationship Id="rId10" Type="http://schemas.openxmlformats.org/officeDocument/2006/relationships/oleObject" Target="../embeddings/oleObject335.bin"/><Relationship Id="rId4" Type="http://schemas.openxmlformats.org/officeDocument/2006/relationships/oleObject" Target="../embeddings/oleObject329.bin"/><Relationship Id="rId9" Type="http://schemas.openxmlformats.org/officeDocument/2006/relationships/oleObject" Target="../embeddings/oleObject334.bin"/></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336.bin"/><Relationship Id="rId7" Type="http://schemas.openxmlformats.org/officeDocument/2006/relationships/slide" Target="slide63.xml"/><Relationship Id="rId2" Type="http://schemas.openxmlformats.org/officeDocument/2006/relationships/slideLayout" Target="../slideLayouts/slideLayout6.xml"/><Relationship Id="rId1" Type="http://schemas.openxmlformats.org/officeDocument/2006/relationships/vmlDrawing" Target="../drawings/vmlDrawing48.vml"/><Relationship Id="rId6" Type="http://schemas.openxmlformats.org/officeDocument/2006/relationships/oleObject" Target="../embeddings/oleObject339.bin"/><Relationship Id="rId5" Type="http://schemas.openxmlformats.org/officeDocument/2006/relationships/oleObject" Target="../embeddings/oleObject338.bin"/><Relationship Id="rId4" Type="http://schemas.openxmlformats.org/officeDocument/2006/relationships/oleObject" Target="../embeddings/oleObject337.bin"/></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345.bin"/><Relationship Id="rId3" Type="http://schemas.openxmlformats.org/officeDocument/2006/relationships/oleObject" Target="../embeddings/oleObject340.bin"/><Relationship Id="rId7" Type="http://schemas.openxmlformats.org/officeDocument/2006/relationships/oleObject" Target="../embeddings/oleObject344.bin"/><Relationship Id="rId2" Type="http://schemas.openxmlformats.org/officeDocument/2006/relationships/slideLayout" Target="../slideLayouts/slideLayout6.xml"/><Relationship Id="rId1" Type="http://schemas.openxmlformats.org/officeDocument/2006/relationships/vmlDrawing" Target="../drawings/vmlDrawing49.vml"/><Relationship Id="rId6" Type="http://schemas.openxmlformats.org/officeDocument/2006/relationships/oleObject" Target="../embeddings/oleObject343.bin"/><Relationship Id="rId5" Type="http://schemas.openxmlformats.org/officeDocument/2006/relationships/oleObject" Target="../embeddings/oleObject342.bin"/><Relationship Id="rId4" Type="http://schemas.openxmlformats.org/officeDocument/2006/relationships/oleObject" Target="../embeddings/oleObject341.bin"/></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346.bin"/><Relationship Id="rId2" Type="http://schemas.openxmlformats.org/officeDocument/2006/relationships/slideLayout" Target="../slideLayouts/slideLayout6.xml"/><Relationship Id="rId1" Type="http://schemas.openxmlformats.org/officeDocument/2006/relationships/vmlDrawing" Target="../drawings/vmlDrawing50.vml"/><Relationship Id="rId4" Type="http://schemas.openxmlformats.org/officeDocument/2006/relationships/oleObject" Target="../embeddings/oleObject347.bin"/></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353.bin"/><Relationship Id="rId3" Type="http://schemas.openxmlformats.org/officeDocument/2006/relationships/oleObject" Target="../embeddings/oleObject348.bin"/><Relationship Id="rId7" Type="http://schemas.openxmlformats.org/officeDocument/2006/relationships/oleObject" Target="../embeddings/oleObject352.bin"/><Relationship Id="rId2" Type="http://schemas.openxmlformats.org/officeDocument/2006/relationships/slideLayout" Target="../slideLayouts/slideLayout6.xml"/><Relationship Id="rId1" Type="http://schemas.openxmlformats.org/officeDocument/2006/relationships/vmlDrawing" Target="../drawings/vmlDrawing51.vml"/><Relationship Id="rId6" Type="http://schemas.openxmlformats.org/officeDocument/2006/relationships/oleObject" Target="../embeddings/oleObject351.bin"/><Relationship Id="rId5" Type="http://schemas.openxmlformats.org/officeDocument/2006/relationships/oleObject" Target="../embeddings/oleObject350.bin"/><Relationship Id="rId4" Type="http://schemas.openxmlformats.org/officeDocument/2006/relationships/oleObject" Target="../embeddings/oleObject349.bin"/><Relationship Id="rId9" Type="http://schemas.openxmlformats.org/officeDocument/2006/relationships/oleObject" Target="../embeddings/oleObject354.bin"/></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355.bin"/><Relationship Id="rId2" Type="http://schemas.openxmlformats.org/officeDocument/2006/relationships/slideLayout" Target="../slideLayouts/slideLayout6.xml"/><Relationship Id="rId1" Type="http://schemas.openxmlformats.org/officeDocument/2006/relationships/vmlDrawing" Target="../drawings/vmlDrawing52.vml"/><Relationship Id="rId6" Type="http://schemas.openxmlformats.org/officeDocument/2006/relationships/oleObject" Target="../embeddings/oleObject358.bin"/><Relationship Id="rId5" Type="http://schemas.openxmlformats.org/officeDocument/2006/relationships/oleObject" Target="../embeddings/oleObject357.bin"/><Relationship Id="rId4" Type="http://schemas.openxmlformats.org/officeDocument/2006/relationships/oleObject" Target="../embeddings/oleObject356.bin"/></Relationships>
</file>

<file path=ppt/slides/_rels/slide59.xml.rels><?xml version="1.0" encoding="UTF-8" standalone="yes"?>
<Relationships xmlns="http://schemas.openxmlformats.org/package/2006/relationships"><Relationship Id="rId3" Type="http://schemas.openxmlformats.org/officeDocument/2006/relationships/audio" Target="../media/audio5.wav"/><Relationship Id="rId7" Type="http://schemas.openxmlformats.org/officeDocument/2006/relationships/oleObject" Target="../embeddings/oleObject360.bin"/><Relationship Id="rId2" Type="http://schemas.openxmlformats.org/officeDocument/2006/relationships/slideLayout" Target="../slideLayouts/slideLayout6.xml"/><Relationship Id="rId1" Type="http://schemas.openxmlformats.org/officeDocument/2006/relationships/vmlDrawing" Target="../drawings/vmlDrawing53.vml"/><Relationship Id="rId6" Type="http://schemas.openxmlformats.org/officeDocument/2006/relationships/oleObject" Target="../embeddings/oleObject359.bin"/><Relationship Id="rId5" Type="http://schemas.openxmlformats.org/officeDocument/2006/relationships/image" Target="../media/image351.png"/><Relationship Id="rId4" Type="http://schemas.openxmlformats.org/officeDocument/2006/relationships/image" Target="../media/image296.jpeg"/></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361.bin"/><Relationship Id="rId7" Type="http://schemas.openxmlformats.org/officeDocument/2006/relationships/oleObject" Target="../embeddings/oleObject365.bin"/><Relationship Id="rId2" Type="http://schemas.openxmlformats.org/officeDocument/2006/relationships/slideLayout" Target="../slideLayouts/slideLayout6.xml"/><Relationship Id="rId1" Type="http://schemas.openxmlformats.org/officeDocument/2006/relationships/vmlDrawing" Target="../drawings/vmlDrawing54.vml"/><Relationship Id="rId6" Type="http://schemas.openxmlformats.org/officeDocument/2006/relationships/oleObject" Target="../embeddings/oleObject364.bin"/><Relationship Id="rId5" Type="http://schemas.openxmlformats.org/officeDocument/2006/relationships/oleObject" Target="../embeddings/oleObject363.bin"/><Relationship Id="rId4" Type="http://schemas.openxmlformats.org/officeDocument/2006/relationships/oleObject" Target="../embeddings/oleObject362.bin"/></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366.bin"/><Relationship Id="rId7" Type="http://schemas.openxmlformats.org/officeDocument/2006/relationships/oleObject" Target="../embeddings/oleObject370.bin"/><Relationship Id="rId2" Type="http://schemas.openxmlformats.org/officeDocument/2006/relationships/slideLayout" Target="../slideLayouts/slideLayout7.xml"/><Relationship Id="rId1" Type="http://schemas.openxmlformats.org/officeDocument/2006/relationships/vmlDrawing" Target="../drawings/vmlDrawing55.vml"/><Relationship Id="rId6" Type="http://schemas.openxmlformats.org/officeDocument/2006/relationships/oleObject" Target="../embeddings/oleObject369.bin"/><Relationship Id="rId5" Type="http://schemas.openxmlformats.org/officeDocument/2006/relationships/oleObject" Target="../embeddings/oleObject368.bin"/><Relationship Id="rId4" Type="http://schemas.openxmlformats.org/officeDocument/2006/relationships/oleObject" Target="../embeddings/oleObject367.bin"/></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376.bin"/><Relationship Id="rId3" Type="http://schemas.openxmlformats.org/officeDocument/2006/relationships/oleObject" Target="../embeddings/oleObject371.bin"/><Relationship Id="rId7" Type="http://schemas.openxmlformats.org/officeDocument/2006/relationships/oleObject" Target="../embeddings/oleObject375.bin"/><Relationship Id="rId2" Type="http://schemas.openxmlformats.org/officeDocument/2006/relationships/slideLayout" Target="../slideLayouts/slideLayout7.xml"/><Relationship Id="rId1" Type="http://schemas.openxmlformats.org/officeDocument/2006/relationships/vmlDrawing" Target="../drawings/vmlDrawing56.vml"/><Relationship Id="rId6" Type="http://schemas.openxmlformats.org/officeDocument/2006/relationships/oleObject" Target="../embeddings/oleObject374.bin"/><Relationship Id="rId5" Type="http://schemas.openxmlformats.org/officeDocument/2006/relationships/oleObject" Target="../embeddings/oleObject373.bin"/><Relationship Id="rId4" Type="http://schemas.openxmlformats.org/officeDocument/2006/relationships/oleObject" Target="../embeddings/oleObject372.bin"/><Relationship Id="rId9" Type="http://schemas.openxmlformats.org/officeDocument/2006/relationships/oleObject" Target="../embeddings/oleObject377.bin"/></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382.bin"/><Relationship Id="rId13" Type="http://schemas.openxmlformats.org/officeDocument/2006/relationships/oleObject" Target="../embeddings/oleObject387.bin"/><Relationship Id="rId3" Type="http://schemas.openxmlformats.org/officeDocument/2006/relationships/audio" Target="../media/audio3.wav"/><Relationship Id="rId7" Type="http://schemas.openxmlformats.org/officeDocument/2006/relationships/oleObject" Target="../embeddings/oleObject381.bin"/><Relationship Id="rId12" Type="http://schemas.openxmlformats.org/officeDocument/2006/relationships/oleObject" Target="../embeddings/oleObject386.bin"/><Relationship Id="rId2" Type="http://schemas.openxmlformats.org/officeDocument/2006/relationships/slideLayout" Target="../slideLayouts/slideLayout7.xml"/><Relationship Id="rId1" Type="http://schemas.openxmlformats.org/officeDocument/2006/relationships/vmlDrawing" Target="../drawings/vmlDrawing57.vml"/><Relationship Id="rId6" Type="http://schemas.openxmlformats.org/officeDocument/2006/relationships/oleObject" Target="../embeddings/oleObject380.bin"/><Relationship Id="rId11" Type="http://schemas.openxmlformats.org/officeDocument/2006/relationships/oleObject" Target="../embeddings/oleObject385.bin"/><Relationship Id="rId5" Type="http://schemas.openxmlformats.org/officeDocument/2006/relationships/oleObject" Target="../embeddings/oleObject379.bin"/><Relationship Id="rId15" Type="http://schemas.openxmlformats.org/officeDocument/2006/relationships/slide" Target="slide54.xml"/><Relationship Id="rId10" Type="http://schemas.openxmlformats.org/officeDocument/2006/relationships/oleObject" Target="../embeddings/oleObject384.bin"/><Relationship Id="rId4" Type="http://schemas.openxmlformats.org/officeDocument/2006/relationships/oleObject" Target="../embeddings/oleObject378.bin"/><Relationship Id="rId9" Type="http://schemas.openxmlformats.org/officeDocument/2006/relationships/oleObject" Target="../embeddings/oleObject383.bin"/><Relationship Id="rId14" Type="http://schemas.openxmlformats.org/officeDocument/2006/relationships/oleObject" Target="../embeddings/oleObject388.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7" name="Text Box 11">
            <a:hlinkClick r:id="rId2" action="ppaction://hlinksldjump"/>
          </p:cNvPr>
          <p:cNvSpPr txBox="1">
            <a:spLocks noChangeArrowheads="1"/>
          </p:cNvSpPr>
          <p:nvPr/>
        </p:nvSpPr>
        <p:spPr bwMode="auto">
          <a:xfrm>
            <a:off x="2051050" y="1500188"/>
            <a:ext cx="1296988"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2000">
                <a:latin typeface="华文中宋" pitchFamily="2" charset="-122"/>
                <a:ea typeface="华文中宋" pitchFamily="2" charset="-122"/>
              </a:rPr>
              <a:t>前   言</a:t>
            </a:r>
          </a:p>
        </p:txBody>
      </p:sp>
      <p:sp>
        <p:nvSpPr>
          <p:cNvPr id="4108" name="Text Box 12">
            <a:hlinkClick r:id="rId3" action="ppaction://hlinksldjump"/>
          </p:cNvPr>
          <p:cNvSpPr txBox="1">
            <a:spLocks noChangeArrowheads="1"/>
          </p:cNvSpPr>
          <p:nvPr/>
        </p:nvSpPr>
        <p:spPr bwMode="auto">
          <a:xfrm>
            <a:off x="1258888" y="2012950"/>
            <a:ext cx="4321175"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2000">
                <a:latin typeface="华文中宋" pitchFamily="2" charset="-122"/>
                <a:ea typeface="华文中宋" pitchFamily="2" charset="-122"/>
              </a:rPr>
              <a:t>§2-1    </a:t>
            </a:r>
            <a:r>
              <a:rPr lang="zh-CN" altLang="en-US" sz="2000">
                <a:latin typeface="华文中宋" pitchFamily="2" charset="-122"/>
                <a:ea typeface="华文中宋" pitchFamily="2" charset="-122"/>
              </a:rPr>
              <a:t>牛顿运动定律</a:t>
            </a:r>
          </a:p>
        </p:txBody>
      </p:sp>
      <p:sp>
        <p:nvSpPr>
          <p:cNvPr id="4112" name="Text Box 16">
            <a:hlinkClick r:id="rId4" action="ppaction://hlinksldjump"/>
          </p:cNvPr>
          <p:cNvSpPr txBox="1">
            <a:spLocks noChangeArrowheads="1"/>
          </p:cNvSpPr>
          <p:nvPr/>
        </p:nvSpPr>
        <p:spPr bwMode="auto">
          <a:xfrm>
            <a:off x="1258888" y="2498725"/>
            <a:ext cx="4321175"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2000">
                <a:latin typeface="华文中宋" pitchFamily="2" charset="-122"/>
                <a:ea typeface="华文中宋" pitchFamily="2" charset="-122"/>
              </a:rPr>
              <a:t>§2-2*  </a:t>
            </a:r>
            <a:r>
              <a:rPr lang="zh-CN" altLang="en-US" sz="2000">
                <a:latin typeface="华文中宋" pitchFamily="2" charset="-122"/>
                <a:ea typeface="华文中宋" pitchFamily="2" charset="-122"/>
              </a:rPr>
              <a:t>非惯性系 惯性力</a:t>
            </a:r>
          </a:p>
        </p:txBody>
      </p:sp>
      <p:sp>
        <p:nvSpPr>
          <p:cNvPr id="4113" name="Text Box 17">
            <a:hlinkClick r:id="rId5" action="ppaction://hlinksldjump"/>
          </p:cNvPr>
          <p:cNvSpPr txBox="1">
            <a:spLocks noChangeArrowheads="1"/>
          </p:cNvSpPr>
          <p:nvPr/>
        </p:nvSpPr>
        <p:spPr bwMode="auto">
          <a:xfrm>
            <a:off x="1258888" y="3381375"/>
            <a:ext cx="6769100"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2000">
                <a:latin typeface="华文中宋" pitchFamily="2" charset="-122"/>
                <a:ea typeface="华文中宋" pitchFamily="2" charset="-122"/>
              </a:rPr>
              <a:t>§2-4    </a:t>
            </a:r>
            <a:r>
              <a:rPr lang="zh-CN" altLang="en-US" sz="2000">
                <a:latin typeface="华文中宋" pitchFamily="2" charset="-122"/>
                <a:ea typeface="华文中宋" pitchFamily="2" charset="-122"/>
              </a:rPr>
              <a:t>功 动能 势能　机械能守恒定律</a:t>
            </a:r>
          </a:p>
        </p:txBody>
      </p:sp>
      <p:sp>
        <p:nvSpPr>
          <p:cNvPr id="4114" name="Text Box 18">
            <a:hlinkClick r:id="rId6" action="ppaction://hlinksldjump"/>
          </p:cNvPr>
          <p:cNvSpPr txBox="1">
            <a:spLocks noChangeArrowheads="1"/>
          </p:cNvSpPr>
          <p:nvPr/>
        </p:nvSpPr>
        <p:spPr bwMode="auto">
          <a:xfrm>
            <a:off x="1258888" y="2932113"/>
            <a:ext cx="4897437"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2000">
                <a:latin typeface="华文中宋" pitchFamily="2" charset="-122"/>
                <a:ea typeface="华文中宋" pitchFamily="2" charset="-122"/>
              </a:rPr>
              <a:t>§2-3    </a:t>
            </a:r>
            <a:r>
              <a:rPr lang="zh-CN" altLang="en-US" sz="2000">
                <a:latin typeface="华文中宋" pitchFamily="2" charset="-122"/>
                <a:ea typeface="华文中宋" pitchFamily="2" charset="-122"/>
              </a:rPr>
              <a:t>动量 动量守恒定律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107"/>
                                        </p:tgtEl>
                                        <p:attrNameLst>
                                          <p:attrName>style.visibility</p:attrName>
                                        </p:attrNameLst>
                                      </p:cBhvr>
                                      <p:to>
                                        <p:strVal val="visible"/>
                                      </p:to>
                                    </p:set>
                                    <p:animEffect transition="in" filter="checkerboard(across)">
                                      <p:cBhvr>
                                        <p:cTn id="7" dur="500"/>
                                        <p:tgtEl>
                                          <p:spTgt spid="4107"/>
                                        </p:tgtEl>
                                      </p:cBhvr>
                                    </p:animEffect>
                                  </p:childTnLst>
                                </p:cTn>
                              </p:par>
                            </p:childTnLst>
                          </p:cTn>
                        </p:par>
                        <p:par>
                          <p:cTn id="8" fill="hold" nodeType="afterGroup">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4108"/>
                                        </p:tgtEl>
                                        <p:attrNameLst>
                                          <p:attrName>style.visibility</p:attrName>
                                        </p:attrNameLst>
                                      </p:cBhvr>
                                      <p:to>
                                        <p:strVal val="visible"/>
                                      </p:to>
                                    </p:set>
                                    <p:animEffect transition="in" filter="checkerboard(across)">
                                      <p:cBhvr>
                                        <p:cTn id="11" dur="500"/>
                                        <p:tgtEl>
                                          <p:spTgt spid="4108"/>
                                        </p:tgtEl>
                                      </p:cBhvr>
                                    </p:animEffect>
                                  </p:childTnLst>
                                </p:cTn>
                              </p:par>
                            </p:childTnLst>
                          </p:cTn>
                        </p:par>
                        <p:par>
                          <p:cTn id="12" fill="hold" nodeType="afterGroup">
                            <p:stCondLst>
                              <p:cond delay="1000"/>
                            </p:stCondLst>
                            <p:childTnLst>
                              <p:par>
                                <p:cTn id="13" presetID="5" presetClass="entr" presetSubtype="10" fill="hold" grpId="0" nodeType="afterEffect">
                                  <p:stCondLst>
                                    <p:cond delay="0"/>
                                  </p:stCondLst>
                                  <p:childTnLst>
                                    <p:set>
                                      <p:cBhvr>
                                        <p:cTn id="14" dur="1" fill="hold">
                                          <p:stCondLst>
                                            <p:cond delay="0"/>
                                          </p:stCondLst>
                                        </p:cTn>
                                        <p:tgtEl>
                                          <p:spTgt spid="4112"/>
                                        </p:tgtEl>
                                        <p:attrNameLst>
                                          <p:attrName>style.visibility</p:attrName>
                                        </p:attrNameLst>
                                      </p:cBhvr>
                                      <p:to>
                                        <p:strVal val="visible"/>
                                      </p:to>
                                    </p:set>
                                    <p:animEffect transition="in" filter="checkerboard(across)">
                                      <p:cBhvr>
                                        <p:cTn id="15" dur="500"/>
                                        <p:tgtEl>
                                          <p:spTgt spid="4112"/>
                                        </p:tgtEl>
                                      </p:cBhvr>
                                    </p:animEffect>
                                  </p:childTnLst>
                                </p:cTn>
                              </p:par>
                            </p:childTnLst>
                          </p:cTn>
                        </p:par>
                        <p:par>
                          <p:cTn id="16" fill="hold" nodeType="afterGroup">
                            <p:stCondLst>
                              <p:cond delay="1500"/>
                            </p:stCondLst>
                            <p:childTnLst>
                              <p:par>
                                <p:cTn id="17" presetID="5" presetClass="entr" presetSubtype="10" fill="hold" grpId="0" nodeType="afterEffect">
                                  <p:stCondLst>
                                    <p:cond delay="0"/>
                                  </p:stCondLst>
                                  <p:childTnLst>
                                    <p:set>
                                      <p:cBhvr>
                                        <p:cTn id="18" dur="1" fill="hold">
                                          <p:stCondLst>
                                            <p:cond delay="0"/>
                                          </p:stCondLst>
                                        </p:cTn>
                                        <p:tgtEl>
                                          <p:spTgt spid="4114"/>
                                        </p:tgtEl>
                                        <p:attrNameLst>
                                          <p:attrName>style.visibility</p:attrName>
                                        </p:attrNameLst>
                                      </p:cBhvr>
                                      <p:to>
                                        <p:strVal val="visible"/>
                                      </p:to>
                                    </p:set>
                                    <p:animEffect transition="in" filter="checkerboard(across)">
                                      <p:cBhvr>
                                        <p:cTn id="19" dur="500"/>
                                        <p:tgtEl>
                                          <p:spTgt spid="4114"/>
                                        </p:tgtEl>
                                      </p:cBhvr>
                                    </p:animEffect>
                                  </p:childTnLst>
                                </p:cTn>
                              </p:par>
                            </p:childTnLst>
                          </p:cTn>
                        </p:par>
                        <p:par>
                          <p:cTn id="20" fill="hold" nodeType="afterGroup">
                            <p:stCondLst>
                              <p:cond delay="2000"/>
                            </p:stCondLst>
                            <p:childTnLst>
                              <p:par>
                                <p:cTn id="21" presetID="5" presetClass="entr" presetSubtype="10" fill="hold" grpId="0" nodeType="afterEffect">
                                  <p:stCondLst>
                                    <p:cond delay="0"/>
                                  </p:stCondLst>
                                  <p:childTnLst>
                                    <p:set>
                                      <p:cBhvr>
                                        <p:cTn id="22" dur="1" fill="hold">
                                          <p:stCondLst>
                                            <p:cond delay="0"/>
                                          </p:stCondLst>
                                        </p:cTn>
                                        <p:tgtEl>
                                          <p:spTgt spid="4113"/>
                                        </p:tgtEl>
                                        <p:attrNameLst>
                                          <p:attrName>style.visibility</p:attrName>
                                        </p:attrNameLst>
                                      </p:cBhvr>
                                      <p:to>
                                        <p:strVal val="visible"/>
                                      </p:to>
                                    </p:set>
                                    <p:animEffect transition="in" filter="checkerboard(across)">
                                      <p:cBhvr>
                                        <p:cTn id="23" dur="500"/>
                                        <p:tgtEl>
                                          <p:spTgt spid="4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7" grpId="0" autoUpdateAnimBg="0"/>
      <p:bldP spid="4108" grpId="0" autoUpdateAnimBg="0"/>
      <p:bldP spid="4112" grpId="0" autoUpdateAnimBg="0"/>
      <p:bldP spid="4113" grpId="0" autoUpdateAnimBg="0"/>
      <p:bldP spid="4114"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1" name="Text Box 11"/>
          <p:cNvSpPr txBox="1">
            <a:spLocks noChangeArrowheads="1"/>
          </p:cNvSpPr>
          <p:nvPr/>
        </p:nvSpPr>
        <p:spPr bwMode="auto">
          <a:xfrm>
            <a:off x="395288" y="1546225"/>
            <a:ext cx="83820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ea typeface="华文中宋" pitchFamily="2" charset="-122"/>
              </a:rPr>
              <a:t>　力的作用既有</a:t>
            </a:r>
            <a:r>
              <a:rPr lang="zh-CN" altLang="en-US" sz="1800">
                <a:solidFill>
                  <a:srgbClr val="FF0000"/>
                </a:solidFill>
                <a:ea typeface="华文中宋" pitchFamily="2" charset="-122"/>
              </a:rPr>
              <a:t>瞬时效应</a:t>
            </a:r>
            <a:r>
              <a:rPr lang="zh-CN" altLang="en-US" sz="1800">
                <a:ea typeface="华文中宋" pitchFamily="2" charset="-122"/>
              </a:rPr>
              <a:t>，又有</a:t>
            </a:r>
            <a:r>
              <a:rPr lang="zh-CN" altLang="en-US" sz="1800">
                <a:solidFill>
                  <a:srgbClr val="FF0000"/>
                </a:solidFill>
                <a:ea typeface="华文中宋" pitchFamily="2" charset="-122"/>
              </a:rPr>
              <a:t>积累效应</a:t>
            </a:r>
            <a:r>
              <a:rPr lang="zh-CN" altLang="en-US" sz="1800">
                <a:ea typeface="华文中宋" pitchFamily="2" charset="-122"/>
              </a:rPr>
              <a:t>：前者由</a:t>
            </a:r>
            <a:r>
              <a:rPr lang="zh-CN" altLang="en-US" sz="1800">
                <a:solidFill>
                  <a:srgbClr val="FF0000"/>
                </a:solidFill>
                <a:ea typeface="华文中宋" pitchFamily="2" charset="-122"/>
              </a:rPr>
              <a:t>牛顿定律</a:t>
            </a:r>
            <a:r>
              <a:rPr lang="zh-CN" altLang="en-US" sz="1800">
                <a:ea typeface="华文中宋" pitchFamily="2" charset="-122"/>
              </a:rPr>
              <a:t>描述，后者则由</a:t>
            </a:r>
            <a:r>
              <a:rPr lang="zh-CN" altLang="en-US" sz="1800">
                <a:solidFill>
                  <a:srgbClr val="FF0000"/>
                </a:solidFill>
                <a:ea typeface="华文中宋" pitchFamily="2" charset="-122"/>
              </a:rPr>
              <a:t>三大守恒律</a:t>
            </a:r>
            <a:r>
              <a:rPr lang="zh-CN" altLang="en-US" sz="1800">
                <a:ea typeface="华文中宋" pitchFamily="2" charset="-122"/>
              </a:rPr>
              <a:t>所描述。</a:t>
            </a:r>
          </a:p>
        </p:txBody>
      </p:sp>
      <p:sp>
        <p:nvSpPr>
          <p:cNvPr id="5132" name="Text Box 12"/>
          <p:cNvSpPr txBox="1">
            <a:spLocks noChangeArrowheads="1"/>
          </p:cNvSpPr>
          <p:nvPr/>
        </p:nvSpPr>
        <p:spPr bwMode="auto">
          <a:xfrm>
            <a:off x="395288" y="896938"/>
            <a:ext cx="83820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ea typeface="华文中宋" pitchFamily="2" charset="-122"/>
              </a:rPr>
              <a:t>　物体之间的相互作用简称力。</a:t>
            </a:r>
          </a:p>
        </p:txBody>
      </p:sp>
      <p:sp>
        <p:nvSpPr>
          <p:cNvPr id="5134" name="Text Box 14"/>
          <p:cNvSpPr txBox="1">
            <a:spLocks noChangeArrowheads="1"/>
          </p:cNvSpPr>
          <p:nvPr/>
        </p:nvSpPr>
        <p:spPr bwMode="auto">
          <a:xfrm>
            <a:off x="242888" y="3138488"/>
            <a:ext cx="1376362" cy="369887"/>
          </a:xfrm>
          <a:prstGeom prst="rect">
            <a:avLst/>
          </a:prstGeom>
          <a:noFill/>
          <a:ln w="2857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solidFill>
                  <a:srgbClr val="0000CC"/>
                </a:solidFill>
                <a:ea typeface="华文中宋" pitchFamily="2" charset="-122"/>
              </a:rPr>
              <a:t>力的作用</a:t>
            </a:r>
          </a:p>
        </p:txBody>
      </p:sp>
      <p:grpSp>
        <p:nvGrpSpPr>
          <p:cNvPr id="7" name="组合 6"/>
          <p:cNvGrpSpPr>
            <a:grpSpLocks/>
          </p:cNvGrpSpPr>
          <p:nvPr/>
        </p:nvGrpSpPr>
        <p:grpSpPr bwMode="auto">
          <a:xfrm>
            <a:off x="1692275" y="2441575"/>
            <a:ext cx="1709738" cy="1643063"/>
            <a:chOff x="1691680" y="2496376"/>
            <a:chExt cx="1710903" cy="1641871"/>
          </a:xfrm>
        </p:grpSpPr>
        <p:sp>
          <p:nvSpPr>
            <p:cNvPr id="11285" name="Text Box 16"/>
            <p:cNvSpPr txBox="1">
              <a:spLocks noChangeArrowheads="1"/>
            </p:cNvSpPr>
            <p:nvPr/>
          </p:nvSpPr>
          <p:spPr bwMode="auto">
            <a:xfrm>
              <a:off x="2025529" y="2496376"/>
              <a:ext cx="1377054" cy="414142"/>
            </a:xfrm>
            <a:prstGeom prst="rect">
              <a:avLst/>
            </a:prstGeom>
            <a:noFill/>
            <a:ln w="2857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solidFill>
                    <a:srgbClr val="0000CC"/>
                  </a:solidFill>
                  <a:ea typeface="华文中宋" pitchFamily="2" charset="-122"/>
                </a:rPr>
                <a:t>瞬时效应</a:t>
              </a:r>
              <a:endParaRPr lang="en-US" altLang="zh-CN" sz="1800">
                <a:solidFill>
                  <a:srgbClr val="0000CC"/>
                </a:solidFill>
                <a:ea typeface="华文中宋" pitchFamily="2" charset="-122"/>
              </a:endParaRPr>
            </a:p>
          </p:txBody>
        </p:sp>
        <p:sp>
          <p:nvSpPr>
            <p:cNvPr id="11286" name="Text Box 17"/>
            <p:cNvSpPr txBox="1">
              <a:spLocks noChangeArrowheads="1"/>
            </p:cNvSpPr>
            <p:nvPr/>
          </p:nvSpPr>
          <p:spPr bwMode="auto">
            <a:xfrm>
              <a:off x="2025529" y="3724105"/>
              <a:ext cx="1377054" cy="414142"/>
            </a:xfrm>
            <a:prstGeom prst="rect">
              <a:avLst/>
            </a:prstGeom>
            <a:noFill/>
            <a:ln w="2857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solidFill>
                    <a:srgbClr val="0000CC"/>
                  </a:solidFill>
                  <a:ea typeface="华文中宋" pitchFamily="2" charset="-122"/>
                </a:rPr>
                <a:t>积累效应</a:t>
              </a:r>
            </a:p>
          </p:txBody>
        </p:sp>
        <p:sp>
          <p:nvSpPr>
            <p:cNvPr id="11287" name="AutoShape 24"/>
            <p:cNvSpPr>
              <a:spLocks/>
            </p:cNvSpPr>
            <p:nvPr/>
          </p:nvSpPr>
          <p:spPr bwMode="auto">
            <a:xfrm>
              <a:off x="1691680" y="2705278"/>
              <a:ext cx="261814" cy="1234624"/>
            </a:xfrm>
            <a:prstGeom prst="leftBrace">
              <a:avLst>
                <a:gd name="adj1" fmla="val 43838"/>
                <a:gd name="adj2" fmla="val 50000"/>
              </a:avLst>
            </a:prstGeom>
            <a:noFill/>
            <a:ln w="381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nchor="ctr">
              <a:spAutoFit/>
            </a:bodyPr>
            <a:lstStyle/>
            <a:p>
              <a:endParaRPr lang="zh-CN" altLang="en-US" sz="1800"/>
            </a:p>
          </p:txBody>
        </p:sp>
      </p:grpSp>
      <p:grpSp>
        <p:nvGrpSpPr>
          <p:cNvPr id="9" name="组合 8"/>
          <p:cNvGrpSpPr>
            <a:grpSpLocks/>
          </p:cNvGrpSpPr>
          <p:nvPr/>
        </p:nvGrpSpPr>
        <p:grpSpPr bwMode="auto">
          <a:xfrm>
            <a:off x="3492500" y="3148013"/>
            <a:ext cx="2132013" cy="1295400"/>
            <a:chOff x="3635375" y="3029910"/>
            <a:chExt cx="2132506" cy="1296144"/>
          </a:xfrm>
        </p:grpSpPr>
        <p:grpSp>
          <p:nvGrpSpPr>
            <p:cNvPr id="11281" name="组合 7"/>
            <p:cNvGrpSpPr>
              <a:grpSpLocks/>
            </p:cNvGrpSpPr>
            <p:nvPr/>
          </p:nvGrpSpPr>
          <p:grpSpPr bwMode="auto">
            <a:xfrm>
              <a:off x="3995936" y="3029910"/>
              <a:ext cx="1771945" cy="1296144"/>
              <a:chOff x="3963727" y="3029910"/>
              <a:chExt cx="1771945" cy="1296144"/>
            </a:xfrm>
          </p:grpSpPr>
          <p:sp>
            <p:nvSpPr>
              <p:cNvPr id="11283" name="Text Box 19"/>
              <p:cNvSpPr txBox="1">
                <a:spLocks noChangeArrowheads="1"/>
              </p:cNvSpPr>
              <p:nvPr/>
            </p:nvSpPr>
            <p:spPr bwMode="auto">
              <a:xfrm>
                <a:off x="3963727" y="3029910"/>
                <a:ext cx="1771945" cy="414141"/>
              </a:xfrm>
              <a:prstGeom prst="rect">
                <a:avLst/>
              </a:prstGeom>
              <a:noFill/>
              <a:ln w="2857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solidFill>
                      <a:srgbClr val="0000CC"/>
                    </a:solidFill>
                    <a:ea typeface="华文中宋" pitchFamily="2" charset="-122"/>
                  </a:rPr>
                  <a:t>时间积累</a:t>
                </a:r>
              </a:p>
            </p:txBody>
          </p:sp>
          <p:sp>
            <p:nvSpPr>
              <p:cNvPr id="11284" name="Text Box 20"/>
              <p:cNvSpPr txBox="1">
                <a:spLocks noChangeArrowheads="1"/>
              </p:cNvSpPr>
              <p:nvPr/>
            </p:nvSpPr>
            <p:spPr bwMode="auto">
              <a:xfrm>
                <a:off x="3963727" y="3911913"/>
                <a:ext cx="1771945" cy="414141"/>
              </a:xfrm>
              <a:prstGeom prst="rect">
                <a:avLst/>
              </a:prstGeom>
              <a:noFill/>
              <a:ln w="2857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solidFill>
                      <a:srgbClr val="0000CC"/>
                    </a:solidFill>
                    <a:ea typeface="华文中宋" pitchFamily="2" charset="-122"/>
                  </a:rPr>
                  <a:t>空间积累</a:t>
                </a:r>
              </a:p>
            </p:txBody>
          </p:sp>
        </p:grpSp>
        <p:sp>
          <p:nvSpPr>
            <p:cNvPr id="11282" name="AutoShape 25"/>
            <p:cNvSpPr>
              <a:spLocks/>
            </p:cNvSpPr>
            <p:nvPr/>
          </p:nvSpPr>
          <p:spPr bwMode="auto">
            <a:xfrm>
              <a:off x="3635375" y="3101918"/>
              <a:ext cx="328352" cy="1127935"/>
            </a:xfrm>
            <a:prstGeom prst="leftBrace">
              <a:avLst>
                <a:gd name="adj1" fmla="val 23314"/>
                <a:gd name="adj2" fmla="val 50000"/>
              </a:avLst>
            </a:prstGeom>
            <a:noFill/>
            <a:ln w="381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nchor="ctr">
              <a:spAutoFit/>
            </a:bodyPr>
            <a:lstStyle/>
            <a:p>
              <a:endParaRPr lang="zh-CN" altLang="en-US" sz="1800"/>
            </a:p>
          </p:txBody>
        </p:sp>
      </p:grpSp>
      <p:grpSp>
        <p:nvGrpSpPr>
          <p:cNvPr id="11" name="组合 10"/>
          <p:cNvGrpSpPr>
            <a:grpSpLocks/>
          </p:cNvGrpSpPr>
          <p:nvPr/>
        </p:nvGrpSpPr>
        <p:grpSpPr bwMode="auto">
          <a:xfrm>
            <a:off x="3440113" y="2427288"/>
            <a:ext cx="2644775" cy="414337"/>
            <a:chOff x="3439561" y="2499742"/>
            <a:chExt cx="2644607" cy="414141"/>
          </a:xfrm>
        </p:grpSpPr>
        <p:sp>
          <p:nvSpPr>
            <p:cNvPr id="11279" name="Text Box 18"/>
            <p:cNvSpPr txBox="1">
              <a:spLocks noChangeArrowheads="1"/>
            </p:cNvSpPr>
            <p:nvPr/>
          </p:nvSpPr>
          <p:spPr bwMode="auto">
            <a:xfrm>
              <a:off x="3853687" y="2499742"/>
              <a:ext cx="2230481" cy="414141"/>
            </a:xfrm>
            <a:prstGeom prst="rect">
              <a:avLst/>
            </a:prstGeom>
            <a:noFill/>
            <a:ln w="2857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solidFill>
                    <a:srgbClr val="0000CC"/>
                  </a:solidFill>
                  <a:ea typeface="华文中宋" pitchFamily="2" charset="-122"/>
                </a:rPr>
                <a:t>牛顿运动定律</a:t>
              </a:r>
            </a:p>
          </p:txBody>
        </p:sp>
        <p:sp>
          <p:nvSpPr>
            <p:cNvPr id="11280" name="Line 26"/>
            <p:cNvSpPr>
              <a:spLocks noChangeShapeType="1"/>
            </p:cNvSpPr>
            <p:nvPr/>
          </p:nvSpPr>
          <p:spPr bwMode="auto">
            <a:xfrm>
              <a:off x="3439561" y="2681430"/>
              <a:ext cx="414125" cy="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nchor="ctr">
              <a:spAutoFit/>
            </a:bodyPr>
            <a:lstStyle/>
            <a:p>
              <a:endParaRPr lang="zh-CN" altLang="en-US"/>
            </a:p>
          </p:txBody>
        </p:sp>
      </p:grpSp>
      <p:grpSp>
        <p:nvGrpSpPr>
          <p:cNvPr id="5" name="Group 32"/>
          <p:cNvGrpSpPr>
            <a:grpSpLocks/>
          </p:cNvGrpSpPr>
          <p:nvPr/>
        </p:nvGrpSpPr>
        <p:grpSpPr bwMode="auto">
          <a:xfrm>
            <a:off x="6156325" y="2446338"/>
            <a:ext cx="2559050" cy="412750"/>
            <a:chOff x="4163" y="2545"/>
            <a:chExt cx="1769" cy="310"/>
          </a:xfrm>
        </p:grpSpPr>
        <p:sp>
          <p:nvSpPr>
            <p:cNvPr id="11277" name="Text Box 21"/>
            <p:cNvSpPr txBox="1">
              <a:spLocks noChangeArrowheads="1"/>
            </p:cNvSpPr>
            <p:nvPr/>
          </p:nvSpPr>
          <p:spPr bwMode="auto">
            <a:xfrm>
              <a:off x="4390" y="2545"/>
              <a:ext cx="1542" cy="310"/>
            </a:xfrm>
            <a:prstGeom prst="rect">
              <a:avLst/>
            </a:prstGeom>
            <a:noFill/>
            <a:ln w="2857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solidFill>
                    <a:srgbClr val="0000CC"/>
                  </a:solidFill>
                  <a:ea typeface="华文中宋" pitchFamily="2" charset="-122"/>
                </a:rPr>
                <a:t>动量守恒定律</a:t>
              </a:r>
            </a:p>
          </p:txBody>
        </p:sp>
        <p:sp>
          <p:nvSpPr>
            <p:cNvPr id="11278" name="Line 27"/>
            <p:cNvSpPr>
              <a:spLocks noChangeShapeType="1"/>
            </p:cNvSpPr>
            <p:nvPr/>
          </p:nvSpPr>
          <p:spPr bwMode="auto">
            <a:xfrm>
              <a:off x="4163" y="2694"/>
              <a:ext cx="226" cy="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nchor="ctr">
              <a:spAutoFit/>
            </a:bodyPr>
            <a:lstStyle/>
            <a:p>
              <a:endParaRPr lang="zh-CN" altLang="en-US"/>
            </a:p>
          </p:txBody>
        </p:sp>
      </p:grpSp>
      <p:grpSp>
        <p:nvGrpSpPr>
          <p:cNvPr id="10" name="组合 9"/>
          <p:cNvGrpSpPr>
            <a:grpSpLocks/>
          </p:cNvGrpSpPr>
          <p:nvPr/>
        </p:nvGrpSpPr>
        <p:grpSpPr bwMode="auto">
          <a:xfrm>
            <a:off x="5726113" y="3724275"/>
            <a:ext cx="2590800" cy="917575"/>
            <a:chOff x="5796136" y="3670313"/>
            <a:chExt cx="2590857" cy="917791"/>
          </a:xfrm>
        </p:grpSpPr>
        <p:sp>
          <p:nvSpPr>
            <p:cNvPr id="11274" name="Text Box 22"/>
            <p:cNvSpPr txBox="1">
              <a:spLocks noChangeArrowheads="1"/>
            </p:cNvSpPr>
            <p:nvPr/>
          </p:nvSpPr>
          <p:spPr bwMode="auto">
            <a:xfrm>
              <a:off x="6156512" y="3670313"/>
              <a:ext cx="2230481" cy="414141"/>
            </a:xfrm>
            <a:prstGeom prst="rect">
              <a:avLst/>
            </a:prstGeom>
            <a:noFill/>
            <a:ln w="2857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solidFill>
                    <a:srgbClr val="0000CC"/>
                  </a:solidFill>
                  <a:ea typeface="华文中宋" pitchFamily="2" charset="-122"/>
                </a:rPr>
                <a:t>机械能守恒定律</a:t>
              </a:r>
            </a:p>
          </p:txBody>
        </p:sp>
        <p:sp>
          <p:nvSpPr>
            <p:cNvPr id="11275" name="Text Box 23"/>
            <p:cNvSpPr txBox="1">
              <a:spLocks noChangeArrowheads="1"/>
            </p:cNvSpPr>
            <p:nvPr/>
          </p:nvSpPr>
          <p:spPr bwMode="auto">
            <a:xfrm>
              <a:off x="6156512" y="4173963"/>
              <a:ext cx="2230481" cy="414141"/>
            </a:xfrm>
            <a:prstGeom prst="rect">
              <a:avLst/>
            </a:prstGeom>
            <a:noFill/>
            <a:ln w="2857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solidFill>
                    <a:srgbClr val="0000CC"/>
                  </a:solidFill>
                  <a:ea typeface="华文中宋" pitchFamily="2" charset="-122"/>
                </a:rPr>
                <a:t>能量守恒定律</a:t>
              </a:r>
            </a:p>
          </p:txBody>
        </p:sp>
        <p:sp>
          <p:nvSpPr>
            <p:cNvPr id="11276" name="AutoShape 28"/>
            <p:cNvSpPr>
              <a:spLocks/>
            </p:cNvSpPr>
            <p:nvPr/>
          </p:nvSpPr>
          <p:spPr bwMode="auto">
            <a:xfrm>
              <a:off x="5796136" y="3867894"/>
              <a:ext cx="261814" cy="535445"/>
            </a:xfrm>
            <a:prstGeom prst="leftBrace">
              <a:avLst>
                <a:gd name="adj1" fmla="val 18785"/>
                <a:gd name="adj2" fmla="val 50000"/>
              </a:avLst>
            </a:prstGeom>
            <a:noFill/>
            <a:ln w="381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nchor="ctr">
              <a:spAutoFit/>
            </a:bodyPr>
            <a:lstStyle/>
            <a:p>
              <a:endParaRPr lang="zh-CN" altLang="en-US" sz="18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132"/>
                                        </p:tgtEl>
                                        <p:attrNameLst>
                                          <p:attrName>style.visibility</p:attrName>
                                        </p:attrNameLst>
                                      </p:cBhvr>
                                      <p:to>
                                        <p:strVal val="visible"/>
                                      </p:to>
                                    </p:set>
                                    <p:animEffect transition="in" filter="checkerboard(across)">
                                      <p:cBhvr>
                                        <p:cTn id="7" dur="500"/>
                                        <p:tgtEl>
                                          <p:spTgt spid="51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131"/>
                                        </p:tgtEl>
                                        <p:attrNameLst>
                                          <p:attrName>style.visibility</p:attrName>
                                        </p:attrNameLst>
                                      </p:cBhvr>
                                      <p:to>
                                        <p:strVal val="visible"/>
                                      </p:to>
                                    </p:set>
                                    <p:animEffect transition="in" filter="checkerboard(across)">
                                      <p:cBhvr>
                                        <p:cTn id="12" dur="500"/>
                                        <p:tgtEl>
                                          <p:spTgt spid="51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134"/>
                                        </p:tgtEl>
                                        <p:attrNameLst>
                                          <p:attrName>style.visibility</p:attrName>
                                        </p:attrNameLst>
                                      </p:cBhvr>
                                      <p:to>
                                        <p:strVal val="visible"/>
                                      </p:to>
                                    </p:set>
                                    <p:animEffect transition="in" filter="checkerboard(across)">
                                      <p:cBhvr>
                                        <p:cTn id="17" dur="500"/>
                                        <p:tgtEl>
                                          <p:spTgt spid="513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linds(horizontal)">
                                      <p:cBhvr>
                                        <p:cTn id="32" dur="500"/>
                                        <p:tgtEl>
                                          <p:spTgt spid="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6" presetClass="entr" presetSubtype="32"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circle(out)">
                                      <p:cBhvr>
                                        <p:cTn id="42"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1" grpId="0" autoUpdateAnimBg="0"/>
      <p:bldP spid="5132" grpId="0" autoUpdateAnimBg="0"/>
      <p:bldP spid="5134" grpId="0" animBg="1"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5"/>
          <p:cNvSpPr txBox="1">
            <a:spLocks noChangeArrowheads="1"/>
          </p:cNvSpPr>
          <p:nvPr/>
        </p:nvSpPr>
        <p:spPr bwMode="auto">
          <a:xfrm>
            <a:off x="2128838" y="4084638"/>
            <a:ext cx="5756275"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2000">
                <a:latin typeface="华文中宋" pitchFamily="2" charset="-122"/>
                <a:ea typeface="华文中宋" pitchFamily="2" charset="-122"/>
              </a:rPr>
              <a:t>自然哲学的数学原理  牛顿思考苹果落地的原因</a:t>
            </a:r>
          </a:p>
        </p:txBody>
      </p:sp>
      <p:pic>
        <p:nvPicPr>
          <p:cNvPr id="12291" name="Picture 6"/>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258888" y="844550"/>
            <a:ext cx="3128962" cy="3152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2292" name="Picture 7" descr="pg3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427538" y="950913"/>
            <a:ext cx="3459162" cy="2971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2" name="Text Box 28"/>
          <p:cNvSpPr txBox="1">
            <a:spLocks noChangeArrowheads="1"/>
          </p:cNvSpPr>
          <p:nvPr/>
        </p:nvSpPr>
        <p:spPr bwMode="auto">
          <a:xfrm>
            <a:off x="539750" y="1300163"/>
            <a:ext cx="7843838"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CC"/>
                </a:solidFill>
                <a:latin typeface="华文中宋" pitchFamily="2" charset="-122"/>
                <a:ea typeface="华文中宋" pitchFamily="2" charset="-122"/>
              </a:rPr>
              <a:t>一孤立质点将永远保持其原来静止或匀速直线运动状态。</a:t>
            </a:r>
          </a:p>
        </p:txBody>
      </p:sp>
      <p:sp>
        <p:nvSpPr>
          <p:cNvPr id="6173" name="Text Box 29"/>
          <p:cNvSpPr txBox="1">
            <a:spLocks noChangeArrowheads="1"/>
          </p:cNvSpPr>
          <p:nvPr/>
        </p:nvSpPr>
        <p:spPr bwMode="auto">
          <a:xfrm>
            <a:off x="250825" y="2222500"/>
            <a:ext cx="596265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latin typeface="华文中宋" pitchFamily="2" charset="-122"/>
                <a:ea typeface="华文中宋" pitchFamily="2" charset="-122"/>
                <a:sym typeface="Wingdings 2" pitchFamily="18" charset="2"/>
              </a:rPr>
              <a:t>2</a:t>
            </a:r>
            <a:r>
              <a:rPr lang="zh-CN" altLang="en-US" sz="1800">
                <a:latin typeface="华文中宋" pitchFamily="2" charset="-122"/>
                <a:ea typeface="华文中宋" pitchFamily="2" charset="-122"/>
                <a:sym typeface="Wingdings 2" pitchFamily="18" charset="2"/>
              </a:rPr>
              <a:t>、</a:t>
            </a:r>
            <a:r>
              <a:rPr lang="zh-CN" altLang="en-US" sz="1800">
                <a:latin typeface="华文中宋" pitchFamily="2" charset="-122"/>
                <a:ea typeface="华文中宋" pitchFamily="2" charset="-122"/>
              </a:rPr>
              <a:t>惯性运动：物体不受外力作用时所作的运动</a:t>
            </a:r>
          </a:p>
        </p:txBody>
      </p:sp>
      <p:sp>
        <p:nvSpPr>
          <p:cNvPr id="6174" name="Text Box 30"/>
          <p:cNvSpPr txBox="1">
            <a:spLocks noChangeArrowheads="1"/>
          </p:cNvSpPr>
          <p:nvPr/>
        </p:nvSpPr>
        <p:spPr bwMode="auto">
          <a:xfrm>
            <a:off x="265113" y="1662113"/>
            <a:ext cx="8915400" cy="647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latin typeface="华文中宋" pitchFamily="2" charset="-122"/>
                <a:ea typeface="华文中宋" pitchFamily="2" charset="-122"/>
                <a:sym typeface="Wingdings 2" pitchFamily="18" charset="2"/>
              </a:rPr>
              <a:t>1</a:t>
            </a:r>
            <a:r>
              <a:rPr lang="zh-CN" altLang="en-US" sz="1800">
                <a:latin typeface="华文中宋" pitchFamily="2" charset="-122"/>
                <a:ea typeface="华文中宋" pitchFamily="2" charset="-122"/>
                <a:sym typeface="Wingdings 2" pitchFamily="18" charset="2"/>
              </a:rPr>
              <a:t>、</a:t>
            </a:r>
            <a:r>
              <a:rPr lang="zh-CN" altLang="en-US" sz="1800">
                <a:latin typeface="华文中宋" pitchFamily="2" charset="-122"/>
                <a:ea typeface="华文中宋" pitchFamily="2" charset="-122"/>
              </a:rPr>
              <a:t>惯性：任何物体都有保持其原有运动状态的特性，惯性是物质固有的属性，质量是惯性的量度。</a:t>
            </a:r>
            <a:endParaRPr lang="zh-CN" altLang="en-US" sz="1800">
              <a:latin typeface="华文中宋" pitchFamily="2" charset="-122"/>
              <a:ea typeface="华文中宋" pitchFamily="2" charset="-122"/>
              <a:sym typeface="Wingdings 2" pitchFamily="18" charset="2"/>
            </a:endParaRPr>
          </a:p>
        </p:txBody>
      </p:sp>
      <p:sp>
        <p:nvSpPr>
          <p:cNvPr id="6175" name="Text Box 31"/>
          <p:cNvSpPr txBox="1">
            <a:spLocks noChangeArrowheads="1"/>
          </p:cNvSpPr>
          <p:nvPr/>
        </p:nvSpPr>
        <p:spPr bwMode="auto">
          <a:xfrm>
            <a:off x="265113" y="2505075"/>
            <a:ext cx="89154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latin typeface="华文中宋" pitchFamily="2" charset="-122"/>
                <a:ea typeface="华文中宋" pitchFamily="2" charset="-122"/>
                <a:sym typeface="Wingdings 2" pitchFamily="18" charset="2"/>
              </a:rPr>
              <a:t>3</a:t>
            </a:r>
            <a:r>
              <a:rPr lang="zh-CN" altLang="en-US" sz="1800">
                <a:latin typeface="华文中宋" pitchFamily="2" charset="-122"/>
                <a:ea typeface="华文中宋" pitchFamily="2" charset="-122"/>
                <a:sym typeface="Wingdings 2" pitchFamily="18" charset="2"/>
              </a:rPr>
              <a:t>、</a:t>
            </a:r>
            <a:r>
              <a:rPr lang="zh-CN" altLang="en-US" sz="1800">
                <a:latin typeface="华文中宋" pitchFamily="2" charset="-122"/>
                <a:ea typeface="华文中宋" pitchFamily="2" charset="-122"/>
              </a:rPr>
              <a:t>惯性和第一定律的发现，使人们最终把运动和力分离开来。</a:t>
            </a:r>
          </a:p>
        </p:txBody>
      </p:sp>
      <p:sp>
        <p:nvSpPr>
          <p:cNvPr id="13318" name="Text Box 33"/>
          <p:cNvSpPr txBox="1">
            <a:spLocks noChangeArrowheads="1"/>
          </p:cNvSpPr>
          <p:nvPr/>
        </p:nvSpPr>
        <p:spPr bwMode="auto">
          <a:xfrm>
            <a:off x="7072313" y="3933825"/>
            <a:ext cx="173037" cy="519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endParaRPr lang="zh-CN" altLang="en-US" sz="3200">
              <a:latin typeface="华文中宋" pitchFamily="2" charset="-122"/>
              <a:ea typeface="华文中宋" pitchFamily="2" charset="-122"/>
            </a:endParaRPr>
          </a:p>
        </p:txBody>
      </p:sp>
      <p:grpSp>
        <p:nvGrpSpPr>
          <p:cNvPr id="2" name="Group 34"/>
          <p:cNvGrpSpPr>
            <a:grpSpLocks/>
          </p:cNvGrpSpPr>
          <p:nvPr/>
        </p:nvGrpSpPr>
        <p:grpSpPr bwMode="auto">
          <a:xfrm>
            <a:off x="3276600" y="3201988"/>
            <a:ext cx="5611813" cy="1673225"/>
            <a:chOff x="0" y="0"/>
            <a:chExt cx="3755" cy="1584"/>
          </a:xfrm>
        </p:grpSpPr>
        <p:sp>
          <p:nvSpPr>
            <p:cNvPr id="13360" name="Rectangle 35"/>
            <p:cNvSpPr>
              <a:spLocks noChangeArrowheads="1"/>
            </p:cNvSpPr>
            <p:nvPr/>
          </p:nvSpPr>
          <p:spPr bwMode="auto">
            <a:xfrm>
              <a:off x="0" y="0"/>
              <a:ext cx="3552" cy="1248"/>
            </a:xfrm>
            <a:prstGeom prst="rect">
              <a:avLst/>
            </a:prstGeom>
            <a:solidFill>
              <a:srgbClr val="000066"/>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zh-CN" altLang="en-US"/>
            </a:p>
          </p:txBody>
        </p:sp>
        <p:grpSp>
          <p:nvGrpSpPr>
            <p:cNvPr id="13361" name="Group 36"/>
            <p:cNvGrpSpPr>
              <a:grpSpLocks/>
            </p:cNvGrpSpPr>
            <p:nvPr/>
          </p:nvGrpSpPr>
          <p:grpSpPr bwMode="auto">
            <a:xfrm>
              <a:off x="336" y="192"/>
              <a:ext cx="3419" cy="1392"/>
              <a:chOff x="0" y="0"/>
              <a:chExt cx="3419" cy="1392"/>
            </a:xfrm>
          </p:grpSpPr>
          <p:graphicFrame>
            <p:nvGraphicFramePr>
              <p:cNvPr id="13362" name="Object 37"/>
              <p:cNvGraphicFramePr>
                <a:graphicFrameLocks noChangeAspect="1"/>
              </p:cNvGraphicFramePr>
              <p:nvPr/>
            </p:nvGraphicFramePr>
            <p:xfrm>
              <a:off x="3264" y="816"/>
              <a:ext cx="155" cy="576"/>
            </p:xfrm>
            <a:graphic>
              <a:graphicData uri="http://schemas.openxmlformats.org/presentationml/2006/ole">
                <p:oleObj spid="_x0000_s13403" r:id="rId5" imgW="893369" imgH="3334817" progId="">
                  <p:embed/>
                </p:oleObj>
              </a:graphicData>
            </a:graphic>
          </p:graphicFrame>
          <p:grpSp>
            <p:nvGrpSpPr>
              <p:cNvPr id="13363" name="Group 38"/>
              <p:cNvGrpSpPr>
                <a:grpSpLocks/>
              </p:cNvGrpSpPr>
              <p:nvPr/>
            </p:nvGrpSpPr>
            <p:grpSpPr bwMode="auto">
              <a:xfrm>
                <a:off x="0" y="0"/>
                <a:ext cx="2753" cy="864"/>
                <a:chOff x="0" y="0"/>
                <a:chExt cx="2753" cy="764"/>
              </a:xfrm>
            </p:grpSpPr>
            <p:grpSp>
              <p:nvGrpSpPr>
                <p:cNvPr id="13364" name="Group 39"/>
                <p:cNvGrpSpPr>
                  <a:grpSpLocks/>
                </p:cNvGrpSpPr>
                <p:nvPr/>
              </p:nvGrpSpPr>
              <p:grpSpPr bwMode="auto">
                <a:xfrm>
                  <a:off x="0" y="0"/>
                  <a:ext cx="2753" cy="764"/>
                  <a:chOff x="0" y="0"/>
                  <a:chExt cx="2753" cy="764"/>
                </a:xfrm>
              </p:grpSpPr>
              <p:graphicFrame>
                <p:nvGraphicFramePr>
                  <p:cNvPr id="13368" name="Object 40"/>
                  <p:cNvGraphicFramePr>
                    <a:graphicFrameLocks noChangeAspect="1"/>
                  </p:cNvGraphicFramePr>
                  <p:nvPr/>
                </p:nvGraphicFramePr>
                <p:xfrm>
                  <a:off x="0" y="0"/>
                  <a:ext cx="2753" cy="764"/>
                </p:xfrm>
                <a:graphic>
                  <a:graphicData uri="http://schemas.openxmlformats.org/presentationml/2006/ole">
                    <p:oleObj spid="_x0000_s13404" r:id="rId6" imgW="1139342" imgH="359359" progId="">
                      <p:embed/>
                    </p:oleObj>
                  </a:graphicData>
                </a:graphic>
              </p:graphicFrame>
              <p:sp>
                <p:nvSpPr>
                  <p:cNvPr id="13369" name="Rectangle 41"/>
                  <p:cNvSpPr>
                    <a:spLocks noChangeArrowheads="1"/>
                  </p:cNvSpPr>
                  <p:nvPr/>
                </p:nvSpPr>
                <p:spPr bwMode="auto">
                  <a:xfrm>
                    <a:off x="21" y="74"/>
                    <a:ext cx="1997" cy="278"/>
                  </a:xfrm>
                  <a:prstGeom prst="rect">
                    <a:avLst/>
                  </a:prstGeom>
                  <a:solidFill>
                    <a:schemeClr val="accent1"/>
                  </a:solidFill>
                  <a:ln w="12700" cap="sq">
                    <a:solidFill>
                      <a:schemeClr val="tx1"/>
                    </a:solidFill>
                    <a:miter lim="800000"/>
                    <a:headEnd/>
                    <a:tailEnd/>
                  </a:ln>
                </p:spPr>
                <p:txBody>
                  <a:bodyPr wrap="none" anchor="ctr"/>
                  <a:lstStyle/>
                  <a:p>
                    <a:endParaRPr lang="zh-CN" altLang="en-US"/>
                  </a:p>
                </p:txBody>
              </p:sp>
              <p:sp>
                <p:nvSpPr>
                  <p:cNvPr id="13370" name="Rectangle 42"/>
                  <p:cNvSpPr>
                    <a:spLocks noChangeArrowheads="1"/>
                  </p:cNvSpPr>
                  <p:nvPr/>
                </p:nvSpPr>
                <p:spPr bwMode="auto">
                  <a:xfrm>
                    <a:off x="672" y="299"/>
                    <a:ext cx="1343" cy="40"/>
                  </a:xfrm>
                  <a:prstGeom prst="rect">
                    <a:avLst/>
                  </a:prstGeom>
                  <a:solidFill>
                    <a:schemeClr val="accent2"/>
                  </a:solidFill>
                  <a:ln w="12700" cap="sq">
                    <a:solidFill>
                      <a:schemeClr val="tx1"/>
                    </a:solidFill>
                    <a:miter lim="800000"/>
                    <a:headEnd/>
                    <a:tailEnd/>
                  </a:ln>
                </p:spPr>
                <p:txBody>
                  <a:bodyPr wrap="none" anchor="ctr"/>
                  <a:lstStyle/>
                  <a:p>
                    <a:endParaRPr lang="zh-CN" altLang="en-US"/>
                  </a:p>
                </p:txBody>
              </p:sp>
              <p:graphicFrame>
                <p:nvGraphicFramePr>
                  <p:cNvPr id="13371" name="Object 43"/>
                  <p:cNvGraphicFramePr>
                    <a:graphicFrameLocks noChangeAspect="1"/>
                  </p:cNvGraphicFramePr>
                  <p:nvPr/>
                </p:nvGraphicFramePr>
                <p:xfrm>
                  <a:off x="2149" y="140"/>
                  <a:ext cx="75" cy="99"/>
                </p:xfrm>
                <a:graphic>
                  <a:graphicData uri="http://schemas.openxmlformats.org/presentationml/2006/ole">
                    <p:oleObj spid="_x0000_s13405" r:id="rId7" imgW="951890" imgH="1418234" progId="">
                      <p:embed/>
                    </p:oleObj>
                  </a:graphicData>
                </a:graphic>
              </p:graphicFrame>
              <p:graphicFrame>
                <p:nvGraphicFramePr>
                  <p:cNvPr id="13372" name="Object 44"/>
                  <p:cNvGraphicFramePr>
                    <a:graphicFrameLocks noChangeAspect="1"/>
                  </p:cNvGraphicFramePr>
                  <p:nvPr/>
                </p:nvGraphicFramePr>
                <p:xfrm>
                  <a:off x="21" y="111"/>
                  <a:ext cx="778" cy="333"/>
                </p:xfrm>
                <a:graphic>
                  <a:graphicData uri="http://schemas.openxmlformats.org/presentationml/2006/ole">
                    <p:oleObj spid="_x0000_s13406" r:id="rId8" imgW="5614988" imgH="2751138" progId="">
                      <p:embed/>
                    </p:oleObj>
                  </a:graphicData>
                </a:graphic>
              </p:graphicFrame>
              <p:grpSp>
                <p:nvGrpSpPr>
                  <p:cNvPr id="13373" name="Group 45"/>
                  <p:cNvGrpSpPr>
                    <a:grpSpLocks/>
                  </p:cNvGrpSpPr>
                  <p:nvPr/>
                </p:nvGrpSpPr>
                <p:grpSpPr bwMode="auto">
                  <a:xfrm>
                    <a:off x="1634" y="180"/>
                    <a:ext cx="381" cy="119"/>
                    <a:chOff x="0" y="0"/>
                    <a:chExt cx="816" cy="288"/>
                  </a:xfrm>
                </p:grpSpPr>
                <p:grpSp>
                  <p:nvGrpSpPr>
                    <p:cNvPr id="13378" name="Group 46"/>
                    <p:cNvGrpSpPr>
                      <a:grpSpLocks/>
                    </p:cNvGrpSpPr>
                    <p:nvPr/>
                  </p:nvGrpSpPr>
                  <p:grpSpPr bwMode="auto">
                    <a:xfrm>
                      <a:off x="240" y="0"/>
                      <a:ext cx="576" cy="288"/>
                      <a:chOff x="0" y="0"/>
                      <a:chExt cx="576" cy="288"/>
                    </a:xfrm>
                  </p:grpSpPr>
                  <p:sp>
                    <p:nvSpPr>
                      <p:cNvPr id="13380" name="Oval 47"/>
                      <p:cNvSpPr>
                        <a:spLocks noChangeArrowheads="1"/>
                      </p:cNvSpPr>
                      <p:nvPr/>
                    </p:nvSpPr>
                    <p:spPr bwMode="auto">
                      <a:xfrm>
                        <a:off x="0" y="0"/>
                        <a:ext cx="192" cy="288"/>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13381" name="Oval 48"/>
                      <p:cNvSpPr>
                        <a:spLocks noChangeArrowheads="1"/>
                      </p:cNvSpPr>
                      <p:nvPr/>
                    </p:nvSpPr>
                    <p:spPr bwMode="auto">
                      <a:xfrm>
                        <a:off x="96" y="0"/>
                        <a:ext cx="192" cy="288"/>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13382" name="Oval 49"/>
                      <p:cNvSpPr>
                        <a:spLocks noChangeArrowheads="1"/>
                      </p:cNvSpPr>
                      <p:nvPr/>
                    </p:nvSpPr>
                    <p:spPr bwMode="auto">
                      <a:xfrm>
                        <a:off x="192" y="0"/>
                        <a:ext cx="192" cy="288"/>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13383" name="Oval 50"/>
                      <p:cNvSpPr>
                        <a:spLocks noChangeArrowheads="1"/>
                      </p:cNvSpPr>
                      <p:nvPr/>
                    </p:nvSpPr>
                    <p:spPr bwMode="auto">
                      <a:xfrm>
                        <a:off x="288" y="0"/>
                        <a:ext cx="192" cy="288"/>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13384" name="Oval 51"/>
                      <p:cNvSpPr>
                        <a:spLocks noChangeArrowheads="1"/>
                      </p:cNvSpPr>
                      <p:nvPr/>
                    </p:nvSpPr>
                    <p:spPr bwMode="auto">
                      <a:xfrm>
                        <a:off x="384" y="0"/>
                        <a:ext cx="192" cy="288"/>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sp>
                  <p:nvSpPr>
                    <p:cNvPr id="6196" name="Oval 52"/>
                    <p:cNvSpPr>
                      <a:spLocks noChangeArrowheads="1"/>
                    </p:cNvSpPr>
                    <p:nvPr/>
                  </p:nvSpPr>
                  <p:spPr bwMode="auto">
                    <a:xfrm>
                      <a:off x="-1" y="-1"/>
                      <a:ext cx="337" cy="289"/>
                    </a:xfrm>
                    <a:prstGeom prst="ellipse">
                      <a:avLst/>
                    </a:prstGeom>
                    <a:gradFill rotWithShape="0">
                      <a:gsLst>
                        <a:gs pos="0">
                          <a:schemeClr val="accent1"/>
                        </a:gs>
                        <a:gs pos="100000">
                          <a:schemeClr val="accent1">
                            <a:gamma/>
                            <a:shade val="76078"/>
                            <a:invGamma/>
                          </a:schemeClr>
                        </a:gs>
                      </a:gsLst>
                      <a:path path="shape">
                        <a:fillToRect l="50000" t="50000" r="50000" b="50000"/>
                      </a:path>
                    </a:gradFill>
                    <a:ln w="9525">
                      <a:noFill/>
                      <a:round/>
                      <a:headEnd/>
                      <a:tailEnd/>
                    </a:ln>
                    <a:effectLst/>
                  </p:spPr>
                  <p:txBody>
                    <a:bodyPr wrap="none" anchor="ctr"/>
                    <a:lstStyle/>
                    <a:p>
                      <a:pPr>
                        <a:defRPr/>
                      </a:pPr>
                      <a:endParaRPr lang="zh-CN" altLang="en-US"/>
                    </a:p>
                  </p:txBody>
                </p:sp>
              </p:grpSp>
              <p:sp>
                <p:nvSpPr>
                  <p:cNvPr id="13374" name="Text Box 53"/>
                  <p:cNvSpPr txBox="1">
                    <a:spLocks noChangeArrowheads="1"/>
                  </p:cNvSpPr>
                  <p:nvPr/>
                </p:nvSpPr>
                <p:spPr bwMode="auto">
                  <a:xfrm>
                    <a:off x="1608" y="112"/>
                    <a:ext cx="224" cy="2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2000">
                        <a:solidFill>
                          <a:srgbClr val="FFFFFF"/>
                        </a:solidFill>
                        <a:latin typeface="Times New Roman" pitchFamily="18" charset="0"/>
                        <a:ea typeface="宋体" pitchFamily="2" charset="-122"/>
                      </a:rPr>
                      <a:t>B</a:t>
                    </a:r>
                  </a:p>
                </p:txBody>
              </p:sp>
              <p:sp>
                <p:nvSpPr>
                  <p:cNvPr id="13375" name="Rectangle 54"/>
                  <p:cNvSpPr>
                    <a:spLocks noChangeArrowheads="1"/>
                  </p:cNvSpPr>
                  <p:nvPr/>
                </p:nvSpPr>
                <p:spPr bwMode="auto">
                  <a:xfrm>
                    <a:off x="1097" y="160"/>
                    <a:ext cx="246" cy="139"/>
                  </a:xfrm>
                  <a:prstGeom prst="rect">
                    <a:avLst/>
                  </a:prstGeom>
                  <a:solidFill>
                    <a:srgbClr val="FFCC99"/>
                  </a:solidFill>
                  <a:ln w="9525">
                    <a:miter lim="800000"/>
                    <a:headEnd/>
                    <a:tailEnd/>
                  </a:ln>
                  <a:scene3d>
                    <a:camera prst="legacyObliqueTopRight"/>
                    <a:lightRig rig="legacyFlat2" dir="t"/>
                  </a:scene3d>
                  <a:sp3d extrusionH="430200" prstMaterial="legacyMatte">
                    <a:bevelT w="13500" h="13500" prst="angle"/>
                    <a:bevelB w="13500" h="13500" prst="angle"/>
                    <a:extrusionClr>
                      <a:srgbClr val="FFCC99"/>
                    </a:extrusionClr>
                  </a:sp3d>
                </p:spPr>
                <p:txBody>
                  <a:bodyPr wrap="none" anchor="ctr">
                    <a:flatTx/>
                  </a:bodyPr>
                  <a:lstStyle/>
                  <a:p>
                    <a:endParaRPr lang="zh-CN" altLang="en-US"/>
                  </a:p>
                </p:txBody>
              </p:sp>
              <p:sp>
                <p:nvSpPr>
                  <p:cNvPr id="13376" name="Text Box 55"/>
                  <p:cNvSpPr txBox="1">
                    <a:spLocks noChangeArrowheads="1"/>
                  </p:cNvSpPr>
                  <p:nvPr/>
                </p:nvSpPr>
                <p:spPr bwMode="auto">
                  <a:xfrm>
                    <a:off x="1104" y="96"/>
                    <a:ext cx="233" cy="2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2000">
                        <a:solidFill>
                          <a:srgbClr val="FFFFFF"/>
                        </a:solidFill>
                        <a:latin typeface="Times New Roman" pitchFamily="18" charset="0"/>
                        <a:ea typeface="宋体" pitchFamily="2" charset="-122"/>
                      </a:rPr>
                      <a:t>A</a:t>
                    </a:r>
                  </a:p>
                </p:txBody>
              </p:sp>
              <p:sp>
                <p:nvSpPr>
                  <p:cNvPr id="13377" name="Text Box 56"/>
                  <p:cNvSpPr txBox="1">
                    <a:spLocks noChangeArrowheads="1"/>
                  </p:cNvSpPr>
                  <p:nvPr/>
                </p:nvSpPr>
                <p:spPr bwMode="auto">
                  <a:xfrm>
                    <a:off x="2055" y="288"/>
                    <a:ext cx="604" cy="2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2000">
                        <a:solidFill>
                          <a:srgbClr val="FFFFFF"/>
                        </a:solidFill>
                        <a:latin typeface="Times New Roman" pitchFamily="18" charset="0"/>
                        <a:ea typeface="宋体" pitchFamily="2" charset="-122"/>
                      </a:rPr>
                      <a:t>静止时</a:t>
                    </a:r>
                  </a:p>
                </p:txBody>
              </p:sp>
            </p:grpSp>
            <p:grpSp>
              <p:nvGrpSpPr>
                <p:cNvPr id="13365" name="Group 57"/>
                <p:cNvGrpSpPr>
                  <a:grpSpLocks/>
                </p:cNvGrpSpPr>
                <p:nvPr/>
              </p:nvGrpSpPr>
              <p:grpSpPr bwMode="auto">
                <a:xfrm>
                  <a:off x="1248" y="288"/>
                  <a:ext cx="470" cy="80"/>
                  <a:chOff x="0" y="0"/>
                  <a:chExt cx="470" cy="80"/>
                </a:xfrm>
              </p:grpSpPr>
              <p:sp>
                <p:nvSpPr>
                  <p:cNvPr id="13366" name="Line 58"/>
                  <p:cNvSpPr>
                    <a:spLocks noChangeShapeType="1"/>
                  </p:cNvSpPr>
                  <p:nvPr/>
                </p:nvSpPr>
                <p:spPr bwMode="auto">
                  <a:xfrm>
                    <a:off x="470" y="0"/>
                    <a:ext cx="0" cy="80"/>
                  </a:xfrm>
                  <a:prstGeom prst="line">
                    <a:avLst/>
                  </a:prstGeom>
                  <a:noFill/>
                  <a:ln w="28575" cap="sq">
                    <a:solidFill>
                      <a:srgbClr val="FFFFFF"/>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13367" name="Line 59"/>
                  <p:cNvSpPr>
                    <a:spLocks noChangeShapeType="1"/>
                  </p:cNvSpPr>
                  <p:nvPr/>
                </p:nvSpPr>
                <p:spPr bwMode="auto">
                  <a:xfrm>
                    <a:off x="0" y="0"/>
                    <a:ext cx="0" cy="80"/>
                  </a:xfrm>
                  <a:prstGeom prst="line">
                    <a:avLst/>
                  </a:prstGeom>
                  <a:noFill/>
                  <a:ln w="28575" cap="sq">
                    <a:solidFill>
                      <a:srgbClr val="FFFFFF"/>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grpSp>
          </p:grpSp>
        </p:grpSp>
      </p:grpSp>
      <p:sp>
        <p:nvSpPr>
          <p:cNvPr id="6204" name="Rectangle 60"/>
          <p:cNvSpPr>
            <a:spLocks noChangeArrowheads="1"/>
          </p:cNvSpPr>
          <p:nvPr/>
        </p:nvSpPr>
        <p:spPr bwMode="auto">
          <a:xfrm>
            <a:off x="3281363" y="3176588"/>
            <a:ext cx="5307012" cy="1327150"/>
          </a:xfrm>
          <a:prstGeom prst="rect">
            <a:avLst/>
          </a:prstGeom>
          <a:solidFill>
            <a:srgbClr val="000066"/>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zh-CN" altLang="en-US"/>
          </a:p>
        </p:txBody>
      </p:sp>
      <p:grpSp>
        <p:nvGrpSpPr>
          <p:cNvPr id="9" name="Group 61"/>
          <p:cNvGrpSpPr>
            <a:grpSpLocks/>
          </p:cNvGrpSpPr>
          <p:nvPr/>
        </p:nvGrpSpPr>
        <p:grpSpPr bwMode="auto">
          <a:xfrm>
            <a:off x="3827463" y="3449638"/>
            <a:ext cx="4154487" cy="920750"/>
            <a:chOff x="0" y="0"/>
            <a:chExt cx="2780" cy="872"/>
          </a:xfrm>
        </p:grpSpPr>
        <p:graphicFrame>
          <p:nvGraphicFramePr>
            <p:cNvPr id="13327" name="Object 62"/>
            <p:cNvGraphicFramePr>
              <a:graphicFrameLocks noChangeAspect="1"/>
            </p:cNvGraphicFramePr>
            <p:nvPr/>
          </p:nvGraphicFramePr>
          <p:xfrm>
            <a:off x="0" y="0"/>
            <a:ext cx="2780" cy="872"/>
          </p:xfrm>
          <a:graphic>
            <a:graphicData uri="http://schemas.openxmlformats.org/presentationml/2006/ole">
              <p:oleObj spid="_x0000_s13407" r:id="rId9" imgW="1139342" imgH="359359" progId="">
                <p:embed/>
              </p:oleObj>
            </a:graphicData>
          </a:graphic>
        </p:graphicFrame>
        <p:sp>
          <p:nvSpPr>
            <p:cNvPr id="13328" name="Rectangle 63"/>
            <p:cNvSpPr>
              <a:spLocks noChangeArrowheads="1"/>
            </p:cNvSpPr>
            <p:nvPr/>
          </p:nvSpPr>
          <p:spPr bwMode="auto">
            <a:xfrm>
              <a:off x="25" y="54"/>
              <a:ext cx="2087" cy="316"/>
            </a:xfrm>
            <a:prstGeom prst="rect">
              <a:avLst/>
            </a:prstGeom>
            <a:solidFill>
              <a:schemeClr val="accent1"/>
            </a:solidFill>
            <a:ln w="12700" cap="sq">
              <a:solidFill>
                <a:schemeClr val="tx1"/>
              </a:solidFill>
              <a:miter lim="800000"/>
              <a:headEnd/>
              <a:tailEnd/>
            </a:ln>
          </p:spPr>
          <p:txBody>
            <a:bodyPr wrap="none" anchor="ctr"/>
            <a:lstStyle/>
            <a:p>
              <a:endParaRPr lang="zh-CN" altLang="en-US"/>
            </a:p>
          </p:txBody>
        </p:sp>
        <p:graphicFrame>
          <p:nvGraphicFramePr>
            <p:cNvPr id="13329" name="Object 64"/>
            <p:cNvGraphicFramePr>
              <a:graphicFrameLocks noChangeAspect="1"/>
            </p:cNvGraphicFramePr>
            <p:nvPr/>
          </p:nvGraphicFramePr>
          <p:xfrm>
            <a:off x="2174" y="129"/>
            <a:ext cx="76" cy="113"/>
          </p:xfrm>
          <a:graphic>
            <a:graphicData uri="http://schemas.openxmlformats.org/presentationml/2006/ole">
              <p:oleObj spid="_x0000_s13408" r:id="rId10" imgW="951890" imgH="1418234" progId="">
                <p:embed/>
              </p:oleObj>
            </a:graphicData>
          </a:graphic>
        </p:graphicFrame>
        <p:graphicFrame>
          <p:nvGraphicFramePr>
            <p:cNvPr id="13330" name="Object 65"/>
            <p:cNvGraphicFramePr>
              <a:graphicFrameLocks noChangeAspect="1"/>
            </p:cNvGraphicFramePr>
            <p:nvPr/>
          </p:nvGraphicFramePr>
          <p:xfrm>
            <a:off x="25" y="96"/>
            <a:ext cx="786" cy="380"/>
          </p:xfrm>
          <a:graphic>
            <a:graphicData uri="http://schemas.openxmlformats.org/presentationml/2006/ole">
              <p:oleObj spid="_x0000_s13409" r:id="rId11" imgW="5614988" imgH="2751138" progId="">
                <p:embed/>
              </p:oleObj>
            </a:graphicData>
          </a:graphic>
        </p:graphicFrame>
        <p:graphicFrame>
          <p:nvGraphicFramePr>
            <p:cNvPr id="13331" name="Object 66"/>
            <p:cNvGraphicFramePr>
              <a:graphicFrameLocks noChangeAspect="1"/>
            </p:cNvGraphicFramePr>
            <p:nvPr/>
          </p:nvGraphicFramePr>
          <p:xfrm>
            <a:off x="2184" y="343"/>
            <a:ext cx="200" cy="197"/>
          </p:xfrm>
          <a:graphic>
            <a:graphicData uri="http://schemas.openxmlformats.org/presentationml/2006/ole">
              <p:oleObj spid="_x0000_s13410" name="Equation" r:id="rId12" imgW="139639" imgH="190417" progId="Equation.DSMT4">
                <p:embed/>
              </p:oleObj>
            </a:graphicData>
          </a:graphic>
        </p:graphicFrame>
        <p:sp>
          <p:nvSpPr>
            <p:cNvPr id="13332" name="Rectangle 67"/>
            <p:cNvSpPr>
              <a:spLocks noChangeArrowheads="1"/>
            </p:cNvSpPr>
            <p:nvPr/>
          </p:nvSpPr>
          <p:spPr bwMode="auto">
            <a:xfrm>
              <a:off x="768" y="336"/>
              <a:ext cx="1248" cy="48"/>
            </a:xfrm>
            <a:prstGeom prst="rect">
              <a:avLst/>
            </a:prstGeom>
            <a:solidFill>
              <a:schemeClr val="accent2"/>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2"/>
              </a:extrusionClr>
            </a:sp3d>
          </p:spPr>
          <p:txBody>
            <a:bodyPr wrap="none" anchor="ctr">
              <a:flatTx/>
            </a:bodyPr>
            <a:lstStyle/>
            <a:p>
              <a:endParaRPr lang="zh-CN" altLang="en-US"/>
            </a:p>
          </p:txBody>
        </p:sp>
        <p:grpSp>
          <p:nvGrpSpPr>
            <p:cNvPr id="13333" name="Group 68"/>
            <p:cNvGrpSpPr>
              <a:grpSpLocks/>
            </p:cNvGrpSpPr>
            <p:nvPr/>
          </p:nvGrpSpPr>
          <p:grpSpPr bwMode="auto">
            <a:xfrm>
              <a:off x="778" y="54"/>
              <a:ext cx="1334" cy="432"/>
              <a:chOff x="0" y="-6"/>
              <a:chExt cx="1312" cy="432"/>
            </a:xfrm>
          </p:grpSpPr>
          <p:grpSp>
            <p:nvGrpSpPr>
              <p:cNvPr id="13334" name="Group 69"/>
              <p:cNvGrpSpPr>
                <a:grpSpLocks/>
              </p:cNvGrpSpPr>
              <p:nvPr/>
            </p:nvGrpSpPr>
            <p:grpSpPr bwMode="auto">
              <a:xfrm>
                <a:off x="661" y="139"/>
                <a:ext cx="520" cy="137"/>
                <a:chOff x="0" y="0"/>
                <a:chExt cx="520" cy="137"/>
              </a:xfrm>
            </p:grpSpPr>
            <p:sp>
              <p:nvSpPr>
                <p:cNvPr id="13358" name="Oval 70"/>
                <p:cNvSpPr>
                  <a:spLocks noChangeArrowheads="1"/>
                </p:cNvSpPr>
                <p:nvPr/>
              </p:nvSpPr>
              <p:spPr bwMode="auto">
                <a:xfrm>
                  <a:off x="429" y="0"/>
                  <a:ext cx="91" cy="137"/>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6215" name="Oval 71"/>
                <p:cNvSpPr>
                  <a:spLocks noChangeArrowheads="1"/>
                </p:cNvSpPr>
                <p:nvPr/>
              </p:nvSpPr>
              <p:spPr bwMode="auto">
                <a:xfrm>
                  <a:off x="0" y="-2"/>
                  <a:ext cx="158" cy="137"/>
                </a:xfrm>
                <a:prstGeom prst="ellipse">
                  <a:avLst/>
                </a:prstGeom>
                <a:gradFill rotWithShape="0">
                  <a:gsLst>
                    <a:gs pos="0">
                      <a:schemeClr val="accent1"/>
                    </a:gs>
                    <a:gs pos="100000">
                      <a:schemeClr val="accent1">
                        <a:gamma/>
                        <a:shade val="76078"/>
                        <a:invGamma/>
                      </a:schemeClr>
                    </a:gs>
                  </a:gsLst>
                  <a:path path="shape">
                    <a:fillToRect l="50000" t="50000" r="50000" b="50000"/>
                  </a:path>
                </a:gradFill>
                <a:ln w="9525">
                  <a:noFill/>
                  <a:round/>
                  <a:headEnd/>
                  <a:tailEnd/>
                </a:ln>
                <a:effectLst/>
              </p:spPr>
              <p:txBody>
                <a:bodyPr wrap="none" anchor="ctr"/>
                <a:lstStyle/>
                <a:p>
                  <a:pPr>
                    <a:defRPr/>
                  </a:pPr>
                  <a:endParaRPr lang="zh-CN" altLang="en-US"/>
                </a:p>
              </p:txBody>
            </p:sp>
          </p:grpSp>
          <p:grpSp>
            <p:nvGrpSpPr>
              <p:cNvPr id="13335" name="Group 72"/>
              <p:cNvGrpSpPr>
                <a:grpSpLocks/>
              </p:cNvGrpSpPr>
              <p:nvPr/>
            </p:nvGrpSpPr>
            <p:grpSpPr bwMode="auto">
              <a:xfrm>
                <a:off x="0" y="-6"/>
                <a:ext cx="429" cy="432"/>
                <a:chOff x="0" y="-6"/>
                <a:chExt cx="429" cy="432"/>
              </a:xfrm>
            </p:grpSpPr>
            <p:sp>
              <p:nvSpPr>
                <p:cNvPr id="13354" name="Rectangle 73"/>
                <p:cNvSpPr>
                  <a:spLocks noChangeArrowheads="1"/>
                </p:cNvSpPr>
                <p:nvPr/>
              </p:nvSpPr>
              <p:spPr bwMode="auto">
                <a:xfrm>
                  <a:off x="180" y="125"/>
                  <a:ext cx="249" cy="159"/>
                </a:xfrm>
                <a:prstGeom prst="rect">
                  <a:avLst/>
                </a:prstGeom>
                <a:solidFill>
                  <a:srgbClr val="FFCC99"/>
                </a:solidFill>
                <a:ln w="9525">
                  <a:miter lim="800000"/>
                  <a:headEnd/>
                  <a:tailEnd/>
                </a:ln>
                <a:scene3d>
                  <a:camera prst="legacyObliqueTopRight"/>
                  <a:lightRig rig="legacyFlat2" dir="t"/>
                </a:scene3d>
                <a:sp3d extrusionH="430200" prstMaterial="legacyMatte">
                  <a:bevelT w="13500" h="13500" prst="angle"/>
                  <a:bevelB w="13500" h="13500" prst="angle"/>
                  <a:extrusionClr>
                    <a:srgbClr val="FFCC99"/>
                  </a:extrusionClr>
                </a:sp3d>
              </p:spPr>
              <p:txBody>
                <a:bodyPr wrap="none" anchor="ctr">
                  <a:flatTx/>
                </a:bodyPr>
                <a:lstStyle/>
                <a:p>
                  <a:endParaRPr lang="zh-CN" altLang="en-US"/>
                </a:p>
              </p:txBody>
            </p:sp>
            <p:sp>
              <p:nvSpPr>
                <p:cNvPr id="13355" name="Line 74"/>
                <p:cNvSpPr>
                  <a:spLocks noChangeShapeType="1"/>
                </p:cNvSpPr>
                <p:nvPr/>
              </p:nvSpPr>
              <p:spPr bwMode="auto">
                <a:xfrm flipH="1">
                  <a:off x="0" y="200"/>
                  <a:ext cx="226" cy="0"/>
                </a:xfrm>
                <a:prstGeom prst="line">
                  <a:avLst/>
                </a:prstGeom>
                <a:noFill/>
                <a:ln w="76200" cap="sq">
                  <a:solidFill>
                    <a:schemeClr val="tx2"/>
                  </a:solidFill>
                  <a:round/>
                  <a:headEnd/>
                  <a:tailEnd type="triangle" w="sm" len="sm"/>
                </a:ln>
                <a:extLst>
                  <a:ext uri="{909E8E84-426E-40DD-AFC4-6F175D3DCCD1}">
                    <a14:hiddenFill xmlns:a14="http://schemas.microsoft.com/office/drawing/2010/main" xmlns="">
                      <a:noFill/>
                    </a14:hiddenFill>
                  </a:ext>
                </a:extLst>
              </p:spPr>
              <p:txBody>
                <a:bodyPr wrap="none" anchor="ctr"/>
                <a:lstStyle/>
                <a:p>
                  <a:endParaRPr lang="zh-CN" altLang="en-US"/>
                </a:p>
              </p:txBody>
            </p:sp>
            <p:graphicFrame>
              <p:nvGraphicFramePr>
                <p:cNvPr id="13356" name="Object 75"/>
                <p:cNvGraphicFramePr>
                  <a:graphicFrameLocks noChangeAspect="1"/>
                </p:cNvGraphicFramePr>
                <p:nvPr/>
              </p:nvGraphicFramePr>
              <p:xfrm>
                <a:off x="147" y="-6"/>
                <a:ext cx="232" cy="176"/>
              </p:xfrm>
              <a:graphic>
                <a:graphicData uri="http://schemas.openxmlformats.org/presentationml/2006/ole">
                  <p:oleObj spid="_x0000_s13411" name="Equation" r:id="rId13" imgW="215713" imgH="190335" progId="Equation.DSMT4">
                    <p:embed/>
                  </p:oleObj>
                </a:graphicData>
              </a:graphic>
            </p:graphicFrame>
            <p:sp>
              <p:nvSpPr>
                <p:cNvPr id="13357" name="Text Box 76"/>
                <p:cNvSpPr txBox="1">
                  <a:spLocks noChangeArrowheads="1"/>
                </p:cNvSpPr>
                <p:nvPr/>
              </p:nvSpPr>
              <p:spPr bwMode="auto">
                <a:xfrm>
                  <a:off x="196" y="90"/>
                  <a:ext cx="230" cy="3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2000">
                      <a:solidFill>
                        <a:srgbClr val="FFFFFF"/>
                      </a:solidFill>
                      <a:latin typeface="Times New Roman" pitchFamily="18" charset="0"/>
                      <a:ea typeface="宋体" pitchFamily="2" charset="-122"/>
                    </a:rPr>
                    <a:t>A</a:t>
                  </a:r>
                </a:p>
              </p:txBody>
            </p:sp>
          </p:grpSp>
          <p:grpSp>
            <p:nvGrpSpPr>
              <p:cNvPr id="13336" name="Group 77"/>
              <p:cNvGrpSpPr>
                <a:grpSpLocks/>
              </p:cNvGrpSpPr>
              <p:nvPr/>
            </p:nvGrpSpPr>
            <p:grpSpPr bwMode="auto">
              <a:xfrm>
                <a:off x="277" y="82"/>
                <a:ext cx="1035" cy="336"/>
                <a:chOff x="0" y="0"/>
                <a:chExt cx="1035" cy="336"/>
              </a:xfrm>
            </p:grpSpPr>
            <p:sp>
              <p:nvSpPr>
                <p:cNvPr id="13337" name="Text Box 78"/>
                <p:cNvSpPr txBox="1">
                  <a:spLocks noChangeArrowheads="1"/>
                </p:cNvSpPr>
                <p:nvPr/>
              </p:nvSpPr>
              <p:spPr bwMode="auto">
                <a:xfrm>
                  <a:off x="344" y="0"/>
                  <a:ext cx="221" cy="3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2000">
                      <a:solidFill>
                        <a:srgbClr val="FFFFFF"/>
                      </a:solidFill>
                      <a:latin typeface="Times New Roman" pitchFamily="18" charset="0"/>
                      <a:ea typeface="宋体" pitchFamily="2" charset="-122"/>
                    </a:rPr>
                    <a:t>B</a:t>
                  </a:r>
                </a:p>
              </p:txBody>
            </p:sp>
            <p:grpSp>
              <p:nvGrpSpPr>
                <p:cNvPr id="13338" name="Group 79"/>
                <p:cNvGrpSpPr>
                  <a:grpSpLocks/>
                </p:cNvGrpSpPr>
                <p:nvPr/>
              </p:nvGrpSpPr>
              <p:grpSpPr bwMode="auto">
                <a:xfrm>
                  <a:off x="0" y="48"/>
                  <a:ext cx="1035" cy="242"/>
                  <a:chOff x="0" y="0"/>
                  <a:chExt cx="1035" cy="242"/>
                </a:xfrm>
              </p:grpSpPr>
              <p:sp>
                <p:nvSpPr>
                  <p:cNvPr id="13339" name="Oval 80"/>
                  <p:cNvSpPr>
                    <a:spLocks noChangeArrowheads="1"/>
                  </p:cNvSpPr>
                  <p:nvPr/>
                </p:nvSpPr>
                <p:spPr bwMode="auto">
                  <a:xfrm>
                    <a:off x="850" y="0"/>
                    <a:ext cx="91" cy="137"/>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13340" name="Oval 81"/>
                  <p:cNvSpPr>
                    <a:spLocks noChangeArrowheads="1"/>
                  </p:cNvSpPr>
                  <p:nvPr/>
                </p:nvSpPr>
                <p:spPr bwMode="auto">
                  <a:xfrm>
                    <a:off x="896" y="0"/>
                    <a:ext cx="90" cy="137"/>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13341" name="未知"/>
                  <p:cNvSpPr>
                    <a:spLocks/>
                  </p:cNvSpPr>
                  <p:nvPr/>
                </p:nvSpPr>
                <p:spPr bwMode="auto">
                  <a:xfrm>
                    <a:off x="986" y="46"/>
                    <a:ext cx="49" cy="79"/>
                  </a:xfrm>
                  <a:custGeom>
                    <a:avLst/>
                    <a:gdLst>
                      <a:gd name="T0" fmla="*/ 0 w 104"/>
                      <a:gd name="T1" fmla="*/ 1 h 168"/>
                      <a:gd name="T2" fmla="*/ 0 w 104"/>
                      <a:gd name="T3" fmla="*/ 0 h 168"/>
                      <a:gd name="T4" fmla="*/ 0 w 104"/>
                      <a:gd name="T5" fmla="*/ 0 h 168"/>
                      <a:gd name="T6" fmla="*/ 0 60000 65536"/>
                      <a:gd name="T7" fmla="*/ 0 60000 65536"/>
                      <a:gd name="T8" fmla="*/ 0 60000 65536"/>
                      <a:gd name="T9" fmla="*/ 0 w 104"/>
                      <a:gd name="T10" fmla="*/ 0 h 168"/>
                      <a:gd name="T11" fmla="*/ 104 w 104"/>
                      <a:gd name="T12" fmla="*/ 168 h 168"/>
                    </a:gdLst>
                    <a:ahLst/>
                    <a:cxnLst>
                      <a:cxn ang="T6">
                        <a:pos x="T0" y="T1"/>
                      </a:cxn>
                      <a:cxn ang="T7">
                        <a:pos x="T2" y="T3"/>
                      </a:cxn>
                      <a:cxn ang="T8">
                        <a:pos x="T4" y="T5"/>
                      </a:cxn>
                    </a:cxnLst>
                    <a:rect l="T9" t="T10" r="T11" b="T12"/>
                    <a:pathLst>
                      <a:path w="104" h="168">
                        <a:moveTo>
                          <a:pt x="56" y="168"/>
                        </a:moveTo>
                        <a:cubicBezTo>
                          <a:pt x="28" y="108"/>
                          <a:pt x="0" y="48"/>
                          <a:pt x="8" y="24"/>
                        </a:cubicBezTo>
                        <a:cubicBezTo>
                          <a:pt x="16" y="0"/>
                          <a:pt x="88" y="24"/>
                          <a:pt x="104" y="24"/>
                        </a:cubicBezTo>
                      </a:path>
                    </a:pathLst>
                  </a:custGeom>
                  <a:noFill/>
                  <a:ln w="12700" cap="sq" cmpd="sng">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nvGrpSpPr>
                  <p:cNvPr id="13342" name="Group 83"/>
                  <p:cNvGrpSpPr>
                    <a:grpSpLocks/>
                  </p:cNvGrpSpPr>
                  <p:nvPr/>
                </p:nvGrpSpPr>
                <p:grpSpPr bwMode="auto">
                  <a:xfrm>
                    <a:off x="534" y="0"/>
                    <a:ext cx="271" cy="137"/>
                    <a:chOff x="0" y="0"/>
                    <a:chExt cx="576" cy="288"/>
                  </a:xfrm>
                </p:grpSpPr>
                <p:sp>
                  <p:nvSpPr>
                    <p:cNvPr id="13349" name="Oval 84"/>
                    <p:cNvSpPr>
                      <a:spLocks noChangeArrowheads="1"/>
                    </p:cNvSpPr>
                    <p:nvPr/>
                  </p:nvSpPr>
                  <p:spPr bwMode="auto">
                    <a:xfrm>
                      <a:off x="0" y="0"/>
                      <a:ext cx="192" cy="288"/>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13350" name="Oval 85"/>
                    <p:cNvSpPr>
                      <a:spLocks noChangeArrowheads="1"/>
                    </p:cNvSpPr>
                    <p:nvPr/>
                  </p:nvSpPr>
                  <p:spPr bwMode="auto">
                    <a:xfrm>
                      <a:off x="96" y="0"/>
                      <a:ext cx="192" cy="288"/>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13351" name="Oval 86"/>
                    <p:cNvSpPr>
                      <a:spLocks noChangeArrowheads="1"/>
                    </p:cNvSpPr>
                    <p:nvPr/>
                  </p:nvSpPr>
                  <p:spPr bwMode="auto">
                    <a:xfrm>
                      <a:off x="192" y="0"/>
                      <a:ext cx="192" cy="288"/>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13352" name="Oval 87"/>
                    <p:cNvSpPr>
                      <a:spLocks noChangeArrowheads="1"/>
                    </p:cNvSpPr>
                    <p:nvPr/>
                  </p:nvSpPr>
                  <p:spPr bwMode="auto">
                    <a:xfrm>
                      <a:off x="288" y="0"/>
                      <a:ext cx="192" cy="288"/>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13353" name="Oval 88"/>
                    <p:cNvSpPr>
                      <a:spLocks noChangeArrowheads="1"/>
                    </p:cNvSpPr>
                    <p:nvPr/>
                  </p:nvSpPr>
                  <p:spPr bwMode="auto">
                    <a:xfrm>
                      <a:off x="384" y="0"/>
                      <a:ext cx="192" cy="288"/>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grpSp>
                <p:nvGrpSpPr>
                  <p:cNvPr id="13343" name="Group 89"/>
                  <p:cNvGrpSpPr>
                    <a:grpSpLocks/>
                  </p:cNvGrpSpPr>
                  <p:nvPr/>
                </p:nvGrpSpPr>
                <p:grpSpPr bwMode="auto">
                  <a:xfrm>
                    <a:off x="757" y="1"/>
                    <a:ext cx="271" cy="137"/>
                    <a:chOff x="0" y="0"/>
                    <a:chExt cx="271" cy="137"/>
                  </a:xfrm>
                </p:grpSpPr>
                <p:sp>
                  <p:nvSpPr>
                    <p:cNvPr id="13347" name="Oval 90"/>
                    <p:cNvSpPr>
                      <a:spLocks noChangeArrowheads="1"/>
                    </p:cNvSpPr>
                    <p:nvPr/>
                  </p:nvSpPr>
                  <p:spPr bwMode="auto">
                    <a:xfrm>
                      <a:off x="0" y="0"/>
                      <a:ext cx="90" cy="137"/>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13348" name="Oval 91"/>
                    <p:cNvSpPr>
                      <a:spLocks noChangeArrowheads="1"/>
                    </p:cNvSpPr>
                    <p:nvPr/>
                  </p:nvSpPr>
                  <p:spPr bwMode="auto">
                    <a:xfrm>
                      <a:off x="181" y="0"/>
                      <a:ext cx="90" cy="137"/>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grpSp>
                <p:nvGrpSpPr>
                  <p:cNvPr id="13344" name="Group 92"/>
                  <p:cNvGrpSpPr>
                    <a:grpSpLocks/>
                  </p:cNvGrpSpPr>
                  <p:nvPr/>
                </p:nvGrpSpPr>
                <p:grpSpPr bwMode="auto">
                  <a:xfrm>
                    <a:off x="0" y="151"/>
                    <a:ext cx="475" cy="91"/>
                    <a:chOff x="0" y="0"/>
                    <a:chExt cx="475" cy="91"/>
                  </a:xfrm>
                </p:grpSpPr>
                <p:sp>
                  <p:nvSpPr>
                    <p:cNvPr id="13345" name="Line 93"/>
                    <p:cNvSpPr>
                      <a:spLocks noChangeShapeType="1"/>
                    </p:cNvSpPr>
                    <p:nvPr/>
                  </p:nvSpPr>
                  <p:spPr bwMode="auto">
                    <a:xfrm>
                      <a:off x="475" y="0"/>
                      <a:ext cx="0" cy="91"/>
                    </a:xfrm>
                    <a:prstGeom prst="line">
                      <a:avLst/>
                    </a:prstGeom>
                    <a:noFill/>
                    <a:ln w="28575" cap="sq">
                      <a:solidFill>
                        <a:srgbClr val="FFFFFF"/>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13346" name="Line 94"/>
                    <p:cNvSpPr>
                      <a:spLocks noChangeShapeType="1"/>
                    </p:cNvSpPr>
                    <p:nvPr/>
                  </p:nvSpPr>
                  <p:spPr bwMode="auto">
                    <a:xfrm>
                      <a:off x="0" y="0"/>
                      <a:ext cx="0" cy="91"/>
                    </a:xfrm>
                    <a:prstGeom prst="line">
                      <a:avLst/>
                    </a:prstGeom>
                    <a:noFill/>
                    <a:ln w="28575" cap="sq">
                      <a:solidFill>
                        <a:srgbClr val="FFFFFF"/>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grpSp>
            </p:grpSp>
          </p:grpSp>
        </p:grpSp>
      </p:grpSp>
      <p:sp>
        <p:nvSpPr>
          <p:cNvPr id="6239" name="Text Box 95"/>
          <p:cNvSpPr txBox="1">
            <a:spLocks noChangeArrowheads="1"/>
          </p:cNvSpPr>
          <p:nvPr/>
        </p:nvSpPr>
        <p:spPr bwMode="auto">
          <a:xfrm>
            <a:off x="611188" y="3508375"/>
            <a:ext cx="2376487" cy="922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FF0000"/>
                </a:solidFill>
                <a:latin typeface="华文中宋" pitchFamily="2" charset="-122"/>
                <a:ea typeface="华文中宋" pitchFamily="2" charset="-122"/>
              </a:rPr>
              <a:t>　问题的提出：惯性定律是否在任何参照系中都成立？</a:t>
            </a:r>
          </a:p>
        </p:txBody>
      </p:sp>
      <p:grpSp>
        <p:nvGrpSpPr>
          <p:cNvPr id="18" name="Group 97"/>
          <p:cNvGrpSpPr>
            <a:grpSpLocks/>
          </p:cNvGrpSpPr>
          <p:nvPr/>
        </p:nvGrpSpPr>
        <p:grpSpPr bwMode="auto">
          <a:xfrm>
            <a:off x="265113" y="2787650"/>
            <a:ext cx="8340725" cy="646113"/>
            <a:chOff x="167" y="2123"/>
            <a:chExt cx="5232" cy="543"/>
          </a:xfrm>
        </p:grpSpPr>
        <p:sp>
          <p:nvSpPr>
            <p:cNvPr id="13325" name="Text Box 32"/>
            <p:cNvSpPr txBox="1">
              <a:spLocks noChangeArrowheads="1"/>
            </p:cNvSpPr>
            <p:nvPr/>
          </p:nvSpPr>
          <p:spPr bwMode="auto">
            <a:xfrm>
              <a:off x="167" y="2123"/>
              <a:ext cx="4346"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latin typeface="华文中宋" pitchFamily="2" charset="-122"/>
                  <a:ea typeface="华文中宋" pitchFamily="2" charset="-122"/>
                  <a:sym typeface="Wingdings 2" pitchFamily="18" charset="2"/>
                </a:rPr>
                <a:t>4</a:t>
              </a:r>
              <a:r>
                <a:rPr lang="zh-CN" altLang="en-US" sz="1800">
                  <a:latin typeface="华文中宋" pitchFamily="2" charset="-122"/>
                  <a:ea typeface="华文中宋" pitchFamily="2" charset="-122"/>
                  <a:sym typeface="Wingdings 2" pitchFamily="18" charset="2"/>
                </a:rPr>
                <a:t>、</a:t>
              </a:r>
              <a:r>
                <a:rPr lang="zh-CN" altLang="en-US" sz="1800">
                  <a:latin typeface="华文中宋" pitchFamily="2" charset="-122"/>
                  <a:ea typeface="华文中宋" pitchFamily="2" charset="-122"/>
                </a:rPr>
                <a:t>惯性参考系：</a:t>
              </a:r>
            </a:p>
          </p:txBody>
        </p:sp>
        <p:sp>
          <p:nvSpPr>
            <p:cNvPr id="13326" name="Rectangle 96"/>
            <p:cNvSpPr>
              <a:spLocks noChangeArrowheads="1"/>
            </p:cNvSpPr>
            <p:nvPr/>
          </p:nvSpPr>
          <p:spPr bwMode="auto">
            <a:xfrm>
              <a:off x="1203" y="2123"/>
              <a:ext cx="4196" cy="5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lgn="ctr">
                  <a:solidFill>
                    <a:srgbClr val="000000"/>
                  </a:solidFill>
                  <a:miter lim="800000"/>
                  <a:headEnd/>
                  <a:tailEnd/>
                </a14:hiddenLine>
              </a:ext>
            </a:extLst>
          </p:spPr>
          <p:txBody>
            <a:bodyPr>
              <a:spAutoFit/>
            </a:bodyPr>
            <a:lstStyle/>
            <a:p>
              <a:pPr algn="l"/>
              <a:r>
                <a:rPr lang="zh-CN" altLang="en-US" sz="1800">
                  <a:latin typeface="华文中宋" pitchFamily="2" charset="-122"/>
                  <a:ea typeface="华文中宋" pitchFamily="2" charset="-122"/>
                </a:rPr>
                <a:t>孤立物体相对于某参照系为静止或作匀速直线运动时，该参照系为惯性系。</a:t>
              </a:r>
            </a:p>
          </p:txBody>
        </p:sp>
      </p:grpSp>
      <p:sp>
        <p:nvSpPr>
          <p:cNvPr id="13324" name="Text Box 2"/>
          <p:cNvSpPr>
            <a:spLocks noChangeArrowheads="1"/>
          </p:cNvSpPr>
          <p:nvPr/>
        </p:nvSpPr>
        <p:spPr bwMode="auto">
          <a:xfrm>
            <a:off x="827088" y="900113"/>
            <a:ext cx="3457575" cy="400050"/>
          </a:xfrm>
          <a:prstGeom prst="homePlate">
            <a:avLst>
              <a:gd name="adj" fmla="val 50057"/>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一、惯性定律  惯性参考系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172"/>
                                        </p:tgtEl>
                                        <p:attrNameLst>
                                          <p:attrName>style.visibility</p:attrName>
                                        </p:attrNameLst>
                                      </p:cBhvr>
                                      <p:to>
                                        <p:strVal val="visible"/>
                                      </p:to>
                                    </p:set>
                                    <p:animEffect transition="in" filter="checkerboard(across)">
                                      <p:cBhvr>
                                        <p:cTn id="7" dur="500"/>
                                        <p:tgtEl>
                                          <p:spTgt spid="61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174"/>
                                        </p:tgtEl>
                                        <p:attrNameLst>
                                          <p:attrName>style.visibility</p:attrName>
                                        </p:attrNameLst>
                                      </p:cBhvr>
                                      <p:to>
                                        <p:strVal val="visible"/>
                                      </p:to>
                                    </p:set>
                                    <p:animEffect transition="in" filter="checkerboard(across)">
                                      <p:cBhvr>
                                        <p:cTn id="12" dur="500"/>
                                        <p:tgtEl>
                                          <p:spTgt spid="61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173"/>
                                        </p:tgtEl>
                                        <p:attrNameLst>
                                          <p:attrName>style.visibility</p:attrName>
                                        </p:attrNameLst>
                                      </p:cBhvr>
                                      <p:to>
                                        <p:strVal val="visible"/>
                                      </p:to>
                                    </p:set>
                                    <p:animEffect transition="in" filter="checkerboard(across)">
                                      <p:cBhvr>
                                        <p:cTn id="17" dur="500"/>
                                        <p:tgtEl>
                                          <p:spTgt spid="617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175"/>
                                        </p:tgtEl>
                                        <p:attrNameLst>
                                          <p:attrName>style.visibility</p:attrName>
                                        </p:attrNameLst>
                                      </p:cBhvr>
                                      <p:to>
                                        <p:strVal val="visible"/>
                                      </p:to>
                                    </p:set>
                                    <p:animEffect transition="in" filter="checkerboard(across)">
                                      <p:cBhvr>
                                        <p:cTn id="22" dur="500"/>
                                        <p:tgtEl>
                                          <p:spTgt spid="617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blinds(horizontal)">
                                      <p:cBhvr>
                                        <p:cTn id="27" dur="500"/>
                                        <p:tgtEl>
                                          <p:spTgt spid="1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499"/>
                                          </p:stCondLst>
                                        </p:cTn>
                                        <p:tgtEl>
                                          <p:spTgt spid="2"/>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5" presetClass="entr" presetSubtype="10" fill="hold" grpId="0" nodeType="clickEffect">
                                  <p:stCondLst>
                                    <p:cond delay="0"/>
                                  </p:stCondLst>
                                  <p:childTnLst>
                                    <p:set>
                                      <p:cBhvr>
                                        <p:cTn id="35" dur="1" fill="hold">
                                          <p:stCondLst>
                                            <p:cond delay="0"/>
                                          </p:stCondLst>
                                        </p:cTn>
                                        <p:tgtEl>
                                          <p:spTgt spid="6239"/>
                                        </p:tgtEl>
                                        <p:attrNameLst>
                                          <p:attrName>style.visibility</p:attrName>
                                        </p:attrNameLst>
                                      </p:cBhvr>
                                      <p:to>
                                        <p:strVal val="visible"/>
                                      </p:to>
                                    </p:set>
                                    <p:animEffect transition="in" filter="checkerboard(across)">
                                      <p:cBhvr>
                                        <p:cTn id="36" dur="500"/>
                                        <p:tgtEl>
                                          <p:spTgt spid="623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6204"/>
                                        </p:tgtEl>
                                        <p:attrNameLst>
                                          <p:attrName>style.visibility</p:attrName>
                                        </p:attrNameLst>
                                      </p:cBhvr>
                                      <p:to>
                                        <p:strVal val="visible"/>
                                      </p:to>
                                    </p:set>
                                  </p:childTnLst>
                                </p:cTn>
                              </p:par>
                            </p:childTnLst>
                          </p:cTn>
                        </p:par>
                        <p:par>
                          <p:cTn id="41" fill="hold" nodeType="afterGroup">
                            <p:stCondLst>
                              <p:cond delay="500"/>
                            </p:stCondLst>
                            <p:childTnLst>
                              <p:par>
                                <p:cTn id="42" presetID="2" presetClass="entr" presetSubtype="8" fill="hold" nodeType="afterEffect">
                                  <p:stCondLst>
                                    <p:cond delay="0"/>
                                  </p:stCondLst>
                                  <p:childTnLst>
                                    <p:set>
                                      <p:cBhvr>
                                        <p:cTn id="43" dur="1" fill="hold">
                                          <p:stCondLst>
                                            <p:cond delay="0"/>
                                          </p:stCondLst>
                                        </p:cTn>
                                        <p:tgtEl>
                                          <p:spTgt spid="9"/>
                                        </p:tgtEl>
                                        <p:attrNameLst>
                                          <p:attrName>style.visibility</p:attrName>
                                        </p:attrNameLst>
                                      </p:cBhvr>
                                      <p:to>
                                        <p:strVal val="visible"/>
                                      </p:to>
                                    </p:set>
                                    <p:anim calcmode="lin" valueType="num">
                                      <p:cBhvr additive="base">
                                        <p:cTn id="44" dur="500" fill="hold"/>
                                        <p:tgtEl>
                                          <p:spTgt spid="9"/>
                                        </p:tgtEl>
                                        <p:attrNameLst>
                                          <p:attrName>ppt_x</p:attrName>
                                        </p:attrNameLst>
                                      </p:cBhvr>
                                      <p:tavLst>
                                        <p:tav tm="0">
                                          <p:val>
                                            <p:strVal val="0-#ppt_w/2"/>
                                          </p:val>
                                        </p:tav>
                                        <p:tav tm="100000">
                                          <p:val>
                                            <p:strVal val="#ppt_x"/>
                                          </p:val>
                                        </p:tav>
                                      </p:tavLst>
                                    </p:anim>
                                    <p:anim calcmode="lin" valueType="num">
                                      <p:cBhvr additive="base">
                                        <p:cTn id="45" dur="500" fill="hold"/>
                                        <p:tgtEl>
                                          <p:spTgt spid="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2"/>
                                            </p:cond>
                                          </p:stCondLst>
                                          <p:endCondLst>
                                            <p:cond evt="onStopAudio" delay="0">
                                              <p:tgtEl>
                                                <p:sldTgt/>
                                              </p:tgtEl>
                                            </p:cond>
                                          </p:endCondLst>
                                        </p:cTn>
                                        <p:tgtEl>
                                          <p:sndTgt r:embed="rId4"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72" grpId="0" autoUpdateAnimBg="0"/>
      <p:bldP spid="6173" grpId="0" autoUpdateAnimBg="0"/>
      <p:bldP spid="6174" grpId="0" autoUpdateAnimBg="0"/>
      <p:bldP spid="6175" grpId="0" autoUpdateAnimBg="0"/>
      <p:bldP spid="6204" grpId="0" animBg="1"/>
      <p:bldP spid="6239"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9" name="Object 3"/>
          <p:cNvGraphicFramePr>
            <a:graphicFrameLocks noChangeAspect="1"/>
          </p:cNvGraphicFramePr>
          <p:nvPr/>
        </p:nvGraphicFramePr>
        <p:xfrm>
          <a:off x="2195513" y="1344613"/>
          <a:ext cx="3960812" cy="687387"/>
        </p:xfrm>
        <a:graphic>
          <a:graphicData uri="http://schemas.openxmlformats.org/presentationml/2006/ole">
            <p:oleObj spid="_x0000_s14354" name="Equation" r:id="rId3" imgW="1828800" imgH="431800" progId="Equation.DSMT4">
              <p:embed/>
            </p:oleObj>
          </a:graphicData>
        </a:graphic>
      </p:graphicFrame>
      <p:grpSp>
        <p:nvGrpSpPr>
          <p:cNvPr id="2" name="组合 1"/>
          <p:cNvGrpSpPr>
            <a:grpSpLocks/>
          </p:cNvGrpSpPr>
          <p:nvPr/>
        </p:nvGrpSpPr>
        <p:grpSpPr bwMode="auto">
          <a:xfrm>
            <a:off x="4140200" y="1779588"/>
            <a:ext cx="1152525" cy="612775"/>
            <a:chOff x="4355654" y="1491679"/>
            <a:chExt cx="1152450" cy="612221"/>
          </a:xfrm>
        </p:grpSpPr>
        <p:sp>
          <p:nvSpPr>
            <p:cNvPr id="14348" name="Text Box 6"/>
            <p:cNvSpPr txBox="1">
              <a:spLocks noChangeArrowheads="1"/>
            </p:cNvSpPr>
            <p:nvPr/>
          </p:nvSpPr>
          <p:spPr bwMode="auto">
            <a:xfrm>
              <a:off x="4355654" y="1734568"/>
              <a:ext cx="1152450" cy="369332"/>
            </a:xfrm>
            <a:prstGeom prst="rect">
              <a:avLst/>
            </a:prstGeom>
            <a:noFill/>
            <a:ln w="38100">
              <a:solidFill>
                <a:srgbClr val="FF0000"/>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i="1">
                  <a:latin typeface="Times New Roman" pitchFamily="18" charset="0"/>
                  <a:ea typeface="华文中宋" pitchFamily="2" charset="-122"/>
                </a:rPr>
                <a:t>m</a:t>
              </a:r>
              <a:r>
                <a:rPr lang="zh-CN" altLang="en-US" sz="1800">
                  <a:latin typeface="华文中宋" pitchFamily="2" charset="-122"/>
                  <a:ea typeface="华文中宋" pitchFamily="2" charset="-122"/>
                </a:rPr>
                <a:t>为常数</a:t>
              </a:r>
            </a:p>
          </p:txBody>
        </p:sp>
        <p:sp>
          <p:nvSpPr>
            <p:cNvPr id="14349" name="Line 25"/>
            <p:cNvSpPr>
              <a:spLocks noChangeShapeType="1"/>
            </p:cNvSpPr>
            <p:nvPr/>
          </p:nvSpPr>
          <p:spPr bwMode="auto">
            <a:xfrm flipH="1" flipV="1">
              <a:off x="4932263" y="1491679"/>
              <a:ext cx="6103" cy="242888"/>
            </a:xfrm>
            <a:prstGeom prst="line">
              <a:avLst/>
            </a:prstGeom>
            <a:noFill/>
            <a:ln w="38100">
              <a:solidFill>
                <a:srgbClr val="FF0000"/>
              </a:solidFill>
              <a:round/>
              <a:headEnd/>
              <a:tailEnd type="triangle" w="med" len="med"/>
            </a:ln>
            <a:extLst>
              <a:ext uri="{909E8E84-426E-40DD-AFC4-6F175D3DCCD1}">
                <a14:hiddenFill xmlns:a14="http://schemas.microsoft.com/office/drawing/2010/main" xmlns="">
                  <a:noFill/>
                </a14:hiddenFill>
              </a:ext>
            </a:extLst>
          </p:spPr>
          <p:txBody>
            <a:bodyPr anchor="ctr">
              <a:spAutoFit/>
            </a:bodyPr>
            <a:lstStyle/>
            <a:p>
              <a:endParaRPr lang="zh-CN" altLang="en-US"/>
            </a:p>
          </p:txBody>
        </p:sp>
      </p:grpSp>
      <p:sp>
        <p:nvSpPr>
          <p:cNvPr id="9242" name="Text Box 26"/>
          <p:cNvSpPr txBox="1">
            <a:spLocks noChangeArrowheads="1"/>
          </p:cNvSpPr>
          <p:nvPr/>
        </p:nvSpPr>
        <p:spPr bwMode="auto">
          <a:xfrm>
            <a:off x="4716463" y="2417763"/>
            <a:ext cx="3960812"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en-US" altLang="zh-CN" sz="1800">
                <a:latin typeface="华文中宋" pitchFamily="2" charset="-122"/>
                <a:ea typeface="华文中宋" pitchFamily="2" charset="-122"/>
              </a:rPr>
              <a:t>2</a:t>
            </a:r>
            <a:r>
              <a:rPr lang="zh-CN" altLang="en-US" sz="1800">
                <a:latin typeface="华文中宋" pitchFamily="2" charset="-122"/>
                <a:ea typeface="华文中宋" pitchFamily="2" charset="-122"/>
              </a:rPr>
              <a:t>、惯性质量与引力质量相等。</a:t>
            </a:r>
          </a:p>
        </p:txBody>
      </p:sp>
      <p:sp>
        <p:nvSpPr>
          <p:cNvPr id="9246" name="Text Box 30"/>
          <p:cNvSpPr txBox="1">
            <a:spLocks noChangeArrowheads="1"/>
          </p:cNvSpPr>
          <p:nvPr/>
        </p:nvSpPr>
        <p:spPr bwMode="auto">
          <a:xfrm>
            <a:off x="250825" y="2427288"/>
            <a:ext cx="4214813"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en-US" altLang="zh-CN" sz="1800">
                <a:latin typeface="华文中宋" pitchFamily="2" charset="-122"/>
                <a:ea typeface="华文中宋" pitchFamily="2" charset="-122"/>
              </a:rPr>
              <a:t>1</a:t>
            </a:r>
            <a:r>
              <a:rPr lang="zh-CN" altLang="en-US" sz="1800">
                <a:latin typeface="华文中宋" pitchFamily="2" charset="-122"/>
                <a:ea typeface="华文中宋" pitchFamily="2" charset="-122"/>
              </a:rPr>
              <a:t>、质量是惯性大小的量度。</a:t>
            </a:r>
          </a:p>
        </p:txBody>
      </p:sp>
      <p:graphicFrame>
        <p:nvGraphicFramePr>
          <p:cNvPr id="9248" name="Object 32"/>
          <p:cNvGraphicFramePr>
            <a:graphicFrameLocks noChangeAspect="1"/>
          </p:cNvGraphicFramePr>
          <p:nvPr/>
        </p:nvGraphicFramePr>
        <p:xfrm>
          <a:off x="3851275" y="3222625"/>
          <a:ext cx="1512888" cy="417513"/>
        </p:xfrm>
        <a:graphic>
          <a:graphicData uri="http://schemas.openxmlformats.org/presentationml/2006/ole">
            <p:oleObj spid="_x0000_s14355" name="Equation" r:id="rId4" imgW="548280" imgH="181080" progId="Equation.DSMT4">
              <p:embed/>
            </p:oleObj>
          </a:graphicData>
        </a:graphic>
      </p:graphicFrame>
      <p:sp>
        <p:nvSpPr>
          <p:cNvPr id="9249" name="Text Box 33"/>
          <p:cNvSpPr txBox="1">
            <a:spLocks noChangeArrowheads="1"/>
          </p:cNvSpPr>
          <p:nvPr/>
        </p:nvSpPr>
        <p:spPr bwMode="auto">
          <a:xfrm>
            <a:off x="4283075" y="3702050"/>
            <a:ext cx="4465638"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latin typeface="华文中宋" pitchFamily="2" charset="-122"/>
                <a:ea typeface="华文中宋" pitchFamily="2" charset="-122"/>
              </a:rPr>
              <a:t>2</a:t>
            </a:r>
            <a:r>
              <a:rPr lang="zh-CN" altLang="en-US" sz="1800">
                <a:latin typeface="华文中宋" pitchFamily="2" charset="-122"/>
                <a:ea typeface="华文中宋" pitchFamily="2" charset="-122"/>
              </a:rPr>
              <a:t>、作用力与反作用力属于同一性质的力。</a:t>
            </a:r>
          </a:p>
        </p:txBody>
      </p:sp>
      <p:sp>
        <p:nvSpPr>
          <p:cNvPr id="9250" name="Text Box 34"/>
          <p:cNvSpPr txBox="1">
            <a:spLocks noChangeArrowheads="1"/>
          </p:cNvSpPr>
          <p:nvPr/>
        </p:nvSpPr>
        <p:spPr bwMode="auto">
          <a:xfrm>
            <a:off x="250825" y="3692525"/>
            <a:ext cx="48387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latin typeface="华文中宋" pitchFamily="2" charset="-122"/>
                <a:ea typeface="华文中宋" pitchFamily="2" charset="-122"/>
              </a:rPr>
              <a:t>1</a:t>
            </a:r>
            <a:r>
              <a:rPr lang="zh-CN" altLang="en-US" sz="1800">
                <a:latin typeface="华文中宋" pitchFamily="2" charset="-122"/>
                <a:ea typeface="华文中宋" pitchFamily="2" charset="-122"/>
              </a:rPr>
              <a:t>、作用力与反作用力成对出现。</a:t>
            </a:r>
          </a:p>
        </p:txBody>
      </p:sp>
      <p:sp>
        <p:nvSpPr>
          <p:cNvPr id="9251" name="Text Box 35"/>
          <p:cNvSpPr txBox="1">
            <a:spLocks noChangeArrowheads="1"/>
          </p:cNvSpPr>
          <p:nvPr/>
        </p:nvSpPr>
        <p:spPr bwMode="auto">
          <a:xfrm>
            <a:off x="1403350" y="4156075"/>
            <a:ext cx="67564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latin typeface="华文中宋" pitchFamily="2" charset="-122"/>
                <a:ea typeface="华文中宋" pitchFamily="2" charset="-122"/>
              </a:rPr>
              <a:t>3</a:t>
            </a:r>
            <a:r>
              <a:rPr lang="zh-CN" altLang="en-US" sz="1800">
                <a:latin typeface="华文中宋" pitchFamily="2" charset="-122"/>
                <a:ea typeface="华文中宋" pitchFamily="2" charset="-122"/>
              </a:rPr>
              <a:t>、作用力与反作用力分别作用在两个物体上，不是一对平衡力。</a:t>
            </a:r>
          </a:p>
        </p:txBody>
      </p:sp>
      <p:sp>
        <p:nvSpPr>
          <p:cNvPr id="13" name="Text Box 2"/>
          <p:cNvSpPr>
            <a:spLocks noChangeArrowheads="1"/>
          </p:cNvSpPr>
          <p:nvPr/>
        </p:nvSpPr>
        <p:spPr bwMode="auto">
          <a:xfrm>
            <a:off x="790575" y="915988"/>
            <a:ext cx="4860925" cy="400050"/>
          </a:xfrm>
          <a:prstGeom prst="homePlate">
            <a:avLst>
              <a:gd name="adj" fmla="val 50066"/>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buFont typeface="Arial" charset="0"/>
              <a:buNone/>
            </a:pPr>
            <a:r>
              <a:rPr lang="zh-CN" altLang="en-US" sz="2000">
                <a:solidFill>
                  <a:srgbClr val="FFFFFF"/>
                </a:solidFill>
                <a:latin typeface="微软雅黑" pitchFamily="34" charset="-122"/>
                <a:ea typeface="微软雅黑" pitchFamily="34" charset="-122"/>
              </a:rPr>
              <a:t>二、牛顿第二定律　惯性质量　引力质量</a:t>
            </a:r>
          </a:p>
        </p:txBody>
      </p:sp>
      <p:sp>
        <p:nvSpPr>
          <p:cNvPr id="14" name="Text Box 2"/>
          <p:cNvSpPr>
            <a:spLocks noChangeArrowheads="1"/>
          </p:cNvSpPr>
          <p:nvPr/>
        </p:nvSpPr>
        <p:spPr bwMode="auto">
          <a:xfrm>
            <a:off x="781050" y="2819400"/>
            <a:ext cx="2495550" cy="400050"/>
          </a:xfrm>
          <a:prstGeom prst="homePlate">
            <a:avLst>
              <a:gd name="adj" fmla="val 50049"/>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buFont typeface="Arial" charset="0"/>
              <a:buNone/>
            </a:pPr>
            <a:r>
              <a:rPr lang="zh-CN" altLang="en-US" sz="2000">
                <a:solidFill>
                  <a:srgbClr val="FFFFFF"/>
                </a:solidFill>
                <a:latin typeface="微软雅黑" pitchFamily="34" charset="-122"/>
                <a:ea typeface="微软雅黑" pitchFamily="34" charset="-122"/>
              </a:rPr>
              <a:t>三、牛顿第三定律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9219"/>
                                        </p:tgtEl>
                                        <p:attrNameLst>
                                          <p:attrName>style.visibility</p:attrName>
                                        </p:attrNameLst>
                                      </p:cBhvr>
                                      <p:to>
                                        <p:strVal val="visible"/>
                                      </p:to>
                                    </p:set>
                                    <p:animEffect transition="in" filter="checkerboard(across)">
                                      <p:cBhvr>
                                        <p:cTn id="12" dur="500"/>
                                        <p:tgtEl>
                                          <p:spTgt spid="92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8" fill="hold" grpId="0" nodeType="clickEffect">
                                  <p:stCondLst>
                                    <p:cond delay="0"/>
                                  </p:stCondLst>
                                  <p:childTnLst>
                                    <p:set>
                                      <p:cBhvr>
                                        <p:cTn id="21" dur="1" fill="hold">
                                          <p:stCondLst>
                                            <p:cond delay="0"/>
                                          </p:stCondLst>
                                        </p:cTn>
                                        <p:tgtEl>
                                          <p:spTgt spid="9246"/>
                                        </p:tgtEl>
                                        <p:attrNameLst>
                                          <p:attrName>style.visibility</p:attrName>
                                        </p:attrNameLst>
                                      </p:cBhvr>
                                      <p:to>
                                        <p:strVal val="visible"/>
                                      </p:to>
                                    </p:set>
                                    <p:anim calcmode="lin" valueType="num">
                                      <p:cBhvr>
                                        <p:cTn id="22" dur="500" fill="hold"/>
                                        <p:tgtEl>
                                          <p:spTgt spid="9246"/>
                                        </p:tgtEl>
                                        <p:attrNameLst>
                                          <p:attrName>ppt_x</p:attrName>
                                        </p:attrNameLst>
                                      </p:cBhvr>
                                      <p:tavLst>
                                        <p:tav tm="0">
                                          <p:val>
                                            <p:strVal val="#ppt_x-#ppt_w/2"/>
                                          </p:val>
                                        </p:tav>
                                        <p:tav tm="100000">
                                          <p:val>
                                            <p:strVal val="#ppt_x"/>
                                          </p:val>
                                        </p:tav>
                                      </p:tavLst>
                                    </p:anim>
                                    <p:anim calcmode="lin" valueType="num">
                                      <p:cBhvr>
                                        <p:cTn id="23" dur="500" fill="hold"/>
                                        <p:tgtEl>
                                          <p:spTgt spid="9246"/>
                                        </p:tgtEl>
                                        <p:attrNameLst>
                                          <p:attrName>ppt_y</p:attrName>
                                        </p:attrNameLst>
                                      </p:cBhvr>
                                      <p:tavLst>
                                        <p:tav tm="0">
                                          <p:val>
                                            <p:strVal val="#ppt_y"/>
                                          </p:val>
                                        </p:tav>
                                        <p:tav tm="100000">
                                          <p:val>
                                            <p:strVal val="#ppt_y"/>
                                          </p:val>
                                        </p:tav>
                                      </p:tavLst>
                                    </p:anim>
                                    <p:anim calcmode="lin" valueType="num">
                                      <p:cBhvr>
                                        <p:cTn id="24" dur="500" fill="hold"/>
                                        <p:tgtEl>
                                          <p:spTgt spid="9246"/>
                                        </p:tgtEl>
                                        <p:attrNameLst>
                                          <p:attrName>ppt_w</p:attrName>
                                        </p:attrNameLst>
                                      </p:cBhvr>
                                      <p:tavLst>
                                        <p:tav tm="0">
                                          <p:val>
                                            <p:fltVal val="0"/>
                                          </p:val>
                                        </p:tav>
                                        <p:tav tm="100000">
                                          <p:val>
                                            <p:strVal val="#ppt_w"/>
                                          </p:val>
                                        </p:tav>
                                      </p:tavLst>
                                    </p:anim>
                                    <p:anim calcmode="lin" valueType="num">
                                      <p:cBhvr>
                                        <p:cTn id="25" dur="500" fill="hold"/>
                                        <p:tgtEl>
                                          <p:spTgt spid="9246"/>
                                        </p:tgtEl>
                                        <p:attrNameLst>
                                          <p:attrName>ppt_h</p:attrName>
                                        </p:attrNameLst>
                                      </p:cBhvr>
                                      <p:tavLst>
                                        <p:tav tm="0">
                                          <p:val>
                                            <p:strVal val="#ppt_h"/>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17" presetClass="entr" presetSubtype="8" fill="hold" grpId="0" nodeType="clickEffect">
                                  <p:stCondLst>
                                    <p:cond delay="0"/>
                                  </p:stCondLst>
                                  <p:childTnLst>
                                    <p:set>
                                      <p:cBhvr>
                                        <p:cTn id="29" dur="1" fill="hold">
                                          <p:stCondLst>
                                            <p:cond delay="0"/>
                                          </p:stCondLst>
                                        </p:cTn>
                                        <p:tgtEl>
                                          <p:spTgt spid="9242"/>
                                        </p:tgtEl>
                                        <p:attrNameLst>
                                          <p:attrName>style.visibility</p:attrName>
                                        </p:attrNameLst>
                                      </p:cBhvr>
                                      <p:to>
                                        <p:strVal val="visible"/>
                                      </p:to>
                                    </p:set>
                                    <p:anim calcmode="lin" valueType="num">
                                      <p:cBhvr>
                                        <p:cTn id="30" dur="500" fill="hold"/>
                                        <p:tgtEl>
                                          <p:spTgt spid="9242"/>
                                        </p:tgtEl>
                                        <p:attrNameLst>
                                          <p:attrName>ppt_x</p:attrName>
                                        </p:attrNameLst>
                                      </p:cBhvr>
                                      <p:tavLst>
                                        <p:tav tm="0">
                                          <p:val>
                                            <p:strVal val="#ppt_x-#ppt_w/2"/>
                                          </p:val>
                                        </p:tav>
                                        <p:tav tm="100000">
                                          <p:val>
                                            <p:strVal val="#ppt_x"/>
                                          </p:val>
                                        </p:tav>
                                      </p:tavLst>
                                    </p:anim>
                                    <p:anim calcmode="lin" valueType="num">
                                      <p:cBhvr>
                                        <p:cTn id="31" dur="500" fill="hold"/>
                                        <p:tgtEl>
                                          <p:spTgt spid="9242"/>
                                        </p:tgtEl>
                                        <p:attrNameLst>
                                          <p:attrName>ppt_y</p:attrName>
                                        </p:attrNameLst>
                                      </p:cBhvr>
                                      <p:tavLst>
                                        <p:tav tm="0">
                                          <p:val>
                                            <p:strVal val="#ppt_y"/>
                                          </p:val>
                                        </p:tav>
                                        <p:tav tm="100000">
                                          <p:val>
                                            <p:strVal val="#ppt_y"/>
                                          </p:val>
                                        </p:tav>
                                      </p:tavLst>
                                    </p:anim>
                                    <p:anim calcmode="lin" valueType="num">
                                      <p:cBhvr>
                                        <p:cTn id="32" dur="500" fill="hold"/>
                                        <p:tgtEl>
                                          <p:spTgt spid="9242"/>
                                        </p:tgtEl>
                                        <p:attrNameLst>
                                          <p:attrName>ppt_w</p:attrName>
                                        </p:attrNameLst>
                                      </p:cBhvr>
                                      <p:tavLst>
                                        <p:tav tm="0">
                                          <p:val>
                                            <p:fltVal val="0"/>
                                          </p:val>
                                        </p:tav>
                                        <p:tav tm="100000">
                                          <p:val>
                                            <p:strVal val="#ppt_w"/>
                                          </p:val>
                                        </p:tav>
                                      </p:tavLst>
                                    </p:anim>
                                    <p:anim calcmode="lin" valueType="num">
                                      <p:cBhvr>
                                        <p:cTn id="33" dur="500" fill="hold"/>
                                        <p:tgtEl>
                                          <p:spTgt spid="9242"/>
                                        </p:tgtEl>
                                        <p:attrNameLst>
                                          <p:attrName>ppt_h</p:attrName>
                                        </p:attrNameLst>
                                      </p:cBhvr>
                                      <p:tavLst>
                                        <p:tav tm="0">
                                          <p:val>
                                            <p:strVal val="#ppt_h"/>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ipe(left)">
                                      <p:cBhvr>
                                        <p:cTn id="38" dur="500"/>
                                        <p:tgtEl>
                                          <p:spTgt spid="1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9248"/>
                                        </p:tgtEl>
                                        <p:attrNameLst>
                                          <p:attrName>style.visibility</p:attrName>
                                        </p:attrNameLst>
                                      </p:cBhvr>
                                      <p:to>
                                        <p:strVal val="visible"/>
                                      </p:to>
                                    </p:set>
                                    <p:animEffect transition="in" filter="blinds(horizontal)">
                                      <p:cBhvr>
                                        <p:cTn id="43" dur="500"/>
                                        <p:tgtEl>
                                          <p:spTgt spid="924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7" presetClass="entr" presetSubtype="8" fill="hold" grpId="0" nodeType="clickEffect">
                                  <p:stCondLst>
                                    <p:cond delay="0"/>
                                  </p:stCondLst>
                                  <p:childTnLst>
                                    <p:set>
                                      <p:cBhvr>
                                        <p:cTn id="47" dur="1" fill="hold">
                                          <p:stCondLst>
                                            <p:cond delay="0"/>
                                          </p:stCondLst>
                                        </p:cTn>
                                        <p:tgtEl>
                                          <p:spTgt spid="9250"/>
                                        </p:tgtEl>
                                        <p:attrNameLst>
                                          <p:attrName>style.visibility</p:attrName>
                                        </p:attrNameLst>
                                      </p:cBhvr>
                                      <p:to>
                                        <p:strVal val="visible"/>
                                      </p:to>
                                    </p:set>
                                    <p:anim calcmode="lin" valueType="num">
                                      <p:cBhvr>
                                        <p:cTn id="48" dur="500" fill="hold"/>
                                        <p:tgtEl>
                                          <p:spTgt spid="9250"/>
                                        </p:tgtEl>
                                        <p:attrNameLst>
                                          <p:attrName>ppt_x</p:attrName>
                                        </p:attrNameLst>
                                      </p:cBhvr>
                                      <p:tavLst>
                                        <p:tav tm="0">
                                          <p:val>
                                            <p:strVal val="#ppt_x-#ppt_w/2"/>
                                          </p:val>
                                        </p:tav>
                                        <p:tav tm="100000">
                                          <p:val>
                                            <p:strVal val="#ppt_x"/>
                                          </p:val>
                                        </p:tav>
                                      </p:tavLst>
                                    </p:anim>
                                    <p:anim calcmode="lin" valueType="num">
                                      <p:cBhvr>
                                        <p:cTn id="49" dur="500" fill="hold"/>
                                        <p:tgtEl>
                                          <p:spTgt spid="9250"/>
                                        </p:tgtEl>
                                        <p:attrNameLst>
                                          <p:attrName>ppt_y</p:attrName>
                                        </p:attrNameLst>
                                      </p:cBhvr>
                                      <p:tavLst>
                                        <p:tav tm="0">
                                          <p:val>
                                            <p:strVal val="#ppt_y"/>
                                          </p:val>
                                        </p:tav>
                                        <p:tav tm="100000">
                                          <p:val>
                                            <p:strVal val="#ppt_y"/>
                                          </p:val>
                                        </p:tav>
                                      </p:tavLst>
                                    </p:anim>
                                    <p:anim calcmode="lin" valueType="num">
                                      <p:cBhvr>
                                        <p:cTn id="50" dur="500" fill="hold"/>
                                        <p:tgtEl>
                                          <p:spTgt spid="9250"/>
                                        </p:tgtEl>
                                        <p:attrNameLst>
                                          <p:attrName>ppt_w</p:attrName>
                                        </p:attrNameLst>
                                      </p:cBhvr>
                                      <p:tavLst>
                                        <p:tav tm="0">
                                          <p:val>
                                            <p:fltVal val="0"/>
                                          </p:val>
                                        </p:tav>
                                        <p:tav tm="100000">
                                          <p:val>
                                            <p:strVal val="#ppt_w"/>
                                          </p:val>
                                        </p:tav>
                                      </p:tavLst>
                                    </p:anim>
                                    <p:anim calcmode="lin" valueType="num">
                                      <p:cBhvr>
                                        <p:cTn id="51" dur="500" fill="hold"/>
                                        <p:tgtEl>
                                          <p:spTgt spid="9250"/>
                                        </p:tgtEl>
                                        <p:attrNameLst>
                                          <p:attrName>ppt_h</p:attrName>
                                        </p:attrNameLst>
                                      </p:cBhvr>
                                      <p:tavLst>
                                        <p:tav tm="0">
                                          <p:val>
                                            <p:strVal val="#ppt_h"/>
                                          </p:val>
                                        </p:tav>
                                        <p:tav tm="100000">
                                          <p:val>
                                            <p:strVal val="#ppt_h"/>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17" presetClass="entr" presetSubtype="8" fill="hold" grpId="0" nodeType="clickEffect">
                                  <p:stCondLst>
                                    <p:cond delay="0"/>
                                  </p:stCondLst>
                                  <p:childTnLst>
                                    <p:set>
                                      <p:cBhvr>
                                        <p:cTn id="55" dur="1" fill="hold">
                                          <p:stCondLst>
                                            <p:cond delay="0"/>
                                          </p:stCondLst>
                                        </p:cTn>
                                        <p:tgtEl>
                                          <p:spTgt spid="9249"/>
                                        </p:tgtEl>
                                        <p:attrNameLst>
                                          <p:attrName>style.visibility</p:attrName>
                                        </p:attrNameLst>
                                      </p:cBhvr>
                                      <p:to>
                                        <p:strVal val="visible"/>
                                      </p:to>
                                    </p:set>
                                    <p:anim calcmode="lin" valueType="num">
                                      <p:cBhvr>
                                        <p:cTn id="56" dur="500" fill="hold"/>
                                        <p:tgtEl>
                                          <p:spTgt spid="9249"/>
                                        </p:tgtEl>
                                        <p:attrNameLst>
                                          <p:attrName>ppt_x</p:attrName>
                                        </p:attrNameLst>
                                      </p:cBhvr>
                                      <p:tavLst>
                                        <p:tav tm="0">
                                          <p:val>
                                            <p:strVal val="#ppt_x-#ppt_w/2"/>
                                          </p:val>
                                        </p:tav>
                                        <p:tav tm="100000">
                                          <p:val>
                                            <p:strVal val="#ppt_x"/>
                                          </p:val>
                                        </p:tav>
                                      </p:tavLst>
                                    </p:anim>
                                    <p:anim calcmode="lin" valueType="num">
                                      <p:cBhvr>
                                        <p:cTn id="57" dur="500" fill="hold"/>
                                        <p:tgtEl>
                                          <p:spTgt spid="9249"/>
                                        </p:tgtEl>
                                        <p:attrNameLst>
                                          <p:attrName>ppt_y</p:attrName>
                                        </p:attrNameLst>
                                      </p:cBhvr>
                                      <p:tavLst>
                                        <p:tav tm="0">
                                          <p:val>
                                            <p:strVal val="#ppt_y"/>
                                          </p:val>
                                        </p:tav>
                                        <p:tav tm="100000">
                                          <p:val>
                                            <p:strVal val="#ppt_y"/>
                                          </p:val>
                                        </p:tav>
                                      </p:tavLst>
                                    </p:anim>
                                    <p:anim calcmode="lin" valueType="num">
                                      <p:cBhvr>
                                        <p:cTn id="58" dur="500" fill="hold"/>
                                        <p:tgtEl>
                                          <p:spTgt spid="9249"/>
                                        </p:tgtEl>
                                        <p:attrNameLst>
                                          <p:attrName>ppt_w</p:attrName>
                                        </p:attrNameLst>
                                      </p:cBhvr>
                                      <p:tavLst>
                                        <p:tav tm="0">
                                          <p:val>
                                            <p:fltVal val="0"/>
                                          </p:val>
                                        </p:tav>
                                        <p:tav tm="100000">
                                          <p:val>
                                            <p:strVal val="#ppt_w"/>
                                          </p:val>
                                        </p:tav>
                                      </p:tavLst>
                                    </p:anim>
                                    <p:anim calcmode="lin" valueType="num">
                                      <p:cBhvr>
                                        <p:cTn id="59" dur="500" fill="hold"/>
                                        <p:tgtEl>
                                          <p:spTgt spid="9249"/>
                                        </p:tgtEl>
                                        <p:attrNameLst>
                                          <p:attrName>ppt_h</p:attrName>
                                        </p:attrNameLst>
                                      </p:cBhvr>
                                      <p:tavLst>
                                        <p:tav tm="0">
                                          <p:val>
                                            <p:strVal val="#ppt_h"/>
                                          </p:val>
                                        </p:tav>
                                        <p:tav tm="100000">
                                          <p:val>
                                            <p:strVal val="#ppt_h"/>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17" presetClass="entr" presetSubtype="8" fill="hold" grpId="0" nodeType="clickEffect">
                                  <p:stCondLst>
                                    <p:cond delay="0"/>
                                  </p:stCondLst>
                                  <p:childTnLst>
                                    <p:set>
                                      <p:cBhvr>
                                        <p:cTn id="63" dur="1" fill="hold">
                                          <p:stCondLst>
                                            <p:cond delay="0"/>
                                          </p:stCondLst>
                                        </p:cTn>
                                        <p:tgtEl>
                                          <p:spTgt spid="9251"/>
                                        </p:tgtEl>
                                        <p:attrNameLst>
                                          <p:attrName>style.visibility</p:attrName>
                                        </p:attrNameLst>
                                      </p:cBhvr>
                                      <p:to>
                                        <p:strVal val="visible"/>
                                      </p:to>
                                    </p:set>
                                    <p:anim calcmode="lin" valueType="num">
                                      <p:cBhvr>
                                        <p:cTn id="64" dur="500" fill="hold"/>
                                        <p:tgtEl>
                                          <p:spTgt spid="9251"/>
                                        </p:tgtEl>
                                        <p:attrNameLst>
                                          <p:attrName>ppt_x</p:attrName>
                                        </p:attrNameLst>
                                      </p:cBhvr>
                                      <p:tavLst>
                                        <p:tav tm="0">
                                          <p:val>
                                            <p:strVal val="#ppt_x-#ppt_w/2"/>
                                          </p:val>
                                        </p:tav>
                                        <p:tav tm="100000">
                                          <p:val>
                                            <p:strVal val="#ppt_x"/>
                                          </p:val>
                                        </p:tav>
                                      </p:tavLst>
                                    </p:anim>
                                    <p:anim calcmode="lin" valueType="num">
                                      <p:cBhvr>
                                        <p:cTn id="65" dur="500" fill="hold"/>
                                        <p:tgtEl>
                                          <p:spTgt spid="9251"/>
                                        </p:tgtEl>
                                        <p:attrNameLst>
                                          <p:attrName>ppt_y</p:attrName>
                                        </p:attrNameLst>
                                      </p:cBhvr>
                                      <p:tavLst>
                                        <p:tav tm="0">
                                          <p:val>
                                            <p:strVal val="#ppt_y"/>
                                          </p:val>
                                        </p:tav>
                                        <p:tav tm="100000">
                                          <p:val>
                                            <p:strVal val="#ppt_y"/>
                                          </p:val>
                                        </p:tav>
                                      </p:tavLst>
                                    </p:anim>
                                    <p:anim calcmode="lin" valueType="num">
                                      <p:cBhvr>
                                        <p:cTn id="66" dur="500" fill="hold"/>
                                        <p:tgtEl>
                                          <p:spTgt spid="9251"/>
                                        </p:tgtEl>
                                        <p:attrNameLst>
                                          <p:attrName>ppt_w</p:attrName>
                                        </p:attrNameLst>
                                      </p:cBhvr>
                                      <p:tavLst>
                                        <p:tav tm="0">
                                          <p:val>
                                            <p:fltVal val="0"/>
                                          </p:val>
                                        </p:tav>
                                        <p:tav tm="100000">
                                          <p:val>
                                            <p:strVal val="#ppt_w"/>
                                          </p:val>
                                        </p:tav>
                                      </p:tavLst>
                                    </p:anim>
                                    <p:anim calcmode="lin" valueType="num">
                                      <p:cBhvr>
                                        <p:cTn id="67" dur="500" fill="hold"/>
                                        <p:tgtEl>
                                          <p:spTgt spid="925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2" grpId="0" autoUpdateAnimBg="0"/>
      <p:bldP spid="9246" grpId="0" autoUpdateAnimBg="0"/>
      <p:bldP spid="9249" grpId="0" autoUpdateAnimBg="0"/>
      <p:bldP spid="9250" grpId="0" autoUpdateAnimBg="0"/>
      <p:bldP spid="9251" grpId="0" autoUpdateAnimBg="0"/>
      <p:bldP spid="13"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ChangeArrowheads="1"/>
          </p:cNvSpPr>
          <p:nvPr/>
        </p:nvSpPr>
        <p:spPr bwMode="auto">
          <a:xfrm>
            <a:off x="533400" y="1249363"/>
            <a:ext cx="448627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r>
              <a:rPr lang="en-US" altLang="zh-CN" sz="1800">
                <a:latin typeface="华文中宋" pitchFamily="2" charset="-122"/>
                <a:ea typeface="华文中宋" pitchFamily="2" charset="-122"/>
              </a:rPr>
              <a:t>1</a:t>
            </a:r>
            <a:r>
              <a:rPr lang="zh-CN" altLang="en-US" sz="1800">
                <a:latin typeface="华文中宋" pitchFamily="2" charset="-122"/>
                <a:ea typeface="华文中宋" pitchFamily="2" charset="-122"/>
              </a:rPr>
              <a:t>、牛顿定律只适用于惯性系</a:t>
            </a:r>
          </a:p>
        </p:txBody>
      </p:sp>
      <p:graphicFrame>
        <p:nvGraphicFramePr>
          <p:cNvPr id="12293" name="Object 5"/>
          <p:cNvGraphicFramePr>
            <a:graphicFrameLocks noChangeAspect="1"/>
          </p:cNvGraphicFramePr>
          <p:nvPr/>
        </p:nvGraphicFramePr>
        <p:xfrm>
          <a:off x="2344738" y="2906713"/>
          <a:ext cx="1657350" cy="758825"/>
        </p:xfrm>
        <a:graphic>
          <a:graphicData uri="http://schemas.openxmlformats.org/presentationml/2006/ole">
            <p:oleObj spid="_x0000_s15374" name="公式" r:id="rId3" imgW="736280" imgH="495085" progId="Equation.3">
              <p:embed/>
            </p:oleObj>
          </a:graphicData>
        </a:graphic>
      </p:graphicFrame>
      <p:sp>
        <p:nvSpPr>
          <p:cNvPr id="12294" name="Text Box 6"/>
          <p:cNvSpPr txBox="1">
            <a:spLocks noChangeArrowheads="1"/>
          </p:cNvSpPr>
          <p:nvPr/>
        </p:nvSpPr>
        <p:spPr bwMode="auto">
          <a:xfrm>
            <a:off x="323850" y="3092450"/>
            <a:ext cx="202247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solidFill>
                  <a:srgbClr val="CC3300"/>
                </a:solidFill>
                <a:latin typeface="华文中宋" pitchFamily="2" charset="-122"/>
                <a:ea typeface="华文中宋" pitchFamily="2" charset="-122"/>
              </a:rPr>
              <a:t>在直角坐标系</a:t>
            </a:r>
          </a:p>
        </p:txBody>
      </p:sp>
      <p:graphicFrame>
        <p:nvGraphicFramePr>
          <p:cNvPr id="12296" name="Object 8"/>
          <p:cNvGraphicFramePr>
            <a:graphicFrameLocks noChangeAspect="1"/>
          </p:cNvGraphicFramePr>
          <p:nvPr/>
        </p:nvGraphicFramePr>
        <p:xfrm>
          <a:off x="5959475" y="2652713"/>
          <a:ext cx="2552700" cy="1250950"/>
        </p:xfrm>
        <a:graphic>
          <a:graphicData uri="http://schemas.openxmlformats.org/presentationml/2006/ole">
            <p:oleObj spid="_x0000_s15375" name="Equation" r:id="rId4" imgW="1244600" imgH="838200" progId="Equation.DSMT4">
              <p:embed/>
            </p:oleObj>
          </a:graphicData>
        </a:graphic>
      </p:graphicFrame>
      <p:sp>
        <p:nvSpPr>
          <p:cNvPr id="12297" name="Text Box 9"/>
          <p:cNvSpPr txBox="1">
            <a:spLocks noChangeArrowheads="1"/>
          </p:cNvSpPr>
          <p:nvPr/>
        </p:nvSpPr>
        <p:spPr bwMode="auto">
          <a:xfrm>
            <a:off x="3852863" y="3113088"/>
            <a:ext cx="202247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solidFill>
                  <a:srgbClr val="CC3300"/>
                </a:solidFill>
                <a:latin typeface="华文中宋" pitchFamily="2" charset="-122"/>
                <a:ea typeface="华文中宋" pitchFamily="2" charset="-122"/>
              </a:rPr>
              <a:t>在自然坐标系</a:t>
            </a:r>
          </a:p>
        </p:txBody>
      </p:sp>
      <p:sp>
        <p:nvSpPr>
          <p:cNvPr id="12298" name="Rectangle 10"/>
          <p:cNvSpPr>
            <a:spLocks noChangeArrowheads="1"/>
          </p:cNvSpPr>
          <p:nvPr/>
        </p:nvSpPr>
        <p:spPr bwMode="auto">
          <a:xfrm>
            <a:off x="558800" y="1649413"/>
            <a:ext cx="4829175"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r>
              <a:rPr lang="en-US" altLang="zh-CN" sz="1800">
                <a:latin typeface="华文中宋" pitchFamily="2" charset="-122"/>
                <a:ea typeface="华文中宋" pitchFamily="2" charset="-122"/>
              </a:rPr>
              <a:t>2</a:t>
            </a:r>
            <a:r>
              <a:rPr lang="zh-CN" altLang="en-US" sz="1800">
                <a:latin typeface="华文中宋" pitchFamily="2" charset="-122"/>
                <a:ea typeface="华文中宋" pitchFamily="2" charset="-122"/>
              </a:rPr>
              <a:t>、牛顿定律只适用于质点模型</a:t>
            </a:r>
          </a:p>
        </p:txBody>
      </p:sp>
      <p:sp>
        <p:nvSpPr>
          <p:cNvPr id="12299" name="Rectangle 11"/>
          <p:cNvSpPr>
            <a:spLocks noChangeArrowheads="1"/>
          </p:cNvSpPr>
          <p:nvPr/>
        </p:nvSpPr>
        <p:spPr bwMode="auto">
          <a:xfrm>
            <a:off x="571500" y="2058988"/>
            <a:ext cx="5513388"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r>
              <a:rPr lang="en-US" altLang="zh-CN" sz="1800">
                <a:latin typeface="华文中宋" pitchFamily="2" charset="-122"/>
                <a:ea typeface="华文中宋" pitchFamily="2" charset="-122"/>
              </a:rPr>
              <a:t>3</a:t>
            </a:r>
            <a:r>
              <a:rPr lang="zh-CN" altLang="en-US" sz="1800">
                <a:latin typeface="华文中宋" pitchFamily="2" charset="-122"/>
                <a:ea typeface="华文中宋" pitchFamily="2" charset="-122"/>
              </a:rPr>
              <a:t>、具体应用时，要写成坐标分量式</a:t>
            </a:r>
          </a:p>
        </p:txBody>
      </p:sp>
      <p:sp>
        <p:nvSpPr>
          <p:cNvPr id="10" name="Text Box 2"/>
          <p:cNvSpPr>
            <a:spLocks noChangeArrowheads="1"/>
          </p:cNvSpPr>
          <p:nvPr/>
        </p:nvSpPr>
        <p:spPr bwMode="auto">
          <a:xfrm>
            <a:off x="781050" y="874713"/>
            <a:ext cx="2854325" cy="401637"/>
          </a:xfrm>
          <a:prstGeom prst="homePlate">
            <a:avLst>
              <a:gd name="adj" fmla="val 49846"/>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buFont typeface="Arial" charset="0"/>
              <a:buNone/>
            </a:pPr>
            <a:r>
              <a:rPr lang="zh-CN" altLang="en-US" sz="2000">
                <a:solidFill>
                  <a:srgbClr val="FFFFFF"/>
                </a:solidFill>
                <a:latin typeface="微软雅黑" pitchFamily="34" charset="-122"/>
                <a:ea typeface="微软雅黑" pitchFamily="34" charset="-122"/>
              </a:rPr>
              <a:t>四、牛顿定律的应用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12291"/>
                                        </p:tgtEl>
                                        <p:attrNameLst>
                                          <p:attrName>style.visibility</p:attrName>
                                        </p:attrNameLst>
                                      </p:cBhvr>
                                      <p:to>
                                        <p:strVal val="visible"/>
                                      </p:to>
                                    </p:set>
                                    <p:anim calcmode="lin" valueType="num">
                                      <p:cBhvr>
                                        <p:cTn id="12" dur="500" fill="hold"/>
                                        <p:tgtEl>
                                          <p:spTgt spid="12291"/>
                                        </p:tgtEl>
                                        <p:attrNameLst>
                                          <p:attrName>ppt_w</p:attrName>
                                        </p:attrNameLst>
                                      </p:cBhvr>
                                      <p:tavLst>
                                        <p:tav tm="0">
                                          <p:val>
                                            <p:fltVal val="0"/>
                                          </p:val>
                                        </p:tav>
                                        <p:tav tm="100000">
                                          <p:val>
                                            <p:strVal val="#ppt_w"/>
                                          </p:val>
                                        </p:tav>
                                      </p:tavLst>
                                    </p:anim>
                                    <p:anim calcmode="lin" valueType="num">
                                      <p:cBhvr>
                                        <p:cTn id="13" dur="500" fill="hold"/>
                                        <p:tgtEl>
                                          <p:spTgt spid="12291"/>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12298"/>
                                        </p:tgtEl>
                                        <p:attrNameLst>
                                          <p:attrName>style.visibility</p:attrName>
                                        </p:attrNameLst>
                                      </p:cBhvr>
                                      <p:to>
                                        <p:strVal val="visible"/>
                                      </p:to>
                                    </p:set>
                                    <p:anim calcmode="lin" valueType="num">
                                      <p:cBhvr>
                                        <p:cTn id="18" dur="500" fill="hold"/>
                                        <p:tgtEl>
                                          <p:spTgt spid="12298"/>
                                        </p:tgtEl>
                                        <p:attrNameLst>
                                          <p:attrName>ppt_w</p:attrName>
                                        </p:attrNameLst>
                                      </p:cBhvr>
                                      <p:tavLst>
                                        <p:tav tm="0">
                                          <p:val>
                                            <p:fltVal val="0"/>
                                          </p:val>
                                        </p:tav>
                                        <p:tav tm="100000">
                                          <p:val>
                                            <p:strVal val="#ppt_w"/>
                                          </p:val>
                                        </p:tav>
                                      </p:tavLst>
                                    </p:anim>
                                    <p:anim calcmode="lin" valueType="num">
                                      <p:cBhvr>
                                        <p:cTn id="19" dur="500" fill="hold"/>
                                        <p:tgtEl>
                                          <p:spTgt spid="12298"/>
                                        </p:tgtEl>
                                        <p:attrNameLst>
                                          <p:attrName>ppt_h</p:attrName>
                                        </p:attrNameLst>
                                      </p:cBhvr>
                                      <p:tavLst>
                                        <p:tav tm="0">
                                          <p:val>
                                            <p:strVal val="#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7" presetClass="entr" presetSubtype="10" fill="hold" grpId="0" nodeType="clickEffect">
                                  <p:stCondLst>
                                    <p:cond delay="0"/>
                                  </p:stCondLst>
                                  <p:childTnLst>
                                    <p:set>
                                      <p:cBhvr>
                                        <p:cTn id="23" dur="1" fill="hold">
                                          <p:stCondLst>
                                            <p:cond delay="0"/>
                                          </p:stCondLst>
                                        </p:cTn>
                                        <p:tgtEl>
                                          <p:spTgt spid="12299"/>
                                        </p:tgtEl>
                                        <p:attrNameLst>
                                          <p:attrName>style.visibility</p:attrName>
                                        </p:attrNameLst>
                                      </p:cBhvr>
                                      <p:to>
                                        <p:strVal val="visible"/>
                                      </p:to>
                                    </p:set>
                                    <p:anim calcmode="lin" valueType="num">
                                      <p:cBhvr>
                                        <p:cTn id="24" dur="500" fill="hold"/>
                                        <p:tgtEl>
                                          <p:spTgt spid="12299"/>
                                        </p:tgtEl>
                                        <p:attrNameLst>
                                          <p:attrName>ppt_w</p:attrName>
                                        </p:attrNameLst>
                                      </p:cBhvr>
                                      <p:tavLst>
                                        <p:tav tm="0">
                                          <p:val>
                                            <p:fltVal val="0"/>
                                          </p:val>
                                        </p:tav>
                                        <p:tav tm="100000">
                                          <p:val>
                                            <p:strVal val="#ppt_w"/>
                                          </p:val>
                                        </p:tav>
                                      </p:tavLst>
                                    </p:anim>
                                    <p:anim calcmode="lin" valueType="num">
                                      <p:cBhvr>
                                        <p:cTn id="25" dur="500" fill="hold"/>
                                        <p:tgtEl>
                                          <p:spTgt spid="12299"/>
                                        </p:tgtEl>
                                        <p:attrNameLst>
                                          <p:attrName>ppt_h</p:attrName>
                                        </p:attrNameLst>
                                      </p:cBhvr>
                                      <p:tavLst>
                                        <p:tav tm="0">
                                          <p:val>
                                            <p:strVal val="#ppt_h"/>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2294"/>
                                        </p:tgtEl>
                                        <p:attrNameLst>
                                          <p:attrName>style.visibility</p:attrName>
                                        </p:attrNameLst>
                                      </p:cBhvr>
                                      <p:to>
                                        <p:strVal val="visible"/>
                                      </p:to>
                                    </p:set>
                                    <p:animEffect transition="in" filter="blinds(horizontal)">
                                      <p:cBhvr>
                                        <p:cTn id="30" dur="500"/>
                                        <p:tgtEl>
                                          <p:spTgt spid="12294"/>
                                        </p:tgtEl>
                                      </p:cBhvr>
                                    </p:animEffect>
                                  </p:childTnLst>
                                </p:cTn>
                              </p:par>
                              <p:par>
                                <p:cTn id="31" presetID="3" presetClass="entr" presetSubtype="10" fill="hold" nodeType="withEffect">
                                  <p:stCondLst>
                                    <p:cond delay="0"/>
                                  </p:stCondLst>
                                  <p:childTnLst>
                                    <p:set>
                                      <p:cBhvr>
                                        <p:cTn id="32" dur="1" fill="hold">
                                          <p:stCondLst>
                                            <p:cond delay="0"/>
                                          </p:stCondLst>
                                        </p:cTn>
                                        <p:tgtEl>
                                          <p:spTgt spid="12293"/>
                                        </p:tgtEl>
                                        <p:attrNameLst>
                                          <p:attrName>style.visibility</p:attrName>
                                        </p:attrNameLst>
                                      </p:cBhvr>
                                      <p:to>
                                        <p:strVal val="visible"/>
                                      </p:to>
                                    </p:set>
                                    <p:animEffect transition="in" filter="blinds(horizontal)">
                                      <p:cBhvr>
                                        <p:cTn id="33" dur="500"/>
                                        <p:tgtEl>
                                          <p:spTgt spid="12293"/>
                                        </p:tgtEl>
                                      </p:cBhvr>
                                    </p:animEffect>
                                  </p:childTnLst>
                                </p:cTn>
                              </p:par>
                              <p:par>
                                <p:cTn id="34" presetID="3" presetClass="entr" presetSubtype="10" fill="hold" nodeType="withEffect">
                                  <p:stCondLst>
                                    <p:cond delay="0"/>
                                  </p:stCondLst>
                                  <p:childTnLst>
                                    <p:set>
                                      <p:cBhvr>
                                        <p:cTn id="35" dur="1" fill="hold">
                                          <p:stCondLst>
                                            <p:cond delay="0"/>
                                          </p:stCondLst>
                                        </p:cTn>
                                        <p:tgtEl>
                                          <p:spTgt spid="12296"/>
                                        </p:tgtEl>
                                        <p:attrNameLst>
                                          <p:attrName>style.visibility</p:attrName>
                                        </p:attrNameLst>
                                      </p:cBhvr>
                                      <p:to>
                                        <p:strVal val="visible"/>
                                      </p:to>
                                    </p:set>
                                    <p:animEffect transition="in" filter="blinds(horizontal)">
                                      <p:cBhvr>
                                        <p:cTn id="36" dur="500"/>
                                        <p:tgtEl>
                                          <p:spTgt spid="12296"/>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12297"/>
                                        </p:tgtEl>
                                        <p:attrNameLst>
                                          <p:attrName>style.visibility</p:attrName>
                                        </p:attrNameLst>
                                      </p:cBhvr>
                                      <p:to>
                                        <p:strVal val="visible"/>
                                      </p:to>
                                    </p:set>
                                    <p:animEffect transition="in" filter="blinds(horizontal)">
                                      <p:cBhvr>
                                        <p:cTn id="39" dur="500"/>
                                        <p:tgtEl>
                                          <p:spTgt spid="12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autoUpdateAnimBg="0"/>
      <p:bldP spid="12294" grpId="0"/>
      <p:bldP spid="12297" grpId="0"/>
      <p:bldP spid="12298" grpId="0" autoUpdateAnimBg="0"/>
      <p:bldP spid="12299" grpId="0" autoUpdateAnimBg="0"/>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3"/>
          <p:cNvSpPr txBox="1">
            <a:spLocks noChangeArrowheads="1"/>
          </p:cNvSpPr>
          <p:nvPr/>
        </p:nvSpPr>
        <p:spPr bwMode="auto">
          <a:xfrm>
            <a:off x="989013" y="1657350"/>
            <a:ext cx="248285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latin typeface="Times New Roman" pitchFamily="18" charset="0"/>
                <a:ea typeface="华文中宋" pitchFamily="2" charset="-122"/>
              </a:rPr>
              <a:t>若</a:t>
            </a:r>
            <a:r>
              <a:rPr lang="en-US" altLang="zh-CN" sz="1800" i="1">
                <a:latin typeface="Times New Roman" pitchFamily="18" charset="0"/>
                <a:ea typeface="华文中宋" pitchFamily="2" charset="-122"/>
              </a:rPr>
              <a:t>F </a:t>
            </a:r>
            <a:r>
              <a:rPr lang="en-US" altLang="zh-CN" sz="1800">
                <a:latin typeface="Times New Roman" pitchFamily="18" charset="0"/>
                <a:ea typeface="华文中宋" pitchFamily="2" charset="-122"/>
              </a:rPr>
              <a:t>=</a:t>
            </a:r>
            <a:r>
              <a:rPr lang="zh-CN" altLang="en-US" sz="1800">
                <a:latin typeface="Times New Roman" pitchFamily="18" charset="0"/>
                <a:ea typeface="华文中宋" pitchFamily="2" charset="-122"/>
              </a:rPr>
              <a:t>常量， 则</a:t>
            </a:r>
          </a:p>
        </p:txBody>
      </p:sp>
      <p:graphicFrame>
        <p:nvGraphicFramePr>
          <p:cNvPr id="16387" name="Object 4"/>
          <p:cNvGraphicFramePr>
            <a:graphicFrameLocks noChangeAspect="1"/>
          </p:cNvGraphicFramePr>
          <p:nvPr/>
        </p:nvGraphicFramePr>
        <p:xfrm>
          <a:off x="4211638" y="1685925"/>
          <a:ext cx="1223962" cy="292100"/>
        </p:xfrm>
        <a:graphic>
          <a:graphicData uri="http://schemas.openxmlformats.org/presentationml/2006/ole">
            <p:oleObj spid="_x0000_s16399" name="Equation" r:id="rId3" imgW="532937" imgH="215713" progId="Equation.DSMT4">
              <p:embed/>
            </p:oleObj>
          </a:graphicData>
        </a:graphic>
      </p:graphicFrame>
      <p:sp>
        <p:nvSpPr>
          <p:cNvPr id="16388" name="Text Box 6"/>
          <p:cNvSpPr txBox="1">
            <a:spLocks noChangeArrowheads="1"/>
          </p:cNvSpPr>
          <p:nvPr/>
        </p:nvSpPr>
        <p:spPr bwMode="auto">
          <a:xfrm>
            <a:off x="900113" y="2419350"/>
            <a:ext cx="25654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latin typeface="Times New Roman" pitchFamily="18" charset="0"/>
                <a:ea typeface="华文中宋" pitchFamily="2" charset="-122"/>
              </a:rPr>
              <a:t>若</a:t>
            </a:r>
            <a:r>
              <a:rPr lang="en-US" altLang="zh-CN" sz="1800" i="1">
                <a:latin typeface="Times New Roman" pitchFamily="18" charset="0"/>
                <a:ea typeface="华文中宋" pitchFamily="2" charset="-122"/>
              </a:rPr>
              <a:t>F=F(v)</a:t>
            </a:r>
            <a:r>
              <a:rPr lang="zh-CN" altLang="en-US" sz="1800">
                <a:latin typeface="Times New Roman" pitchFamily="18" charset="0"/>
                <a:ea typeface="华文中宋" pitchFamily="2" charset="-122"/>
              </a:rPr>
              <a:t>， 则 </a:t>
            </a:r>
          </a:p>
        </p:txBody>
      </p:sp>
      <p:graphicFrame>
        <p:nvGraphicFramePr>
          <p:cNvPr id="16389" name="Object 7"/>
          <p:cNvGraphicFramePr>
            <a:graphicFrameLocks noChangeAspect="1"/>
          </p:cNvGraphicFramePr>
          <p:nvPr/>
        </p:nvGraphicFramePr>
        <p:xfrm>
          <a:off x="4197350" y="2333625"/>
          <a:ext cx="1454150" cy="541338"/>
        </p:xfrm>
        <a:graphic>
          <a:graphicData uri="http://schemas.openxmlformats.org/presentationml/2006/ole">
            <p:oleObj spid="_x0000_s16400" name="Equation" r:id="rId4" imgW="812447" imgH="406224" progId="Equation.DSMT4">
              <p:embed/>
            </p:oleObj>
          </a:graphicData>
        </a:graphic>
      </p:graphicFrame>
      <p:sp>
        <p:nvSpPr>
          <p:cNvPr id="16390" name="Text Box 9"/>
          <p:cNvSpPr txBox="1">
            <a:spLocks noChangeArrowheads="1"/>
          </p:cNvSpPr>
          <p:nvPr/>
        </p:nvSpPr>
        <p:spPr bwMode="auto">
          <a:xfrm>
            <a:off x="831850" y="3197225"/>
            <a:ext cx="266065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latin typeface="Times New Roman" pitchFamily="18" charset="0"/>
                <a:ea typeface="华文中宋" pitchFamily="2" charset="-122"/>
              </a:rPr>
              <a:t> 若</a:t>
            </a:r>
            <a:r>
              <a:rPr lang="en-US" altLang="zh-CN" sz="1800" i="1">
                <a:latin typeface="Times New Roman" pitchFamily="18" charset="0"/>
                <a:ea typeface="华文中宋" pitchFamily="2" charset="-122"/>
              </a:rPr>
              <a:t>F=F(r)</a:t>
            </a:r>
            <a:r>
              <a:rPr lang="zh-CN" altLang="en-US" sz="1800">
                <a:latin typeface="Times New Roman" pitchFamily="18" charset="0"/>
                <a:ea typeface="华文中宋" pitchFamily="2" charset="-122"/>
              </a:rPr>
              <a:t>， 则 </a:t>
            </a:r>
          </a:p>
        </p:txBody>
      </p:sp>
      <p:graphicFrame>
        <p:nvGraphicFramePr>
          <p:cNvPr id="16391" name="Object 10"/>
          <p:cNvGraphicFramePr>
            <a:graphicFrameLocks noChangeAspect="1"/>
          </p:cNvGraphicFramePr>
          <p:nvPr/>
        </p:nvGraphicFramePr>
        <p:xfrm>
          <a:off x="4224338" y="3127375"/>
          <a:ext cx="1560512" cy="554038"/>
        </p:xfrm>
        <a:graphic>
          <a:graphicData uri="http://schemas.openxmlformats.org/presentationml/2006/ole">
            <p:oleObj spid="_x0000_s16401" name="Equation" r:id="rId5" imgW="889000" imgH="419100" progId="Equation.DSMT4">
              <p:embed/>
            </p:oleObj>
          </a:graphicData>
        </a:graphic>
      </p:graphicFrame>
      <p:sp>
        <p:nvSpPr>
          <p:cNvPr id="16392" name="Text Box 11"/>
          <p:cNvSpPr txBox="1">
            <a:spLocks noChangeArrowheads="1"/>
          </p:cNvSpPr>
          <p:nvPr/>
        </p:nvSpPr>
        <p:spPr bwMode="auto">
          <a:xfrm>
            <a:off x="446088" y="1131888"/>
            <a:ext cx="631190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４、要根据力函数的形式选用不同的方程形式</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427538" y="1738313"/>
            <a:ext cx="4267200" cy="1439862"/>
            <a:chOff x="0" y="479"/>
            <a:chExt cx="2688" cy="1209"/>
          </a:xfrm>
        </p:grpSpPr>
        <p:sp>
          <p:nvSpPr>
            <p:cNvPr id="14339" name="Rectangle 3"/>
            <p:cNvSpPr>
              <a:spLocks noChangeArrowheads="1"/>
            </p:cNvSpPr>
            <p:nvPr/>
          </p:nvSpPr>
          <p:spPr bwMode="auto">
            <a:xfrm>
              <a:off x="0" y="598"/>
              <a:ext cx="2688" cy="388"/>
            </a:xfrm>
            <a:prstGeom prst="rect">
              <a:avLst/>
            </a:prstGeom>
            <a:gradFill rotWithShape="0">
              <a:gsLst>
                <a:gs pos="0">
                  <a:schemeClr val="hlink"/>
                </a:gs>
                <a:gs pos="100000">
                  <a:schemeClr val="hlink">
                    <a:gamma/>
                    <a:tint val="0"/>
                    <a:invGamma/>
                  </a:schemeClr>
                </a:gs>
              </a:gsLst>
              <a:path path="rect">
                <a:fillToRect l="100000" b="100000"/>
              </a:path>
            </a:gradFill>
            <a:ln w="9525">
              <a:noFill/>
              <a:miter lim="800000"/>
              <a:headEnd/>
              <a:tailEnd/>
            </a:ln>
            <a:effectLst/>
          </p:spPr>
          <p:txBody>
            <a:bodyPr anchor="ctr">
              <a:spAutoFit/>
            </a:bodyPr>
            <a:lstStyle/>
            <a:p>
              <a:pPr>
                <a:defRPr/>
              </a:pPr>
              <a:endParaRPr lang="zh-CN" altLang="en-US"/>
            </a:p>
          </p:txBody>
        </p:sp>
        <p:sp>
          <p:nvSpPr>
            <p:cNvPr id="17473" name="AutoShape 4"/>
            <p:cNvSpPr>
              <a:spLocks noChangeArrowheads="1"/>
            </p:cNvSpPr>
            <p:nvPr/>
          </p:nvSpPr>
          <p:spPr bwMode="auto">
            <a:xfrm flipH="1">
              <a:off x="240" y="535"/>
              <a:ext cx="1594" cy="1153"/>
            </a:xfrm>
            <a:prstGeom prst="rtTriangle">
              <a:avLst/>
            </a:prstGeom>
            <a:solidFill>
              <a:schemeClr val="accent1"/>
            </a:solidFill>
            <a:ln w="9525">
              <a:miter lim="800000"/>
              <a:headEnd/>
              <a:tailEnd/>
            </a:ln>
            <a:scene3d>
              <a:camera prst="legacyObliqueTopRight"/>
              <a:lightRig rig="legacyFlat2" dir="t"/>
            </a:scene3d>
            <a:sp3d extrusionH="887400" prstMaterial="legacyMatte">
              <a:bevelT w="13500" h="13500" prst="angle"/>
              <a:bevelB w="13500" h="13500" prst="angle"/>
              <a:extrusionClr>
                <a:schemeClr val="accent1"/>
              </a:extrusionClr>
            </a:sp3d>
          </p:spPr>
          <p:txBody>
            <a:bodyPr anchor="ctr">
              <a:spAutoFit/>
              <a:flatTx/>
            </a:bodyPr>
            <a:lstStyle/>
            <a:p>
              <a:endParaRPr lang="zh-CN" altLang="en-US"/>
            </a:p>
          </p:txBody>
        </p:sp>
        <p:grpSp>
          <p:nvGrpSpPr>
            <p:cNvPr id="17474" name="Group 5"/>
            <p:cNvGrpSpPr>
              <a:grpSpLocks/>
            </p:cNvGrpSpPr>
            <p:nvPr/>
          </p:nvGrpSpPr>
          <p:grpSpPr bwMode="auto">
            <a:xfrm>
              <a:off x="1273" y="479"/>
              <a:ext cx="455" cy="388"/>
              <a:chOff x="0" y="-49"/>
              <a:chExt cx="455" cy="388"/>
            </a:xfrm>
          </p:grpSpPr>
          <p:sp>
            <p:nvSpPr>
              <p:cNvPr id="17480" name="Line 6"/>
              <p:cNvSpPr>
                <a:spLocks noChangeShapeType="1"/>
              </p:cNvSpPr>
              <p:nvPr/>
            </p:nvSpPr>
            <p:spPr bwMode="auto">
              <a:xfrm flipH="1">
                <a:off x="2" y="195"/>
                <a:ext cx="188" cy="74"/>
              </a:xfrm>
              <a:prstGeom prst="line">
                <a:avLst/>
              </a:prstGeom>
              <a:noFill/>
              <a:ln w="38100">
                <a:solidFill>
                  <a:schemeClr val="accent2"/>
                </a:solidFill>
                <a:round/>
                <a:headEnd/>
                <a:tailEnd type="triangle" w="med" len="me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17481" name="Rectangle 7"/>
              <p:cNvSpPr>
                <a:spLocks noChangeArrowheads="1"/>
              </p:cNvSpPr>
              <p:nvPr/>
            </p:nvSpPr>
            <p:spPr bwMode="auto">
              <a:xfrm rot="20043070" flipH="1">
                <a:off x="185" y="-49"/>
                <a:ext cx="270" cy="388"/>
              </a:xfrm>
              <a:prstGeom prst="rect">
                <a:avLst/>
              </a:prstGeom>
              <a:solidFill>
                <a:srgbClr val="FFFF00"/>
              </a:solidFill>
              <a:ln w="9525">
                <a:miter lim="800000"/>
                <a:headEnd/>
                <a:tailEnd/>
              </a:ln>
              <a:scene3d>
                <a:camera prst="legacyObliqueTopRight">
                  <a:rot lat="0" lon="600000" rev="0"/>
                </a:camera>
                <a:lightRig rig="legacyFlat3" dir="b"/>
              </a:scene3d>
              <a:sp3d extrusionH="430200" prstMaterial="legacyMatte">
                <a:bevelT w="13500" h="13500" prst="angle"/>
                <a:bevelB w="13500" h="13500" prst="angle"/>
                <a:extrusionClr>
                  <a:srgbClr val="FFFF00"/>
                </a:extrusionClr>
              </a:sp3d>
            </p:spPr>
            <p:txBody>
              <a:bodyPr anchor="ctr">
                <a:spAutoFit/>
                <a:flatTx/>
              </a:bodyPr>
              <a:lstStyle/>
              <a:p>
                <a:endParaRPr lang="zh-CN" altLang="en-US"/>
              </a:p>
            </p:txBody>
          </p:sp>
          <p:graphicFrame>
            <p:nvGraphicFramePr>
              <p:cNvPr id="17482" name="Object 8"/>
              <p:cNvGraphicFramePr>
                <a:graphicFrameLocks noChangeAspect="1"/>
              </p:cNvGraphicFramePr>
              <p:nvPr/>
            </p:nvGraphicFramePr>
            <p:xfrm>
              <a:off x="0" y="21"/>
              <a:ext cx="170" cy="219"/>
            </p:xfrm>
            <a:graphic>
              <a:graphicData uri="http://schemas.openxmlformats.org/presentationml/2006/ole">
                <p:oleObj spid="_x0000_s17530" r:id="rId3" imgW="177800" imgH="203200" progId="Equation.3">
                  <p:embed/>
                </p:oleObj>
              </a:graphicData>
            </a:graphic>
          </p:graphicFrame>
          <p:graphicFrame>
            <p:nvGraphicFramePr>
              <p:cNvPr id="17483" name="Object 9"/>
              <p:cNvGraphicFramePr>
                <a:graphicFrameLocks noChangeAspect="1"/>
              </p:cNvGraphicFramePr>
              <p:nvPr/>
            </p:nvGraphicFramePr>
            <p:xfrm>
              <a:off x="218" y="92"/>
              <a:ext cx="155" cy="148"/>
            </p:xfrm>
            <a:graphic>
              <a:graphicData uri="http://schemas.openxmlformats.org/presentationml/2006/ole">
                <p:oleObj spid="_x0000_s17531" r:id="rId4" imgW="165243" imgH="139821" progId="Equation.3">
                  <p:embed/>
                </p:oleObj>
              </a:graphicData>
            </a:graphic>
          </p:graphicFrame>
        </p:grpSp>
        <p:graphicFrame>
          <p:nvGraphicFramePr>
            <p:cNvPr id="17475" name="Object 10"/>
            <p:cNvGraphicFramePr>
              <a:graphicFrameLocks noChangeAspect="1"/>
            </p:cNvGraphicFramePr>
            <p:nvPr/>
          </p:nvGraphicFramePr>
          <p:xfrm>
            <a:off x="629" y="1322"/>
            <a:ext cx="106" cy="166"/>
          </p:xfrm>
          <a:graphic>
            <a:graphicData uri="http://schemas.openxmlformats.org/presentationml/2006/ole">
              <p:oleObj spid="_x0000_s17532" r:id="rId5" imgW="126725" imgH="177415" progId="Equation.3">
                <p:embed/>
              </p:oleObj>
            </a:graphicData>
          </a:graphic>
        </p:graphicFrame>
        <p:sp>
          <p:nvSpPr>
            <p:cNvPr id="17476" name="Rectangle 11"/>
            <p:cNvSpPr>
              <a:spLocks noChangeArrowheads="1"/>
            </p:cNvSpPr>
            <p:nvPr/>
          </p:nvSpPr>
          <p:spPr bwMode="auto">
            <a:xfrm>
              <a:off x="1348" y="1104"/>
              <a:ext cx="287" cy="3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r>
                <a:rPr lang="en-US" altLang="zh-CN" b="0">
                  <a:solidFill>
                    <a:srgbClr val="FF9933"/>
                  </a:solidFill>
                  <a:latin typeface="Times New Roman" pitchFamily="18" charset="0"/>
                  <a:ea typeface="宋体" pitchFamily="2" charset="-122"/>
                </a:rPr>
                <a:t>M</a:t>
              </a:r>
            </a:p>
          </p:txBody>
        </p:sp>
        <p:grpSp>
          <p:nvGrpSpPr>
            <p:cNvPr id="17477" name="Group 12"/>
            <p:cNvGrpSpPr>
              <a:grpSpLocks/>
            </p:cNvGrpSpPr>
            <p:nvPr/>
          </p:nvGrpSpPr>
          <p:grpSpPr bwMode="auto">
            <a:xfrm>
              <a:off x="1924" y="1060"/>
              <a:ext cx="428" cy="262"/>
              <a:chOff x="0" y="0"/>
              <a:chExt cx="528" cy="288"/>
            </a:xfrm>
          </p:grpSpPr>
          <p:sp>
            <p:nvSpPr>
              <p:cNvPr id="17478" name="Line 13"/>
              <p:cNvSpPr>
                <a:spLocks noChangeShapeType="1"/>
              </p:cNvSpPr>
              <p:nvPr/>
            </p:nvSpPr>
            <p:spPr bwMode="auto">
              <a:xfrm>
                <a:off x="0" y="0"/>
                <a:ext cx="528" cy="0"/>
              </a:xfrm>
              <a:prstGeom prst="line">
                <a:avLst/>
              </a:prstGeom>
              <a:noFill/>
              <a:ln w="38100">
                <a:solidFill>
                  <a:srgbClr val="FF9933"/>
                </a:solidFill>
                <a:round/>
                <a:headEnd/>
                <a:tailEnd type="triangle" w="med" len="med"/>
              </a:ln>
              <a:extLst>
                <a:ext uri="{909E8E84-426E-40DD-AFC4-6F175D3DCCD1}">
                  <a14:hiddenFill xmlns:a14="http://schemas.microsoft.com/office/drawing/2010/main" xmlns="">
                    <a:noFill/>
                  </a14:hiddenFill>
                </a:ext>
              </a:extLst>
            </p:spPr>
            <p:txBody>
              <a:bodyPr anchor="ctr">
                <a:spAutoFit/>
              </a:bodyPr>
              <a:lstStyle/>
              <a:p>
                <a:endParaRPr lang="zh-CN" altLang="en-US"/>
              </a:p>
            </p:txBody>
          </p:sp>
          <p:graphicFrame>
            <p:nvGraphicFramePr>
              <p:cNvPr id="17479" name="Object 14"/>
              <p:cNvGraphicFramePr>
                <a:graphicFrameLocks noChangeAspect="1"/>
              </p:cNvGraphicFramePr>
              <p:nvPr/>
            </p:nvGraphicFramePr>
            <p:xfrm>
              <a:off x="176" y="48"/>
              <a:ext cx="240" cy="240"/>
            </p:xfrm>
            <a:graphic>
              <a:graphicData uri="http://schemas.openxmlformats.org/presentationml/2006/ole">
                <p:oleObj spid="_x0000_s17533" r:id="rId6" imgW="215900" imgH="215900" progId="Equation.3">
                  <p:embed/>
                </p:oleObj>
              </a:graphicData>
            </a:graphic>
          </p:graphicFrame>
        </p:grpSp>
      </p:grpSp>
      <p:grpSp>
        <p:nvGrpSpPr>
          <p:cNvPr id="5" name="Group 15"/>
          <p:cNvGrpSpPr>
            <a:grpSpLocks/>
          </p:cNvGrpSpPr>
          <p:nvPr/>
        </p:nvGrpSpPr>
        <p:grpSpPr bwMode="auto">
          <a:xfrm>
            <a:off x="4427538" y="1763713"/>
            <a:ext cx="4267200" cy="1373187"/>
            <a:chOff x="0" y="500"/>
            <a:chExt cx="2688" cy="1153"/>
          </a:xfrm>
        </p:grpSpPr>
        <p:sp>
          <p:nvSpPr>
            <p:cNvPr id="14352" name="Rectangle 16"/>
            <p:cNvSpPr>
              <a:spLocks noChangeArrowheads="1"/>
            </p:cNvSpPr>
            <p:nvPr/>
          </p:nvSpPr>
          <p:spPr bwMode="auto">
            <a:xfrm>
              <a:off x="0" y="599"/>
              <a:ext cx="2688" cy="388"/>
            </a:xfrm>
            <a:prstGeom prst="rect">
              <a:avLst/>
            </a:prstGeom>
            <a:gradFill rotWithShape="0">
              <a:gsLst>
                <a:gs pos="0">
                  <a:schemeClr val="hlink"/>
                </a:gs>
                <a:gs pos="100000">
                  <a:schemeClr val="hlink">
                    <a:gamma/>
                    <a:tint val="0"/>
                    <a:invGamma/>
                  </a:schemeClr>
                </a:gs>
              </a:gsLst>
              <a:path path="rect">
                <a:fillToRect l="100000" b="100000"/>
              </a:path>
            </a:gradFill>
            <a:ln w="9525">
              <a:noFill/>
              <a:miter lim="800000"/>
              <a:headEnd/>
              <a:tailEnd/>
            </a:ln>
            <a:effectLst/>
          </p:spPr>
          <p:txBody>
            <a:bodyPr anchor="ctr">
              <a:spAutoFit/>
            </a:bodyPr>
            <a:lstStyle/>
            <a:p>
              <a:pPr>
                <a:defRPr/>
              </a:pPr>
              <a:endParaRPr lang="zh-CN" altLang="en-US"/>
            </a:p>
          </p:txBody>
        </p:sp>
        <p:grpSp>
          <p:nvGrpSpPr>
            <p:cNvPr id="17463" name="Group 17"/>
            <p:cNvGrpSpPr>
              <a:grpSpLocks/>
            </p:cNvGrpSpPr>
            <p:nvPr/>
          </p:nvGrpSpPr>
          <p:grpSpPr bwMode="auto">
            <a:xfrm>
              <a:off x="624" y="500"/>
              <a:ext cx="1584" cy="1153"/>
              <a:chOff x="0" y="-192"/>
              <a:chExt cx="1584" cy="1153"/>
            </a:xfrm>
          </p:grpSpPr>
          <p:sp>
            <p:nvSpPr>
              <p:cNvPr id="17464" name="AutoShape 18"/>
              <p:cNvSpPr>
                <a:spLocks noChangeArrowheads="1"/>
              </p:cNvSpPr>
              <p:nvPr/>
            </p:nvSpPr>
            <p:spPr bwMode="auto">
              <a:xfrm flipH="1">
                <a:off x="0" y="-192"/>
                <a:ext cx="1584" cy="1153"/>
              </a:xfrm>
              <a:prstGeom prst="rtTriangle">
                <a:avLst/>
              </a:prstGeom>
              <a:solidFill>
                <a:schemeClr val="accent1"/>
              </a:solidFill>
              <a:ln w="9525">
                <a:miter lim="800000"/>
                <a:headEnd/>
                <a:tailEnd/>
              </a:ln>
              <a:scene3d>
                <a:camera prst="legacyObliqueTopRight"/>
                <a:lightRig rig="legacyFlat2" dir="t"/>
              </a:scene3d>
              <a:sp3d extrusionH="887400" prstMaterial="legacyMatte">
                <a:bevelT w="13500" h="13500" prst="angle"/>
                <a:bevelB w="13500" h="13500" prst="angle"/>
                <a:extrusionClr>
                  <a:schemeClr val="accent1"/>
                </a:extrusionClr>
              </a:sp3d>
            </p:spPr>
            <p:txBody>
              <a:bodyPr anchor="ctr">
                <a:spAutoFit/>
                <a:flatTx/>
              </a:bodyPr>
              <a:lstStyle/>
              <a:p>
                <a:endParaRPr lang="zh-CN" altLang="en-US"/>
              </a:p>
            </p:txBody>
          </p:sp>
          <p:graphicFrame>
            <p:nvGraphicFramePr>
              <p:cNvPr id="17465" name="Object 19"/>
              <p:cNvGraphicFramePr>
                <a:graphicFrameLocks noChangeAspect="1"/>
              </p:cNvGraphicFramePr>
              <p:nvPr/>
            </p:nvGraphicFramePr>
            <p:xfrm>
              <a:off x="348" y="614"/>
              <a:ext cx="105" cy="182"/>
            </p:xfrm>
            <a:graphic>
              <a:graphicData uri="http://schemas.openxmlformats.org/presentationml/2006/ole">
                <p:oleObj spid="_x0000_s17534" r:id="rId7" imgW="126725" imgH="177415" progId="Equation.3">
                  <p:embed/>
                </p:oleObj>
              </a:graphicData>
            </a:graphic>
          </p:graphicFrame>
          <p:sp>
            <p:nvSpPr>
              <p:cNvPr id="17466" name="Rectangle 20"/>
              <p:cNvSpPr>
                <a:spLocks noChangeArrowheads="1"/>
              </p:cNvSpPr>
              <p:nvPr/>
            </p:nvSpPr>
            <p:spPr bwMode="auto">
              <a:xfrm>
                <a:off x="1082" y="404"/>
                <a:ext cx="287" cy="3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r>
                  <a:rPr lang="en-US" altLang="zh-CN" b="0">
                    <a:solidFill>
                      <a:srgbClr val="FF9933"/>
                    </a:solidFill>
                    <a:latin typeface="Times New Roman" pitchFamily="18" charset="0"/>
                    <a:ea typeface="宋体" pitchFamily="2" charset="-122"/>
                  </a:rPr>
                  <a:t>M</a:t>
                </a:r>
              </a:p>
            </p:txBody>
          </p:sp>
          <p:grpSp>
            <p:nvGrpSpPr>
              <p:cNvPr id="17467" name="Group 21"/>
              <p:cNvGrpSpPr>
                <a:grpSpLocks/>
              </p:cNvGrpSpPr>
              <p:nvPr/>
            </p:nvGrpSpPr>
            <p:grpSpPr bwMode="auto">
              <a:xfrm>
                <a:off x="528" y="-30"/>
                <a:ext cx="455" cy="388"/>
                <a:chOff x="0" y="-49"/>
                <a:chExt cx="455" cy="388"/>
              </a:xfrm>
            </p:grpSpPr>
            <p:sp>
              <p:nvSpPr>
                <p:cNvPr id="17468" name="Line 22"/>
                <p:cNvSpPr>
                  <a:spLocks noChangeShapeType="1"/>
                </p:cNvSpPr>
                <p:nvPr/>
              </p:nvSpPr>
              <p:spPr bwMode="auto">
                <a:xfrm flipH="1">
                  <a:off x="2" y="195"/>
                  <a:ext cx="188" cy="74"/>
                </a:xfrm>
                <a:prstGeom prst="line">
                  <a:avLst/>
                </a:prstGeom>
                <a:noFill/>
                <a:ln w="38100">
                  <a:solidFill>
                    <a:schemeClr val="accent2"/>
                  </a:solidFill>
                  <a:round/>
                  <a:headEnd/>
                  <a:tailEnd type="triangle" w="med" len="me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17469" name="Rectangle 23"/>
                <p:cNvSpPr>
                  <a:spLocks noChangeArrowheads="1"/>
                </p:cNvSpPr>
                <p:nvPr/>
              </p:nvSpPr>
              <p:spPr bwMode="auto">
                <a:xfrm rot="20043070" flipH="1">
                  <a:off x="185" y="-49"/>
                  <a:ext cx="270" cy="388"/>
                </a:xfrm>
                <a:prstGeom prst="rect">
                  <a:avLst/>
                </a:prstGeom>
                <a:solidFill>
                  <a:srgbClr val="FFFF00"/>
                </a:solidFill>
                <a:ln w="9525">
                  <a:miter lim="800000"/>
                  <a:headEnd/>
                  <a:tailEnd/>
                </a:ln>
                <a:scene3d>
                  <a:camera prst="legacyObliqueTopRight">
                    <a:rot lat="0" lon="600000" rev="0"/>
                  </a:camera>
                  <a:lightRig rig="legacyFlat3" dir="b"/>
                </a:scene3d>
                <a:sp3d extrusionH="430200" prstMaterial="legacyMatte">
                  <a:bevelT w="13500" h="13500" prst="angle"/>
                  <a:bevelB w="13500" h="13500" prst="angle"/>
                  <a:extrusionClr>
                    <a:srgbClr val="FFFF00"/>
                  </a:extrusionClr>
                </a:sp3d>
              </p:spPr>
              <p:txBody>
                <a:bodyPr anchor="ctr">
                  <a:spAutoFit/>
                  <a:flatTx/>
                </a:bodyPr>
                <a:lstStyle/>
                <a:p>
                  <a:endParaRPr lang="zh-CN" altLang="en-US"/>
                </a:p>
              </p:txBody>
            </p:sp>
            <p:graphicFrame>
              <p:nvGraphicFramePr>
                <p:cNvPr id="17470" name="Object 24"/>
                <p:cNvGraphicFramePr>
                  <a:graphicFrameLocks noChangeAspect="1"/>
                </p:cNvGraphicFramePr>
                <p:nvPr/>
              </p:nvGraphicFramePr>
              <p:xfrm>
                <a:off x="0" y="21"/>
                <a:ext cx="170" cy="219"/>
              </p:xfrm>
              <a:graphic>
                <a:graphicData uri="http://schemas.openxmlformats.org/presentationml/2006/ole">
                  <p:oleObj spid="_x0000_s17535" r:id="rId8" imgW="177800" imgH="203200" progId="Equation.3">
                    <p:embed/>
                  </p:oleObj>
                </a:graphicData>
              </a:graphic>
            </p:graphicFrame>
            <p:graphicFrame>
              <p:nvGraphicFramePr>
                <p:cNvPr id="17471" name="Object 25"/>
                <p:cNvGraphicFramePr>
                  <a:graphicFrameLocks noChangeAspect="1"/>
                </p:cNvGraphicFramePr>
                <p:nvPr/>
              </p:nvGraphicFramePr>
              <p:xfrm>
                <a:off x="218" y="92"/>
                <a:ext cx="155" cy="148"/>
              </p:xfrm>
              <a:graphic>
                <a:graphicData uri="http://schemas.openxmlformats.org/presentationml/2006/ole">
                  <p:oleObj spid="_x0000_s17536" r:id="rId9" imgW="165243" imgH="139821" progId="Equation.3">
                    <p:embed/>
                  </p:oleObj>
                </a:graphicData>
              </a:graphic>
            </p:graphicFrame>
          </p:grpSp>
        </p:grpSp>
      </p:grpSp>
      <p:grpSp>
        <p:nvGrpSpPr>
          <p:cNvPr id="8" name="Group 26"/>
          <p:cNvGrpSpPr>
            <a:grpSpLocks/>
          </p:cNvGrpSpPr>
          <p:nvPr/>
        </p:nvGrpSpPr>
        <p:grpSpPr bwMode="auto">
          <a:xfrm>
            <a:off x="4427538" y="1779588"/>
            <a:ext cx="4572000" cy="1373187"/>
            <a:chOff x="0" y="514"/>
            <a:chExt cx="2880" cy="1153"/>
          </a:xfrm>
        </p:grpSpPr>
        <p:sp>
          <p:nvSpPr>
            <p:cNvPr id="14363" name="Rectangle 27"/>
            <p:cNvSpPr>
              <a:spLocks noChangeArrowheads="1"/>
            </p:cNvSpPr>
            <p:nvPr/>
          </p:nvSpPr>
          <p:spPr bwMode="auto">
            <a:xfrm>
              <a:off x="0" y="598"/>
              <a:ext cx="2688" cy="388"/>
            </a:xfrm>
            <a:prstGeom prst="rect">
              <a:avLst/>
            </a:prstGeom>
            <a:gradFill rotWithShape="0">
              <a:gsLst>
                <a:gs pos="0">
                  <a:schemeClr val="hlink"/>
                </a:gs>
                <a:gs pos="100000">
                  <a:schemeClr val="hlink">
                    <a:gamma/>
                    <a:tint val="0"/>
                    <a:invGamma/>
                  </a:schemeClr>
                </a:gs>
              </a:gsLst>
              <a:path path="rect">
                <a:fillToRect l="100000" b="100000"/>
              </a:path>
            </a:gradFill>
            <a:ln w="9525">
              <a:noFill/>
              <a:miter lim="800000"/>
              <a:headEnd/>
              <a:tailEnd/>
            </a:ln>
            <a:effectLst/>
          </p:spPr>
          <p:txBody>
            <a:bodyPr anchor="ctr">
              <a:spAutoFit/>
            </a:bodyPr>
            <a:lstStyle/>
            <a:p>
              <a:pPr>
                <a:defRPr/>
              </a:pPr>
              <a:endParaRPr lang="zh-CN" altLang="en-US"/>
            </a:p>
          </p:txBody>
        </p:sp>
        <p:grpSp>
          <p:nvGrpSpPr>
            <p:cNvPr id="17451" name="Group 28"/>
            <p:cNvGrpSpPr>
              <a:grpSpLocks/>
            </p:cNvGrpSpPr>
            <p:nvPr/>
          </p:nvGrpSpPr>
          <p:grpSpPr bwMode="auto">
            <a:xfrm>
              <a:off x="768" y="514"/>
              <a:ext cx="2112" cy="1153"/>
              <a:chOff x="0" y="-192"/>
              <a:chExt cx="2112" cy="1153"/>
            </a:xfrm>
          </p:grpSpPr>
          <p:grpSp>
            <p:nvGrpSpPr>
              <p:cNvPr id="17452" name="Group 29"/>
              <p:cNvGrpSpPr>
                <a:grpSpLocks/>
              </p:cNvGrpSpPr>
              <p:nvPr/>
            </p:nvGrpSpPr>
            <p:grpSpPr bwMode="auto">
              <a:xfrm>
                <a:off x="96" y="-192"/>
                <a:ext cx="2016" cy="1153"/>
                <a:chOff x="0" y="-192"/>
                <a:chExt cx="2016" cy="1153"/>
              </a:xfrm>
            </p:grpSpPr>
            <p:sp>
              <p:nvSpPr>
                <p:cNvPr id="17458" name="AutoShape 30"/>
                <p:cNvSpPr>
                  <a:spLocks noChangeArrowheads="1"/>
                </p:cNvSpPr>
                <p:nvPr/>
              </p:nvSpPr>
              <p:spPr bwMode="auto">
                <a:xfrm flipH="1">
                  <a:off x="0" y="-192"/>
                  <a:ext cx="1552" cy="1153"/>
                </a:xfrm>
                <a:prstGeom prst="rtTriangle">
                  <a:avLst/>
                </a:prstGeom>
                <a:solidFill>
                  <a:schemeClr val="accent1"/>
                </a:solidFill>
                <a:ln w="9525">
                  <a:miter lim="800000"/>
                  <a:headEnd/>
                  <a:tailEnd/>
                </a:ln>
                <a:scene3d>
                  <a:camera prst="legacyObliqueTopRight"/>
                  <a:lightRig rig="legacyFlat2" dir="t"/>
                </a:scene3d>
                <a:sp3d extrusionH="887400" prstMaterial="legacyMatte">
                  <a:bevelT w="13500" h="13500" prst="angle"/>
                  <a:bevelB w="13500" h="13500" prst="angle"/>
                  <a:extrusionClr>
                    <a:schemeClr val="accent1"/>
                  </a:extrusionClr>
                </a:sp3d>
              </p:spPr>
              <p:txBody>
                <a:bodyPr anchor="ctr">
                  <a:spAutoFit/>
                  <a:flatTx/>
                </a:bodyPr>
                <a:lstStyle/>
                <a:p>
                  <a:endParaRPr lang="zh-CN" altLang="en-US"/>
                </a:p>
              </p:txBody>
            </p:sp>
            <p:sp>
              <p:nvSpPr>
                <p:cNvPr id="17459" name="Text Box 31"/>
                <p:cNvSpPr txBox="1">
                  <a:spLocks noChangeArrowheads="1"/>
                </p:cNvSpPr>
                <p:nvPr/>
              </p:nvSpPr>
              <p:spPr bwMode="auto">
                <a:xfrm>
                  <a:off x="1056" y="384"/>
                  <a:ext cx="287" cy="3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b="0">
                      <a:solidFill>
                        <a:srgbClr val="FF9933"/>
                      </a:solidFill>
                      <a:latin typeface="Times New Roman" pitchFamily="18" charset="0"/>
                      <a:ea typeface="宋体" pitchFamily="2" charset="-122"/>
                    </a:rPr>
                    <a:t>M</a:t>
                  </a:r>
                </a:p>
              </p:txBody>
            </p:sp>
            <p:graphicFrame>
              <p:nvGraphicFramePr>
                <p:cNvPr id="17460" name="Object 32"/>
                <p:cNvGraphicFramePr>
                  <a:graphicFrameLocks noChangeAspect="1"/>
                </p:cNvGraphicFramePr>
                <p:nvPr/>
              </p:nvGraphicFramePr>
              <p:xfrm>
                <a:off x="336" y="600"/>
                <a:ext cx="131" cy="182"/>
              </p:xfrm>
              <a:graphic>
                <a:graphicData uri="http://schemas.openxmlformats.org/presentationml/2006/ole">
                  <p:oleObj spid="_x0000_s17537" r:id="rId10" imgW="126725" imgH="177415" progId="Equation.3">
                    <p:embed/>
                  </p:oleObj>
                </a:graphicData>
              </a:graphic>
            </p:graphicFrame>
            <p:sp>
              <p:nvSpPr>
                <p:cNvPr id="17461" name="Line 34"/>
                <p:cNvSpPr>
                  <a:spLocks noChangeShapeType="1"/>
                </p:cNvSpPr>
                <p:nvPr/>
              </p:nvSpPr>
              <p:spPr bwMode="auto">
                <a:xfrm>
                  <a:off x="1632" y="336"/>
                  <a:ext cx="384" cy="0"/>
                </a:xfrm>
                <a:prstGeom prst="line">
                  <a:avLst/>
                </a:prstGeom>
                <a:noFill/>
                <a:ln w="38100">
                  <a:solidFill>
                    <a:srgbClr val="FF9933"/>
                  </a:solidFill>
                  <a:round/>
                  <a:headEnd/>
                  <a:tailEnd type="triangle" w="med" len="med"/>
                </a:ln>
                <a:extLst>
                  <a:ext uri="{909E8E84-426E-40DD-AFC4-6F175D3DCCD1}">
                    <a14:hiddenFill xmlns:a14="http://schemas.microsoft.com/office/drawing/2010/main" xmlns="">
                      <a:noFill/>
                    </a14:hiddenFill>
                  </a:ext>
                </a:extLst>
              </p:spPr>
              <p:txBody>
                <a:bodyPr anchor="ctr">
                  <a:spAutoFit/>
                </a:bodyPr>
                <a:lstStyle/>
                <a:p>
                  <a:endParaRPr lang="zh-CN" altLang="en-US"/>
                </a:p>
              </p:txBody>
            </p:sp>
          </p:grpSp>
          <p:grpSp>
            <p:nvGrpSpPr>
              <p:cNvPr id="17453" name="Group 36"/>
              <p:cNvGrpSpPr>
                <a:grpSpLocks/>
              </p:cNvGrpSpPr>
              <p:nvPr/>
            </p:nvGrpSpPr>
            <p:grpSpPr bwMode="auto">
              <a:xfrm>
                <a:off x="0" y="286"/>
                <a:ext cx="455" cy="388"/>
                <a:chOff x="0" y="-49"/>
                <a:chExt cx="455" cy="388"/>
              </a:xfrm>
            </p:grpSpPr>
            <p:sp>
              <p:nvSpPr>
                <p:cNvPr id="17454" name="Line 37"/>
                <p:cNvSpPr>
                  <a:spLocks noChangeShapeType="1"/>
                </p:cNvSpPr>
                <p:nvPr/>
              </p:nvSpPr>
              <p:spPr bwMode="auto">
                <a:xfrm flipH="1">
                  <a:off x="2" y="195"/>
                  <a:ext cx="188" cy="74"/>
                </a:xfrm>
                <a:prstGeom prst="line">
                  <a:avLst/>
                </a:prstGeom>
                <a:noFill/>
                <a:ln w="38100">
                  <a:solidFill>
                    <a:schemeClr val="accent2"/>
                  </a:solidFill>
                  <a:round/>
                  <a:headEnd/>
                  <a:tailEnd type="triangle" w="med" len="me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17455" name="Rectangle 38"/>
                <p:cNvSpPr>
                  <a:spLocks noChangeArrowheads="1"/>
                </p:cNvSpPr>
                <p:nvPr/>
              </p:nvSpPr>
              <p:spPr bwMode="auto">
                <a:xfrm rot="20043070" flipH="1">
                  <a:off x="185" y="-49"/>
                  <a:ext cx="270" cy="388"/>
                </a:xfrm>
                <a:prstGeom prst="rect">
                  <a:avLst/>
                </a:prstGeom>
                <a:solidFill>
                  <a:srgbClr val="FFFF00"/>
                </a:solidFill>
                <a:ln w="9525">
                  <a:miter lim="800000"/>
                  <a:headEnd/>
                  <a:tailEnd/>
                </a:ln>
                <a:scene3d>
                  <a:camera prst="legacyObliqueTopRight">
                    <a:rot lat="0" lon="600000" rev="0"/>
                  </a:camera>
                  <a:lightRig rig="legacyFlat3" dir="b"/>
                </a:scene3d>
                <a:sp3d extrusionH="430200" prstMaterial="legacyMatte">
                  <a:bevelT w="13500" h="13500" prst="angle"/>
                  <a:bevelB w="13500" h="13500" prst="angle"/>
                  <a:extrusionClr>
                    <a:srgbClr val="FFFF00"/>
                  </a:extrusionClr>
                </a:sp3d>
              </p:spPr>
              <p:txBody>
                <a:bodyPr anchor="ctr">
                  <a:spAutoFit/>
                  <a:flatTx/>
                </a:bodyPr>
                <a:lstStyle/>
                <a:p>
                  <a:endParaRPr lang="zh-CN" altLang="en-US"/>
                </a:p>
              </p:txBody>
            </p:sp>
            <p:graphicFrame>
              <p:nvGraphicFramePr>
                <p:cNvPr id="17456" name="Object 39"/>
                <p:cNvGraphicFramePr>
                  <a:graphicFrameLocks noChangeAspect="1"/>
                </p:cNvGraphicFramePr>
                <p:nvPr/>
              </p:nvGraphicFramePr>
              <p:xfrm>
                <a:off x="0" y="21"/>
                <a:ext cx="170" cy="219"/>
              </p:xfrm>
              <a:graphic>
                <a:graphicData uri="http://schemas.openxmlformats.org/presentationml/2006/ole">
                  <p:oleObj spid="_x0000_s17538" r:id="rId11" imgW="177800" imgH="203200" progId="Equation.3">
                    <p:embed/>
                  </p:oleObj>
                </a:graphicData>
              </a:graphic>
            </p:graphicFrame>
            <p:graphicFrame>
              <p:nvGraphicFramePr>
                <p:cNvPr id="17457" name="Object 40"/>
                <p:cNvGraphicFramePr>
                  <a:graphicFrameLocks noChangeAspect="1"/>
                </p:cNvGraphicFramePr>
                <p:nvPr/>
              </p:nvGraphicFramePr>
              <p:xfrm>
                <a:off x="218" y="92"/>
                <a:ext cx="155" cy="148"/>
              </p:xfrm>
              <a:graphic>
                <a:graphicData uri="http://schemas.openxmlformats.org/presentationml/2006/ole">
                  <p:oleObj spid="_x0000_s17539" r:id="rId12" imgW="165243" imgH="139821" progId="Equation.3">
                    <p:embed/>
                  </p:oleObj>
                </a:graphicData>
              </a:graphic>
            </p:graphicFrame>
          </p:grpSp>
        </p:grpSp>
      </p:grpSp>
      <p:grpSp>
        <p:nvGrpSpPr>
          <p:cNvPr id="12" name="Group 41"/>
          <p:cNvGrpSpPr>
            <a:grpSpLocks/>
          </p:cNvGrpSpPr>
          <p:nvPr/>
        </p:nvGrpSpPr>
        <p:grpSpPr bwMode="auto">
          <a:xfrm>
            <a:off x="4427538" y="1568450"/>
            <a:ext cx="4572000" cy="1584325"/>
            <a:chOff x="0" y="336"/>
            <a:chExt cx="2880" cy="1331"/>
          </a:xfrm>
        </p:grpSpPr>
        <p:sp>
          <p:nvSpPr>
            <p:cNvPr id="14378" name="Rectangle 42"/>
            <p:cNvSpPr>
              <a:spLocks noChangeArrowheads="1"/>
            </p:cNvSpPr>
            <p:nvPr/>
          </p:nvSpPr>
          <p:spPr bwMode="auto">
            <a:xfrm>
              <a:off x="0" y="597"/>
              <a:ext cx="2688" cy="388"/>
            </a:xfrm>
            <a:prstGeom prst="rect">
              <a:avLst/>
            </a:prstGeom>
            <a:gradFill rotWithShape="0">
              <a:gsLst>
                <a:gs pos="0">
                  <a:schemeClr val="hlink"/>
                </a:gs>
                <a:gs pos="100000">
                  <a:schemeClr val="hlink">
                    <a:gamma/>
                    <a:tint val="0"/>
                    <a:invGamma/>
                  </a:schemeClr>
                </a:gs>
              </a:gsLst>
              <a:path path="rect">
                <a:fillToRect l="100000" b="100000"/>
              </a:path>
            </a:gradFill>
            <a:ln w="9525">
              <a:noFill/>
              <a:miter lim="800000"/>
              <a:headEnd/>
              <a:tailEnd/>
            </a:ln>
            <a:effectLst/>
          </p:spPr>
          <p:txBody>
            <a:bodyPr anchor="ctr">
              <a:spAutoFit/>
            </a:bodyPr>
            <a:lstStyle/>
            <a:p>
              <a:pPr>
                <a:defRPr/>
              </a:pPr>
              <a:endParaRPr lang="zh-CN" altLang="en-US"/>
            </a:p>
          </p:txBody>
        </p:sp>
        <p:grpSp>
          <p:nvGrpSpPr>
            <p:cNvPr id="17428" name="Group 43"/>
            <p:cNvGrpSpPr>
              <a:grpSpLocks/>
            </p:cNvGrpSpPr>
            <p:nvPr/>
          </p:nvGrpSpPr>
          <p:grpSpPr bwMode="auto">
            <a:xfrm>
              <a:off x="864" y="514"/>
              <a:ext cx="2016" cy="1153"/>
              <a:chOff x="0" y="-192"/>
              <a:chExt cx="2016" cy="1153"/>
            </a:xfrm>
          </p:grpSpPr>
          <p:sp>
            <p:nvSpPr>
              <p:cNvPr id="17444" name="AutoShape 44"/>
              <p:cNvSpPr>
                <a:spLocks noChangeArrowheads="1"/>
              </p:cNvSpPr>
              <p:nvPr/>
            </p:nvSpPr>
            <p:spPr bwMode="auto">
              <a:xfrm flipH="1">
                <a:off x="0" y="-192"/>
                <a:ext cx="1552" cy="1153"/>
              </a:xfrm>
              <a:prstGeom prst="rtTriangle">
                <a:avLst/>
              </a:prstGeom>
              <a:solidFill>
                <a:schemeClr val="accent1"/>
              </a:solidFill>
              <a:ln w="9525">
                <a:miter lim="800000"/>
                <a:headEnd/>
                <a:tailEnd/>
              </a:ln>
              <a:scene3d>
                <a:camera prst="legacyObliqueTopRight"/>
                <a:lightRig rig="legacyFlat2" dir="t"/>
              </a:scene3d>
              <a:sp3d extrusionH="887400" prstMaterial="legacyMatte">
                <a:bevelT w="13500" h="13500" prst="angle"/>
                <a:bevelB w="13500" h="13500" prst="angle"/>
                <a:extrusionClr>
                  <a:schemeClr val="accent1"/>
                </a:extrusionClr>
              </a:sp3d>
            </p:spPr>
            <p:txBody>
              <a:bodyPr anchor="ctr">
                <a:spAutoFit/>
                <a:flatTx/>
              </a:bodyPr>
              <a:lstStyle/>
              <a:p>
                <a:endParaRPr lang="zh-CN" altLang="en-US"/>
              </a:p>
            </p:txBody>
          </p:sp>
          <p:sp>
            <p:nvSpPr>
              <p:cNvPr id="17445" name="Text Box 45"/>
              <p:cNvSpPr txBox="1">
                <a:spLocks noChangeArrowheads="1"/>
              </p:cNvSpPr>
              <p:nvPr/>
            </p:nvSpPr>
            <p:spPr bwMode="auto">
              <a:xfrm>
                <a:off x="1056" y="384"/>
                <a:ext cx="287" cy="3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b="0">
                    <a:solidFill>
                      <a:srgbClr val="FF9933"/>
                    </a:solidFill>
                    <a:latin typeface="Times New Roman" pitchFamily="18" charset="0"/>
                    <a:ea typeface="宋体" pitchFamily="2" charset="-122"/>
                  </a:rPr>
                  <a:t>M</a:t>
                </a:r>
              </a:p>
            </p:txBody>
          </p:sp>
          <p:graphicFrame>
            <p:nvGraphicFramePr>
              <p:cNvPr id="17446" name="Object 46"/>
              <p:cNvGraphicFramePr>
                <a:graphicFrameLocks noChangeAspect="1"/>
              </p:cNvGraphicFramePr>
              <p:nvPr/>
            </p:nvGraphicFramePr>
            <p:xfrm>
              <a:off x="336" y="600"/>
              <a:ext cx="131" cy="182"/>
            </p:xfrm>
            <a:graphic>
              <a:graphicData uri="http://schemas.openxmlformats.org/presentationml/2006/ole">
                <p:oleObj spid="_x0000_s17540" r:id="rId13" imgW="126725" imgH="177415" progId="Equation.3">
                  <p:embed/>
                </p:oleObj>
              </a:graphicData>
            </a:graphic>
          </p:graphicFrame>
          <p:grpSp>
            <p:nvGrpSpPr>
              <p:cNvPr id="17447" name="Group 47"/>
              <p:cNvGrpSpPr>
                <a:grpSpLocks/>
              </p:cNvGrpSpPr>
              <p:nvPr/>
            </p:nvGrpSpPr>
            <p:grpSpPr bwMode="auto">
              <a:xfrm>
                <a:off x="1632" y="336"/>
                <a:ext cx="384" cy="300"/>
                <a:chOff x="0" y="0"/>
                <a:chExt cx="528" cy="300"/>
              </a:xfrm>
            </p:grpSpPr>
            <p:sp>
              <p:nvSpPr>
                <p:cNvPr id="17448" name="Line 48"/>
                <p:cNvSpPr>
                  <a:spLocks noChangeShapeType="1"/>
                </p:cNvSpPr>
                <p:nvPr/>
              </p:nvSpPr>
              <p:spPr bwMode="auto">
                <a:xfrm>
                  <a:off x="0" y="0"/>
                  <a:ext cx="528" cy="0"/>
                </a:xfrm>
                <a:prstGeom prst="line">
                  <a:avLst/>
                </a:prstGeom>
                <a:noFill/>
                <a:ln w="38100">
                  <a:solidFill>
                    <a:srgbClr val="FF9933"/>
                  </a:solidFill>
                  <a:round/>
                  <a:headEnd/>
                  <a:tailEnd type="triangle" w="med" len="med"/>
                </a:ln>
                <a:extLst>
                  <a:ext uri="{909E8E84-426E-40DD-AFC4-6F175D3DCCD1}">
                    <a14:hiddenFill xmlns:a14="http://schemas.microsoft.com/office/drawing/2010/main" xmlns="">
                      <a:noFill/>
                    </a14:hiddenFill>
                  </a:ext>
                </a:extLst>
              </p:spPr>
              <p:txBody>
                <a:bodyPr anchor="ctr">
                  <a:spAutoFit/>
                </a:bodyPr>
                <a:lstStyle/>
                <a:p>
                  <a:endParaRPr lang="zh-CN" altLang="en-US"/>
                </a:p>
              </p:txBody>
            </p:sp>
            <p:graphicFrame>
              <p:nvGraphicFramePr>
                <p:cNvPr id="17449" name="Object 49"/>
                <p:cNvGraphicFramePr>
                  <a:graphicFrameLocks noChangeAspect="1"/>
                </p:cNvGraphicFramePr>
                <p:nvPr/>
              </p:nvGraphicFramePr>
              <p:xfrm>
                <a:off x="195" y="46"/>
                <a:ext cx="241" cy="254"/>
              </p:xfrm>
              <a:graphic>
                <a:graphicData uri="http://schemas.openxmlformats.org/presentationml/2006/ole">
                  <p:oleObj spid="_x0000_s17541" name="Equation" r:id="rId14" imgW="215806" imgH="228501" progId="Equation.DSMT4">
                    <p:embed/>
                  </p:oleObj>
                </a:graphicData>
              </a:graphic>
            </p:graphicFrame>
          </p:grpSp>
        </p:grpSp>
        <p:grpSp>
          <p:nvGrpSpPr>
            <p:cNvPr id="17429" name="Group 50"/>
            <p:cNvGrpSpPr>
              <a:grpSpLocks/>
            </p:cNvGrpSpPr>
            <p:nvPr/>
          </p:nvGrpSpPr>
          <p:grpSpPr bwMode="auto">
            <a:xfrm>
              <a:off x="144" y="336"/>
              <a:ext cx="2623" cy="1292"/>
              <a:chOff x="0" y="0"/>
              <a:chExt cx="2623" cy="1292"/>
            </a:xfrm>
          </p:grpSpPr>
          <p:grpSp>
            <p:nvGrpSpPr>
              <p:cNvPr id="17438" name="Group 51"/>
              <p:cNvGrpSpPr>
                <a:grpSpLocks/>
              </p:cNvGrpSpPr>
              <p:nvPr/>
            </p:nvGrpSpPr>
            <p:grpSpPr bwMode="auto">
              <a:xfrm>
                <a:off x="192" y="0"/>
                <a:ext cx="2256" cy="1200"/>
                <a:chOff x="0" y="0"/>
                <a:chExt cx="2256" cy="1200"/>
              </a:xfrm>
            </p:grpSpPr>
            <p:sp>
              <p:nvSpPr>
                <p:cNvPr id="17442" name="Line 52"/>
                <p:cNvSpPr>
                  <a:spLocks noChangeShapeType="1"/>
                </p:cNvSpPr>
                <p:nvPr/>
              </p:nvSpPr>
              <p:spPr bwMode="auto">
                <a:xfrm>
                  <a:off x="0" y="1200"/>
                  <a:ext cx="2256" cy="0"/>
                </a:xfrm>
                <a:prstGeom prst="line">
                  <a:avLst/>
                </a:prstGeom>
                <a:noFill/>
                <a:ln w="28575">
                  <a:solidFill>
                    <a:srgbClr val="FF9933"/>
                  </a:solidFill>
                  <a:round/>
                  <a:headEnd/>
                  <a:tailEnd type="triangle" w="med" len="me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17443" name="Line 53"/>
                <p:cNvSpPr>
                  <a:spLocks noChangeShapeType="1"/>
                </p:cNvSpPr>
                <p:nvPr/>
              </p:nvSpPr>
              <p:spPr bwMode="auto">
                <a:xfrm flipV="1">
                  <a:off x="0" y="0"/>
                  <a:ext cx="0" cy="1200"/>
                </a:xfrm>
                <a:prstGeom prst="line">
                  <a:avLst/>
                </a:prstGeom>
                <a:noFill/>
                <a:ln w="28575">
                  <a:solidFill>
                    <a:srgbClr val="FF9933"/>
                  </a:solidFill>
                  <a:round/>
                  <a:headEnd/>
                  <a:tailEnd type="triangle" w="med" len="med"/>
                </a:ln>
                <a:extLst>
                  <a:ext uri="{909E8E84-426E-40DD-AFC4-6F175D3DCCD1}">
                    <a14:hiddenFill xmlns:a14="http://schemas.microsoft.com/office/drawing/2010/main" xmlns="">
                      <a:noFill/>
                    </a14:hiddenFill>
                  </a:ext>
                </a:extLst>
              </p:spPr>
              <p:txBody>
                <a:bodyPr anchor="ctr">
                  <a:spAutoFit/>
                </a:bodyPr>
                <a:lstStyle/>
                <a:p>
                  <a:endParaRPr lang="zh-CN" altLang="en-US"/>
                </a:p>
              </p:txBody>
            </p:sp>
          </p:grpSp>
          <p:graphicFrame>
            <p:nvGraphicFramePr>
              <p:cNvPr id="17439" name="Object 54"/>
              <p:cNvGraphicFramePr>
                <a:graphicFrameLocks noChangeAspect="1"/>
              </p:cNvGraphicFramePr>
              <p:nvPr/>
            </p:nvGraphicFramePr>
            <p:xfrm>
              <a:off x="2496" y="1152"/>
              <a:ext cx="127" cy="140"/>
            </p:xfrm>
            <a:graphic>
              <a:graphicData uri="http://schemas.openxmlformats.org/presentationml/2006/ole">
                <p:oleObj spid="_x0000_s17542" r:id="rId15" imgW="126835" imgH="139518" progId="Equation.3">
                  <p:embed/>
                </p:oleObj>
              </a:graphicData>
            </a:graphic>
          </p:graphicFrame>
          <p:graphicFrame>
            <p:nvGraphicFramePr>
              <p:cNvPr id="17440" name="Object 55"/>
              <p:cNvGraphicFramePr>
                <a:graphicFrameLocks noChangeAspect="1"/>
              </p:cNvGraphicFramePr>
              <p:nvPr/>
            </p:nvGraphicFramePr>
            <p:xfrm>
              <a:off x="0" y="0"/>
              <a:ext cx="125" cy="148"/>
            </p:xfrm>
            <a:graphic>
              <a:graphicData uri="http://schemas.openxmlformats.org/presentationml/2006/ole">
                <p:oleObj spid="_x0000_s17543" r:id="rId16" imgW="139579" imgH="164957" progId="Equation.3">
                  <p:embed/>
                </p:oleObj>
              </a:graphicData>
            </a:graphic>
          </p:graphicFrame>
          <p:graphicFrame>
            <p:nvGraphicFramePr>
              <p:cNvPr id="17441" name="Object 56"/>
              <p:cNvGraphicFramePr>
                <a:graphicFrameLocks noChangeAspect="1"/>
              </p:cNvGraphicFramePr>
              <p:nvPr/>
            </p:nvGraphicFramePr>
            <p:xfrm>
              <a:off x="62" y="1104"/>
              <a:ext cx="114" cy="160"/>
            </p:xfrm>
            <a:graphic>
              <a:graphicData uri="http://schemas.openxmlformats.org/presentationml/2006/ole">
                <p:oleObj spid="_x0000_s17544" r:id="rId17" imgW="127000" imgH="177800" progId="Equation.3">
                  <p:embed/>
                </p:oleObj>
              </a:graphicData>
            </a:graphic>
          </p:graphicFrame>
        </p:grpSp>
        <p:grpSp>
          <p:nvGrpSpPr>
            <p:cNvPr id="17430" name="Group 57"/>
            <p:cNvGrpSpPr>
              <a:grpSpLocks/>
            </p:cNvGrpSpPr>
            <p:nvPr/>
          </p:nvGrpSpPr>
          <p:grpSpPr bwMode="auto">
            <a:xfrm>
              <a:off x="556" y="992"/>
              <a:ext cx="667" cy="564"/>
              <a:chOff x="6" y="-49"/>
              <a:chExt cx="667" cy="564"/>
            </a:xfrm>
          </p:grpSpPr>
          <p:sp>
            <p:nvSpPr>
              <p:cNvPr id="17431" name="Line 58"/>
              <p:cNvSpPr>
                <a:spLocks noChangeShapeType="1"/>
              </p:cNvSpPr>
              <p:nvPr/>
            </p:nvSpPr>
            <p:spPr bwMode="auto">
              <a:xfrm flipH="1">
                <a:off x="170" y="195"/>
                <a:ext cx="238" cy="156"/>
              </a:xfrm>
              <a:prstGeom prst="line">
                <a:avLst/>
              </a:prstGeom>
              <a:noFill/>
              <a:ln w="38100">
                <a:solidFill>
                  <a:schemeClr val="accent2"/>
                </a:solidFill>
                <a:round/>
                <a:headEnd/>
                <a:tailEnd type="triangle" w="med" len="me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17432" name="Rectangle 59"/>
              <p:cNvSpPr>
                <a:spLocks noChangeArrowheads="1"/>
              </p:cNvSpPr>
              <p:nvPr/>
            </p:nvSpPr>
            <p:spPr bwMode="auto">
              <a:xfrm rot="20043070" flipH="1">
                <a:off x="403" y="-49"/>
                <a:ext cx="270" cy="388"/>
              </a:xfrm>
              <a:prstGeom prst="rect">
                <a:avLst/>
              </a:prstGeom>
              <a:solidFill>
                <a:srgbClr val="FFFF00"/>
              </a:solidFill>
              <a:ln w="9525">
                <a:miter lim="800000"/>
                <a:headEnd/>
                <a:tailEnd/>
              </a:ln>
              <a:scene3d>
                <a:camera prst="legacyObliqueTopRight">
                  <a:rot lat="0" lon="600000" rev="0"/>
                </a:camera>
                <a:lightRig rig="legacyFlat3" dir="b"/>
              </a:scene3d>
              <a:sp3d extrusionH="430200" prstMaterial="legacyMatte">
                <a:bevelT w="13500" h="13500" prst="angle"/>
                <a:bevelB w="13500" h="13500" prst="angle"/>
                <a:extrusionClr>
                  <a:srgbClr val="FFFF00"/>
                </a:extrusionClr>
              </a:sp3d>
            </p:spPr>
            <p:txBody>
              <a:bodyPr anchor="ctr">
                <a:spAutoFit/>
                <a:flatTx/>
              </a:bodyPr>
              <a:lstStyle/>
              <a:p>
                <a:endParaRPr lang="zh-CN" altLang="en-US"/>
              </a:p>
            </p:txBody>
          </p:sp>
          <p:graphicFrame>
            <p:nvGraphicFramePr>
              <p:cNvPr id="17433" name="Object 60"/>
              <p:cNvGraphicFramePr>
                <a:graphicFrameLocks noChangeAspect="1"/>
              </p:cNvGraphicFramePr>
              <p:nvPr/>
            </p:nvGraphicFramePr>
            <p:xfrm>
              <a:off x="6" y="310"/>
              <a:ext cx="157" cy="205"/>
            </p:xfrm>
            <a:graphic>
              <a:graphicData uri="http://schemas.openxmlformats.org/presentationml/2006/ole">
                <p:oleObj spid="_x0000_s17545" name="Equation" r:id="rId18" imgW="164957" imgH="190335" progId="Equation.DSMT4">
                  <p:embed/>
                </p:oleObj>
              </a:graphicData>
            </a:graphic>
          </p:graphicFrame>
          <p:graphicFrame>
            <p:nvGraphicFramePr>
              <p:cNvPr id="17434" name="Object 61"/>
              <p:cNvGraphicFramePr>
                <a:graphicFrameLocks noChangeAspect="1"/>
              </p:cNvGraphicFramePr>
              <p:nvPr/>
            </p:nvGraphicFramePr>
            <p:xfrm>
              <a:off x="436" y="92"/>
              <a:ext cx="155" cy="148"/>
            </p:xfrm>
            <a:graphic>
              <a:graphicData uri="http://schemas.openxmlformats.org/presentationml/2006/ole">
                <p:oleObj spid="_x0000_s17546" r:id="rId19" imgW="165243" imgH="139821" progId="Equation.3">
                  <p:embed/>
                </p:oleObj>
              </a:graphicData>
            </a:graphic>
          </p:graphicFrame>
          <p:sp>
            <p:nvSpPr>
              <p:cNvPr id="17435" name="Line 62"/>
              <p:cNvSpPr>
                <a:spLocks noChangeShapeType="1"/>
              </p:cNvSpPr>
              <p:nvPr/>
            </p:nvSpPr>
            <p:spPr bwMode="auto">
              <a:xfrm>
                <a:off x="34" y="207"/>
                <a:ext cx="384" cy="0"/>
              </a:xfrm>
              <a:prstGeom prst="line">
                <a:avLst/>
              </a:prstGeom>
              <a:noFill/>
              <a:ln w="9525">
                <a:solidFill>
                  <a:srgbClr val="333399"/>
                </a:solidFill>
                <a:prstDash val="dash"/>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17436" name="未知"/>
              <p:cNvSpPr>
                <a:spLocks/>
              </p:cNvSpPr>
              <p:nvPr/>
            </p:nvSpPr>
            <p:spPr bwMode="auto">
              <a:xfrm>
                <a:off x="245" y="40"/>
                <a:ext cx="46" cy="388"/>
              </a:xfrm>
              <a:custGeom>
                <a:avLst/>
                <a:gdLst>
                  <a:gd name="T0" fmla="*/ 13 w 46"/>
                  <a:gd name="T1" fmla="*/ 0 h 76"/>
                  <a:gd name="T2" fmla="*/ 46 w 46"/>
                  <a:gd name="T3" fmla="*/ 10114 h 76"/>
                  <a:gd name="T4" fmla="*/ 0 60000 65536"/>
                  <a:gd name="T5" fmla="*/ 0 60000 65536"/>
                  <a:gd name="T6" fmla="*/ 0 w 46"/>
                  <a:gd name="T7" fmla="*/ 0 h 76"/>
                  <a:gd name="T8" fmla="*/ 46 w 46"/>
                  <a:gd name="T9" fmla="*/ 76 h 76"/>
                </a:gdLst>
                <a:ahLst/>
                <a:cxnLst>
                  <a:cxn ang="T4">
                    <a:pos x="T0" y="T1"/>
                  </a:cxn>
                  <a:cxn ang="T5">
                    <a:pos x="T2" y="T3"/>
                  </a:cxn>
                </a:cxnLst>
                <a:rect l="T6" t="T7" r="T8" b="T9"/>
                <a:pathLst>
                  <a:path w="46" h="76">
                    <a:moveTo>
                      <a:pt x="13" y="0"/>
                    </a:moveTo>
                    <a:cubicBezTo>
                      <a:pt x="0" y="36"/>
                      <a:pt x="46" y="36"/>
                      <a:pt x="46" y="76"/>
                    </a:cubicBezTo>
                  </a:path>
                </a:pathLst>
              </a:custGeom>
              <a:noFill/>
              <a:ln w="28575" cap="flat" cmpd="sng">
                <a:solidFill>
                  <a:srgbClr val="333399"/>
                </a:solidFill>
                <a:round/>
                <a:headEnd/>
                <a:tailEnd/>
              </a:ln>
              <a:extLst>
                <a:ext uri="{909E8E84-426E-40DD-AFC4-6F175D3DCCD1}">
                  <a14:hiddenFill xmlns:a14="http://schemas.microsoft.com/office/drawing/2010/main" xmlns="">
                    <a:solidFill>
                      <a:srgbClr val="FFFFFF"/>
                    </a:solidFill>
                  </a14:hiddenFill>
                </a:ext>
              </a:extLst>
            </p:spPr>
            <p:txBody>
              <a:bodyPr anchor="ctr">
                <a:spAutoFit/>
              </a:bodyPr>
              <a:lstStyle/>
              <a:p>
                <a:endParaRPr lang="zh-CN" altLang="en-US"/>
              </a:p>
            </p:txBody>
          </p:sp>
          <p:graphicFrame>
            <p:nvGraphicFramePr>
              <p:cNvPr id="17437" name="Object 64"/>
              <p:cNvGraphicFramePr>
                <a:graphicFrameLocks noChangeAspect="1"/>
              </p:cNvGraphicFramePr>
              <p:nvPr/>
            </p:nvGraphicFramePr>
            <p:xfrm>
              <a:off x="154" y="207"/>
              <a:ext cx="80" cy="112"/>
            </p:xfrm>
            <a:graphic>
              <a:graphicData uri="http://schemas.openxmlformats.org/presentationml/2006/ole">
                <p:oleObj spid="_x0000_s17547" r:id="rId20" imgW="126725" imgH="177415" progId="Equation.3">
                  <p:embed/>
                </p:oleObj>
              </a:graphicData>
            </a:graphic>
          </p:graphicFrame>
        </p:grpSp>
      </p:grpSp>
      <p:sp>
        <p:nvSpPr>
          <p:cNvPr id="14405" name="Text Box 69"/>
          <p:cNvSpPr txBox="1">
            <a:spLocks noChangeArrowheads="1"/>
          </p:cNvSpPr>
          <p:nvPr/>
        </p:nvSpPr>
        <p:spPr bwMode="auto">
          <a:xfrm>
            <a:off x="179388" y="2443163"/>
            <a:ext cx="4608512"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Times New Roman" pitchFamily="18" charset="0"/>
                <a:ea typeface="华文中宋" pitchFamily="2" charset="-122"/>
              </a:rPr>
              <a:t>解：分别以</a:t>
            </a:r>
            <a:r>
              <a:rPr lang="en-US" altLang="zh-CN" sz="1800" i="1">
                <a:latin typeface="Times New Roman" pitchFamily="18" charset="0"/>
                <a:ea typeface="华文中宋" pitchFamily="2" charset="-122"/>
              </a:rPr>
              <a:t>m</a:t>
            </a:r>
            <a:r>
              <a:rPr lang="en-US" altLang="zh-CN" sz="1800">
                <a:latin typeface="Times New Roman" pitchFamily="18" charset="0"/>
                <a:ea typeface="华文中宋" pitchFamily="2" charset="-122"/>
              </a:rPr>
              <a:t>,</a:t>
            </a:r>
            <a:r>
              <a:rPr lang="zh-CN" altLang="en-US" sz="1800" i="1">
                <a:latin typeface="Times New Roman" pitchFamily="18" charset="0"/>
                <a:ea typeface="华文中宋" pitchFamily="2" charset="-122"/>
              </a:rPr>
              <a:t>Ｍ</a:t>
            </a:r>
            <a:r>
              <a:rPr lang="zh-CN" altLang="en-US" sz="1800">
                <a:latin typeface="Times New Roman" pitchFamily="18" charset="0"/>
                <a:ea typeface="华文中宋" pitchFamily="2" charset="-122"/>
              </a:rPr>
              <a:t>为对象，选地为静止惯性系</a:t>
            </a:r>
            <a:r>
              <a:rPr lang="en-US" altLang="zh-CN" sz="1800">
                <a:latin typeface="Times New Roman" pitchFamily="18" charset="0"/>
                <a:ea typeface="华文中宋" pitchFamily="2" charset="-122"/>
              </a:rPr>
              <a:t>,</a:t>
            </a:r>
            <a:r>
              <a:rPr lang="zh-CN" altLang="en-US" sz="1800">
                <a:latin typeface="Times New Roman" pitchFamily="18" charset="0"/>
                <a:ea typeface="华文中宋" pitchFamily="2" charset="-122"/>
              </a:rPr>
              <a:t>以</a:t>
            </a:r>
            <a:r>
              <a:rPr lang="en-US" altLang="zh-CN" sz="1800" i="1">
                <a:latin typeface="Times New Roman" pitchFamily="18" charset="0"/>
                <a:ea typeface="华文中宋" pitchFamily="2" charset="-122"/>
              </a:rPr>
              <a:t>M</a:t>
            </a:r>
            <a:r>
              <a:rPr lang="zh-CN" altLang="en-US" sz="1800">
                <a:latin typeface="Times New Roman" pitchFamily="18" charset="0"/>
                <a:ea typeface="华文中宋" pitchFamily="2" charset="-122"/>
              </a:rPr>
              <a:t>为运动参考系。</a:t>
            </a:r>
          </a:p>
        </p:txBody>
      </p:sp>
      <p:sp>
        <p:nvSpPr>
          <p:cNvPr id="14406" name="Rectangle 70"/>
          <p:cNvSpPr>
            <a:spLocks noChangeArrowheads="1"/>
          </p:cNvSpPr>
          <p:nvPr/>
        </p:nvSpPr>
        <p:spPr bwMode="auto">
          <a:xfrm>
            <a:off x="-36513" y="3209925"/>
            <a:ext cx="6088063"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r>
              <a:rPr lang="en-US" altLang="zh-CN" sz="1800" i="1">
                <a:latin typeface="Times New Roman" pitchFamily="18" charset="0"/>
                <a:ea typeface="华文中宋" pitchFamily="2" charset="-122"/>
              </a:rPr>
              <a:t>a</a:t>
            </a:r>
            <a:r>
              <a:rPr lang="en-US" altLang="zh-CN" sz="1800" i="1" baseline="30000">
                <a:latin typeface="Times New Roman" pitchFamily="18" charset="0"/>
                <a:ea typeface="华文中宋" pitchFamily="2" charset="-122"/>
              </a:rPr>
              <a:t>’</a:t>
            </a:r>
            <a:r>
              <a:rPr lang="zh-CN" altLang="en-US" sz="1800">
                <a:latin typeface="Times New Roman" pitchFamily="18" charset="0"/>
                <a:ea typeface="华文中宋" pitchFamily="2" charset="-122"/>
              </a:rPr>
              <a:t>是</a:t>
            </a:r>
            <a:r>
              <a:rPr lang="en-US" altLang="zh-CN" sz="1800" i="1">
                <a:latin typeface="Times New Roman" pitchFamily="18" charset="0"/>
                <a:ea typeface="华文中宋" pitchFamily="2" charset="-122"/>
              </a:rPr>
              <a:t>m</a:t>
            </a:r>
            <a:r>
              <a:rPr lang="zh-CN" altLang="en-US" sz="1800">
                <a:latin typeface="Times New Roman" pitchFamily="18" charset="0"/>
                <a:ea typeface="华文中宋" pitchFamily="2" charset="-122"/>
              </a:rPr>
              <a:t>对</a:t>
            </a:r>
            <a:r>
              <a:rPr lang="en-US" altLang="zh-CN" sz="1800" i="1">
                <a:latin typeface="Times New Roman" pitchFamily="18" charset="0"/>
                <a:ea typeface="华文中宋" pitchFamily="2" charset="-122"/>
              </a:rPr>
              <a:t>M</a:t>
            </a:r>
            <a:r>
              <a:rPr lang="zh-CN" altLang="en-US" sz="1800">
                <a:latin typeface="Times New Roman" pitchFamily="18" charset="0"/>
                <a:ea typeface="华文中宋" pitchFamily="2" charset="-122"/>
              </a:rPr>
              <a:t>的相对加速度， </a:t>
            </a:r>
            <a:r>
              <a:rPr lang="en-US" altLang="zh-CN" sz="1800" i="1">
                <a:latin typeface="Times New Roman" pitchFamily="18" charset="0"/>
                <a:ea typeface="华文中宋" pitchFamily="2" charset="-122"/>
              </a:rPr>
              <a:t>a</a:t>
            </a:r>
            <a:r>
              <a:rPr lang="en-US" altLang="zh-CN" sz="1800" i="1" baseline="-25000">
                <a:latin typeface="Times New Roman" pitchFamily="18" charset="0"/>
                <a:ea typeface="华文中宋" pitchFamily="2" charset="-122"/>
              </a:rPr>
              <a:t>M</a:t>
            </a:r>
            <a:r>
              <a:rPr lang="zh-CN" altLang="en-US" sz="1800">
                <a:latin typeface="Times New Roman" pitchFamily="18" charset="0"/>
                <a:ea typeface="华文中宋" pitchFamily="2" charset="-122"/>
              </a:rPr>
              <a:t>是</a:t>
            </a:r>
            <a:r>
              <a:rPr lang="en-US" altLang="zh-CN" sz="1800" i="1">
                <a:latin typeface="Times New Roman" pitchFamily="18" charset="0"/>
                <a:ea typeface="华文中宋" pitchFamily="2" charset="-122"/>
              </a:rPr>
              <a:t>M</a:t>
            </a:r>
            <a:r>
              <a:rPr lang="zh-CN" altLang="en-US" sz="1800">
                <a:latin typeface="Times New Roman" pitchFamily="18" charset="0"/>
                <a:ea typeface="华文中宋" pitchFamily="2" charset="-122"/>
              </a:rPr>
              <a:t>对地的牵连加速度</a:t>
            </a:r>
          </a:p>
        </p:txBody>
      </p:sp>
      <p:sp>
        <p:nvSpPr>
          <p:cNvPr id="14407" name="Text Box 71"/>
          <p:cNvSpPr txBox="1">
            <a:spLocks noChangeArrowheads="1"/>
          </p:cNvSpPr>
          <p:nvPr/>
        </p:nvSpPr>
        <p:spPr bwMode="auto">
          <a:xfrm>
            <a:off x="323850" y="3638550"/>
            <a:ext cx="34671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latin typeface="Times New Roman" pitchFamily="18" charset="0"/>
                <a:ea typeface="华文中宋" pitchFamily="2" charset="-122"/>
              </a:rPr>
              <a:t>所以，</a:t>
            </a:r>
            <a:r>
              <a:rPr lang="en-US" altLang="zh-CN" sz="1800" i="1">
                <a:latin typeface="Times New Roman" pitchFamily="18" charset="0"/>
                <a:ea typeface="华文中宋" pitchFamily="2" charset="-122"/>
              </a:rPr>
              <a:t>m</a:t>
            </a:r>
            <a:r>
              <a:rPr lang="zh-CN" altLang="en-US" sz="1800">
                <a:latin typeface="Times New Roman" pitchFamily="18" charset="0"/>
                <a:ea typeface="华文中宋" pitchFamily="2" charset="-122"/>
              </a:rPr>
              <a:t>对地的加速度为</a:t>
            </a:r>
          </a:p>
        </p:txBody>
      </p:sp>
      <p:graphicFrame>
        <p:nvGraphicFramePr>
          <p:cNvPr id="14408" name="Object 72"/>
          <p:cNvGraphicFramePr>
            <a:graphicFrameLocks noChangeAspect="1"/>
          </p:cNvGraphicFramePr>
          <p:nvPr/>
        </p:nvGraphicFramePr>
        <p:xfrm>
          <a:off x="3575050" y="3676650"/>
          <a:ext cx="1658938" cy="354013"/>
        </p:xfrm>
        <a:graphic>
          <a:graphicData uri="http://schemas.openxmlformats.org/presentationml/2006/ole">
            <p:oleObj spid="_x0000_s17548" name="Equation" r:id="rId21" imgW="800100" imgH="228600" progId="Equation.DSMT4">
              <p:embed/>
            </p:oleObj>
          </a:graphicData>
        </a:graphic>
      </p:graphicFrame>
      <p:grpSp>
        <p:nvGrpSpPr>
          <p:cNvPr id="17418" name="Group 80"/>
          <p:cNvGrpSpPr>
            <a:grpSpLocks/>
          </p:cNvGrpSpPr>
          <p:nvPr/>
        </p:nvGrpSpPr>
        <p:grpSpPr bwMode="auto">
          <a:xfrm>
            <a:off x="212725" y="773113"/>
            <a:ext cx="8626475" cy="1798637"/>
            <a:chOff x="134" y="649"/>
            <a:chExt cx="5434" cy="1511"/>
          </a:xfrm>
        </p:grpSpPr>
        <p:sp>
          <p:nvSpPr>
            <p:cNvPr id="17423" name="Text Box 66"/>
            <p:cNvSpPr txBox="1">
              <a:spLocks noChangeArrowheads="1"/>
            </p:cNvSpPr>
            <p:nvPr/>
          </p:nvSpPr>
          <p:spPr bwMode="auto">
            <a:xfrm>
              <a:off x="288" y="1152"/>
              <a:ext cx="2465" cy="100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solidFill>
                    <a:schemeClr val="accent2"/>
                  </a:solidFill>
                  <a:latin typeface="Times New Roman" pitchFamily="18" charset="0"/>
                  <a:ea typeface="华文中宋" pitchFamily="2" charset="-122"/>
                </a:rPr>
                <a:t>1)</a:t>
              </a:r>
              <a:r>
                <a:rPr lang="zh-CN" altLang="en-US" sz="1800">
                  <a:solidFill>
                    <a:schemeClr val="accent2"/>
                  </a:solidFill>
                  <a:latin typeface="Times New Roman" pitchFamily="18" charset="0"/>
                  <a:ea typeface="华文中宋" pitchFamily="2" charset="-122"/>
                </a:rPr>
                <a:t>物体</a:t>
              </a:r>
              <a:r>
                <a:rPr lang="en-US" altLang="zh-CN" sz="1800" i="1">
                  <a:solidFill>
                    <a:schemeClr val="accent2"/>
                  </a:solidFill>
                  <a:latin typeface="Times New Roman" pitchFamily="18" charset="0"/>
                  <a:ea typeface="华文中宋" pitchFamily="2" charset="-122"/>
                </a:rPr>
                <a:t>M</a:t>
              </a:r>
              <a:r>
                <a:rPr lang="zh-CN" altLang="en-US" sz="1800">
                  <a:solidFill>
                    <a:schemeClr val="accent2"/>
                  </a:solidFill>
                  <a:latin typeface="Times New Roman" pitchFamily="18" charset="0"/>
                  <a:ea typeface="华文中宋" pitchFamily="2" charset="-122"/>
                </a:rPr>
                <a:t>对地的加速度      ；</a:t>
              </a:r>
            </a:p>
            <a:p>
              <a:pPr algn="l" eaLnBrk="1" hangingPunct="1"/>
              <a:r>
                <a:rPr lang="en-US" altLang="zh-CN" sz="1800">
                  <a:solidFill>
                    <a:schemeClr val="accent2"/>
                  </a:solidFill>
                  <a:latin typeface="Times New Roman" pitchFamily="18" charset="0"/>
                  <a:ea typeface="华文中宋" pitchFamily="2" charset="-122"/>
                </a:rPr>
                <a:t>2)</a:t>
              </a:r>
              <a:r>
                <a:rPr lang="zh-CN" altLang="en-US" sz="1800">
                  <a:solidFill>
                    <a:schemeClr val="accent2"/>
                  </a:solidFill>
                  <a:latin typeface="Times New Roman" pitchFamily="18" charset="0"/>
                  <a:ea typeface="华文中宋" pitchFamily="2" charset="-122"/>
                </a:rPr>
                <a:t>物体</a:t>
              </a:r>
              <a:r>
                <a:rPr lang="en-US" altLang="zh-CN" sz="1800" i="1">
                  <a:solidFill>
                    <a:schemeClr val="accent2"/>
                  </a:solidFill>
                  <a:latin typeface="Times New Roman" pitchFamily="18" charset="0"/>
                  <a:ea typeface="华文中宋" pitchFamily="2" charset="-122"/>
                </a:rPr>
                <a:t>m</a:t>
              </a:r>
              <a:r>
                <a:rPr lang="zh-CN" altLang="en-US" sz="1800">
                  <a:solidFill>
                    <a:schemeClr val="accent2"/>
                  </a:solidFill>
                  <a:latin typeface="Times New Roman" pitchFamily="18" charset="0"/>
                  <a:ea typeface="华文中宋" pitchFamily="2" charset="-122"/>
                </a:rPr>
                <a:t>对</a:t>
              </a:r>
              <a:r>
                <a:rPr lang="en-US" altLang="zh-CN" sz="1800" i="1">
                  <a:solidFill>
                    <a:schemeClr val="accent2"/>
                  </a:solidFill>
                  <a:latin typeface="Times New Roman" pitchFamily="18" charset="0"/>
                  <a:ea typeface="华文中宋" pitchFamily="2" charset="-122"/>
                </a:rPr>
                <a:t>M</a:t>
              </a:r>
              <a:r>
                <a:rPr lang="zh-CN" altLang="en-US" sz="1800">
                  <a:solidFill>
                    <a:schemeClr val="accent2"/>
                  </a:solidFill>
                  <a:latin typeface="Times New Roman" pitchFamily="18" charset="0"/>
                  <a:ea typeface="华文中宋" pitchFamily="2" charset="-122"/>
                </a:rPr>
                <a:t>的加速度       ；</a:t>
              </a:r>
            </a:p>
            <a:p>
              <a:pPr algn="l" eaLnBrk="1" hangingPunct="1"/>
              <a:r>
                <a:rPr lang="en-US" altLang="zh-CN" sz="1800">
                  <a:solidFill>
                    <a:schemeClr val="accent2"/>
                  </a:solidFill>
                  <a:latin typeface="Times New Roman" pitchFamily="18" charset="0"/>
                  <a:ea typeface="华文中宋" pitchFamily="2" charset="-122"/>
                </a:rPr>
                <a:t>3)</a:t>
              </a:r>
              <a:r>
                <a:rPr lang="zh-CN" altLang="en-US" sz="1800">
                  <a:solidFill>
                    <a:schemeClr val="accent2"/>
                  </a:solidFill>
                  <a:latin typeface="Times New Roman" pitchFamily="18" charset="0"/>
                  <a:ea typeface="华文中宋" pitchFamily="2" charset="-122"/>
                </a:rPr>
                <a:t>物体</a:t>
              </a:r>
              <a:r>
                <a:rPr lang="en-US" altLang="zh-CN" sz="1800" i="1">
                  <a:solidFill>
                    <a:schemeClr val="accent2"/>
                  </a:solidFill>
                  <a:latin typeface="Times New Roman" pitchFamily="18" charset="0"/>
                  <a:ea typeface="华文中宋" pitchFamily="2" charset="-122"/>
                </a:rPr>
                <a:t>m</a:t>
              </a:r>
              <a:r>
                <a:rPr lang="zh-CN" altLang="en-US" sz="1800">
                  <a:solidFill>
                    <a:schemeClr val="accent2"/>
                  </a:solidFill>
                  <a:latin typeface="Times New Roman" pitchFamily="18" charset="0"/>
                  <a:ea typeface="华文中宋" pitchFamily="2" charset="-122"/>
                </a:rPr>
                <a:t>与</a:t>
              </a:r>
              <a:r>
                <a:rPr lang="en-US" altLang="zh-CN" sz="1800" i="1">
                  <a:solidFill>
                    <a:schemeClr val="accent2"/>
                  </a:solidFill>
                  <a:latin typeface="Times New Roman" pitchFamily="18" charset="0"/>
                  <a:ea typeface="华文中宋" pitchFamily="2" charset="-122"/>
                </a:rPr>
                <a:t>M</a:t>
              </a:r>
              <a:r>
                <a:rPr lang="zh-CN" altLang="en-US" sz="1800">
                  <a:solidFill>
                    <a:schemeClr val="accent2"/>
                  </a:solidFill>
                  <a:latin typeface="Times New Roman" pitchFamily="18" charset="0"/>
                  <a:ea typeface="华文中宋" pitchFamily="2" charset="-122"/>
                </a:rPr>
                <a:t>间的弹力</a:t>
              </a:r>
              <a:r>
                <a:rPr lang="en-US" altLang="zh-CN" sz="1800" i="1">
                  <a:solidFill>
                    <a:schemeClr val="accent2"/>
                  </a:solidFill>
                  <a:latin typeface="Times New Roman" pitchFamily="18" charset="0"/>
                  <a:ea typeface="华文中宋" pitchFamily="2" charset="-122"/>
                </a:rPr>
                <a:t>N</a:t>
              </a:r>
              <a:r>
                <a:rPr lang="zh-CN" altLang="en-US" sz="1800">
                  <a:solidFill>
                    <a:schemeClr val="accent2"/>
                  </a:solidFill>
                  <a:latin typeface="Times New Roman" pitchFamily="18" charset="0"/>
                  <a:ea typeface="华文中宋" pitchFamily="2" charset="-122"/>
                </a:rPr>
                <a:t>；</a:t>
              </a:r>
            </a:p>
            <a:p>
              <a:pPr algn="l" eaLnBrk="1" hangingPunct="1"/>
              <a:r>
                <a:rPr lang="en-US" altLang="zh-CN" sz="1800">
                  <a:solidFill>
                    <a:schemeClr val="accent2"/>
                  </a:solidFill>
                  <a:latin typeface="Times New Roman" pitchFamily="18" charset="0"/>
                  <a:ea typeface="华文中宋" pitchFamily="2" charset="-122"/>
                </a:rPr>
                <a:t>4)</a:t>
              </a:r>
              <a:r>
                <a:rPr lang="zh-CN" altLang="en-US" sz="1800">
                  <a:solidFill>
                    <a:schemeClr val="accent2"/>
                  </a:solidFill>
                  <a:latin typeface="Times New Roman" pitchFamily="18" charset="0"/>
                  <a:ea typeface="华文中宋" pitchFamily="2" charset="-122"/>
                </a:rPr>
                <a:t>尖劈与桌面间的弹力</a:t>
              </a:r>
              <a:r>
                <a:rPr lang="en-US" altLang="zh-CN" sz="1800" i="1">
                  <a:solidFill>
                    <a:schemeClr val="accent2"/>
                  </a:solidFill>
                  <a:latin typeface="Times New Roman" pitchFamily="18" charset="0"/>
                  <a:ea typeface="华文中宋" pitchFamily="2" charset="-122"/>
                </a:rPr>
                <a:t>R</a:t>
              </a:r>
              <a:r>
                <a:rPr lang="zh-CN" altLang="en-US" sz="1800">
                  <a:solidFill>
                    <a:schemeClr val="accent2"/>
                  </a:solidFill>
                  <a:latin typeface="Times New Roman" pitchFamily="18" charset="0"/>
                  <a:ea typeface="华文中宋" pitchFamily="2" charset="-122"/>
                </a:rPr>
                <a:t>。 </a:t>
              </a:r>
            </a:p>
          </p:txBody>
        </p:sp>
        <p:graphicFrame>
          <p:nvGraphicFramePr>
            <p:cNvPr id="17424" name="Object 67"/>
            <p:cNvGraphicFramePr>
              <a:graphicFrameLocks noChangeAspect="1"/>
            </p:cNvGraphicFramePr>
            <p:nvPr/>
          </p:nvGraphicFramePr>
          <p:xfrm>
            <a:off x="1746" y="1132"/>
            <a:ext cx="272" cy="272"/>
          </p:xfrm>
          <a:graphic>
            <a:graphicData uri="http://schemas.openxmlformats.org/presentationml/2006/ole">
              <p:oleObj spid="_x0000_s17549" name="公式" r:id="rId22" imgW="228501" imgH="215806" progId="Equation.3">
                <p:embed/>
              </p:oleObj>
            </a:graphicData>
          </a:graphic>
        </p:graphicFrame>
        <p:graphicFrame>
          <p:nvGraphicFramePr>
            <p:cNvPr id="17425" name="Object 68"/>
            <p:cNvGraphicFramePr>
              <a:graphicFrameLocks noChangeAspect="1"/>
            </p:cNvGraphicFramePr>
            <p:nvPr/>
          </p:nvGraphicFramePr>
          <p:xfrm>
            <a:off x="1764" y="1374"/>
            <a:ext cx="209" cy="238"/>
          </p:xfrm>
          <a:graphic>
            <a:graphicData uri="http://schemas.openxmlformats.org/presentationml/2006/ole">
              <p:oleObj spid="_x0000_s17550" name="公式" r:id="rId23" imgW="164814" imgH="177492" progId="Equation.3">
                <p:embed/>
              </p:oleObj>
            </a:graphicData>
          </a:graphic>
        </p:graphicFrame>
        <p:sp>
          <p:nvSpPr>
            <p:cNvPr id="17426" name="Text Box 73"/>
            <p:cNvSpPr txBox="1">
              <a:spLocks noChangeArrowheads="1"/>
            </p:cNvSpPr>
            <p:nvPr/>
          </p:nvSpPr>
          <p:spPr bwMode="auto">
            <a:xfrm>
              <a:off x="134" y="649"/>
              <a:ext cx="5434" cy="5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chemeClr val="accent2"/>
                  </a:solidFill>
                  <a:latin typeface="Times New Roman" pitchFamily="18" charset="0"/>
                  <a:ea typeface="华文中宋" pitchFamily="2" charset="-122"/>
                </a:rPr>
                <a:t>例</a:t>
              </a:r>
              <a:r>
                <a:rPr lang="en-US" altLang="zh-CN" sz="1800">
                  <a:solidFill>
                    <a:schemeClr val="accent2"/>
                  </a:solidFill>
                  <a:latin typeface="Times New Roman" pitchFamily="18" charset="0"/>
                  <a:ea typeface="华文中宋" pitchFamily="2" charset="-122"/>
                </a:rPr>
                <a:t>   </a:t>
              </a:r>
              <a:r>
                <a:rPr lang="zh-CN" altLang="en-US" sz="1800">
                  <a:solidFill>
                    <a:schemeClr val="accent2"/>
                  </a:solidFill>
                  <a:latin typeface="Times New Roman" pitchFamily="18" charset="0"/>
                  <a:ea typeface="华文中宋" pitchFamily="2" charset="-122"/>
                </a:rPr>
                <a:t>质量为</a:t>
              </a:r>
              <a:r>
                <a:rPr lang="en-US" altLang="zh-CN" sz="1800" i="1">
                  <a:solidFill>
                    <a:schemeClr val="accent2"/>
                  </a:solidFill>
                  <a:latin typeface="Times New Roman" pitchFamily="18" charset="0"/>
                  <a:ea typeface="华文中宋" pitchFamily="2" charset="-122"/>
                </a:rPr>
                <a:t>M</a:t>
              </a:r>
              <a:r>
                <a:rPr lang="zh-CN" altLang="en-US" sz="1800">
                  <a:solidFill>
                    <a:schemeClr val="accent2"/>
                  </a:solidFill>
                  <a:latin typeface="Times New Roman" pitchFamily="18" charset="0"/>
                  <a:ea typeface="华文中宋" pitchFamily="2" charset="-122"/>
                </a:rPr>
                <a:t>的光滑尖劈，倾角为</a:t>
              </a:r>
              <a:r>
                <a:rPr lang="en-US" altLang="zh-CN" sz="1800" i="1">
                  <a:solidFill>
                    <a:schemeClr val="accent2"/>
                  </a:solidFill>
                  <a:latin typeface="Times New Roman" pitchFamily="18" charset="0"/>
                  <a:ea typeface="华文中宋" pitchFamily="2" charset="-122"/>
                </a:rPr>
                <a:t>θ</a:t>
              </a:r>
              <a:r>
                <a:rPr lang="zh-CN" altLang="en-US" sz="1800">
                  <a:solidFill>
                    <a:schemeClr val="accent2"/>
                  </a:solidFill>
                  <a:latin typeface="Times New Roman" pitchFamily="18" charset="0"/>
                  <a:ea typeface="华文中宋" pitchFamily="2" charset="-122"/>
                </a:rPr>
                <a:t>，置于光滑的水平桌面上， 质量为</a:t>
              </a:r>
              <a:r>
                <a:rPr lang="en-US" altLang="zh-CN" sz="1800" i="1">
                  <a:solidFill>
                    <a:schemeClr val="accent2"/>
                  </a:solidFill>
                  <a:latin typeface="Times New Roman" pitchFamily="18" charset="0"/>
                  <a:ea typeface="华文中宋" pitchFamily="2" charset="-122"/>
                </a:rPr>
                <a:t>m</a:t>
              </a:r>
              <a:r>
                <a:rPr lang="zh-CN" altLang="en-US" sz="1800">
                  <a:solidFill>
                    <a:schemeClr val="accent2"/>
                  </a:solidFill>
                  <a:latin typeface="Times New Roman" pitchFamily="18" charset="0"/>
                  <a:ea typeface="华文中宋" pitchFamily="2" charset="-122"/>
                </a:rPr>
                <a:t>的物体放在尖劈的斜面上，求： </a:t>
              </a:r>
            </a:p>
          </p:txBody>
        </p:sp>
      </p:grpSp>
      <p:sp>
        <p:nvSpPr>
          <p:cNvPr id="17419" name="Text Box 74"/>
          <p:cNvSpPr txBox="1">
            <a:spLocks noChangeArrowheads="1"/>
          </p:cNvSpPr>
          <p:nvPr/>
        </p:nvSpPr>
        <p:spPr bwMode="auto">
          <a:xfrm>
            <a:off x="457200" y="4587875"/>
            <a:ext cx="296227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solidFill>
                  <a:srgbClr val="FF0000"/>
                </a:solidFill>
                <a:latin typeface="Times New Roman" pitchFamily="18" charset="0"/>
                <a:ea typeface="华文中宋" pitchFamily="2" charset="-122"/>
              </a:rPr>
              <a:t>※</a:t>
            </a:r>
            <a:r>
              <a:rPr lang="zh-CN" altLang="en-US" sz="1800">
                <a:solidFill>
                  <a:srgbClr val="FF0000"/>
                </a:solidFill>
                <a:latin typeface="Times New Roman" pitchFamily="18" charset="0"/>
                <a:ea typeface="华文中宋" pitchFamily="2" charset="-122"/>
              </a:rPr>
              <a:t>牛顿定律只适用于惯性系</a:t>
            </a:r>
          </a:p>
        </p:txBody>
      </p:sp>
      <p:sp>
        <p:nvSpPr>
          <p:cNvPr id="14411" name="Text Box 75"/>
          <p:cNvSpPr txBox="1">
            <a:spLocks noChangeArrowheads="1"/>
          </p:cNvSpPr>
          <p:nvPr/>
        </p:nvSpPr>
        <p:spPr bwMode="auto">
          <a:xfrm>
            <a:off x="517525" y="4087813"/>
            <a:ext cx="5132388"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Times New Roman" pitchFamily="18" charset="0"/>
                <a:ea typeface="华文中宋" pitchFamily="2" charset="-122"/>
              </a:rPr>
              <a:t>建立如图坐标，则</a:t>
            </a:r>
            <a:r>
              <a:rPr lang="en-US" altLang="zh-CN" sz="1800" i="1">
                <a:latin typeface="Times New Roman" pitchFamily="18" charset="0"/>
                <a:ea typeface="华文中宋" pitchFamily="2" charset="-122"/>
              </a:rPr>
              <a:t>a</a:t>
            </a:r>
            <a:r>
              <a:rPr lang="en-US" altLang="zh-CN" sz="1800" i="1" baseline="-25000">
                <a:latin typeface="Times New Roman" pitchFamily="18" charset="0"/>
                <a:ea typeface="华文中宋" pitchFamily="2" charset="-122"/>
              </a:rPr>
              <a:t>m</a:t>
            </a:r>
            <a:r>
              <a:rPr lang="zh-CN" altLang="en-US" sz="1800">
                <a:latin typeface="Times New Roman" pitchFamily="18" charset="0"/>
                <a:ea typeface="华文中宋" pitchFamily="2" charset="-122"/>
              </a:rPr>
              <a:t>在</a:t>
            </a:r>
            <a:r>
              <a:rPr lang="en-US" altLang="zh-CN" sz="1800" i="1">
                <a:latin typeface="Times New Roman" pitchFamily="18" charset="0"/>
                <a:ea typeface="华文中宋" pitchFamily="2" charset="-122"/>
              </a:rPr>
              <a:t>X</a:t>
            </a:r>
            <a:r>
              <a:rPr lang="zh-CN" altLang="en-US" sz="1800">
                <a:latin typeface="Times New Roman" pitchFamily="18" charset="0"/>
                <a:ea typeface="华文中宋" pitchFamily="2" charset="-122"/>
              </a:rPr>
              <a:t>、</a:t>
            </a:r>
            <a:r>
              <a:rPr lang="en-US" altLang="zh-CN" sz="1800" i="1">
                <a:latin typeface="Times New Roman" pitchFamily="18" charset="0"/>
                <a:ea typeface="华文中宋" pitchFamily="2" charset="-122"/>
              </a:rPr>
              <a:t>Y</a:t>
            </a:r>
            <a:r>
              <a:rPr lang="zh-CN" altLang="en-US" sz="1800">
                <a:latin typeface="Times New Roman" pitchFamily="18" charset="0"/>
                <a:ea typeface="华文中宋" pitchFamily="2" charset="-122"/>
              </a:rPr>
              <a:t>轴上的分量分别为</a:t>
            </a:r>
          </a:p>
        </p:txBody>
      </p:sp>
      <p:graphicFrame>
        <p:nvGraphicFramePr>
          <p:cNvPr id="14412" name="Object 76"/>
          <p:cNvGraphicFramePr>
            <a:graphicFrameLocks noChangeAspect="1"/>
          </p:cNvGraphicFramePr>
          <p:nvPr/>
        </p:nvGraphicFramePr>
        <p:xfrm>
          <a:off x="5632450" y="3889375"/>
          <a:ext cx="2387600" cy="338138"/>
        </p:xfrm>
        <a:graphic>
          <a:graphicData uri="http://schemas.openxmlformats.org/presentationml/2006/ole">
            <p:oleObj spid="_x0000_s17551" name="Equation" r:id="rId24" imgW="1206500" imgH="228600" progId="Equation.DSMT4">
              <p:embed/>
            </p:oleObj>
          </a:graphicData>
        </a:graphic>
      </p:graphicFrame>
      <p:graphicFrame>
        <p:nvGraphicFramePr>
          <p:cNvPr id="14413" name="Object 77"/>
          <p:cNvGraphicFramePr>
            <a:graphicFrameLocks noChangeAspect="1"/>
          </p:cNvGraphicFramePr>
          <p:nvPr/>
        </p:nvGraphicFramePr>
        <p:xfrm>
          <a:off x="5651500" y="4227513"/>
          <a:ext cx="1819275" cy="328612"/>
        </p:xfrm>
        <a:graphic>
          <a:graphicData uri="http://schemas.openxmlformats.org/presentationml/2006/ole">
            <p:oleObj spid="_x0000_s17552" name="Equation" r:id="rId25" imgW="952087" imgH="228501"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10" fill="hold" grpId="0" nodeType="clickEffect">
                                  <p:stCondLst>
                                    <p:cond delay="0"/>
                                  </p:stCondLst>
                                  <p:childTnLst>
                                    <p:set>
                                      <p:cBhvr>
                                        <p:cTn id="16" dur="1" fill="hold">
                                          <p:stCondLst>
                                            <p:cond delay="0"/>
                                          </p:stCondLst>
                                        </p:cTn>
                                        <p:tgtEl>
                                          <p:spTgt spid="14405"/>
                                        </p:tgtEl>
                                        <p:attrNameLst>
                                          <p:attrName>style.visibility</p:attrName>
                                        </p:attrNameLst>
                                      </p:cBhvr>
                                      <p:to>
                                        <p:strVal val="visible"/>
                                      </p:to>
                                    </p:set>
                                    <p:anim calcmode="lin" valueType="num">
                                      <p:cBhvr>
                                        <p:cTn id="17" dur="500" fill="hold"/>
                                        <p:tgtEl>
                                          <p:spTgt spid="14405"/>
                                        </p:tgtEl>
                                        <p:attrNameLst>
                                          <p:attrName>ppt_w</p:attrName>
                                        </p:attrNameLst>
                                      </p:cBhvr>
                                      <p:tavLst>
                                        <p:tav tm="0">
                                          <p:val>
                                            <p:fltVal val="0"/>
                                          </p:val>
                                        </p:tav>
                                        <p:tav tm="100000">
                                          <p:val>
                                            <p:strVal val="#ppt_w"/>
                                          </p:val>
                                        </p:tav>
                                      </p:tavLst>
                                    </p:anim>
                                    <p:anim calcmode="lin" valueType="num">
                                      <p:cBhvr>
                                        <p:cTn id="18" dur="500" fill="hold"/>
                                        <p:tgtEl>
                                          <p:spTgt spid="14405"/>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14406"/>
                                        </p:tgtEl>
                                        <p:attrNameLst>
                                          <p:attrName>style.visibility</p:attrName>
                                        </p:attrNameLst>
                                      </p:cBhvr>
                                      <p:to>
                                        <p:strVal val="visible"/>
                                      </p:to>
                                    </p:set>
                                    <p:anim calcmode="lin" valueType="num">
                                      <p:cBhvr>
                                        <p:cTn id="31" dur="500" fill="hold"/>
                                        <p:tgtEl>
                                          <p:spTgt spid="14406"/>
                                        </p:tgtEl>
                                        <p:attrNameLst>
                                          <p:attrName>ppt_w</p:attrName>
                                        </p:attrNameLst>
                                      </p:cBhvr>
                                      <p:tavLst>
                                        <p:tav tm="0">
                                          <p:val>
                                            <p:fltVal val="0"/>
                                          </p:val>
                                        </p:tav>
                                        <p:tav tm="100000">
                                          <p:val>
                                            <p:strVal val="#ppt_w"/>
                                          </p:val>
                                        </p:tav>
                                      </p:tavLst>
                                    </p:anim>
                                    <p:anim calcmode="lin" valueType="num">
                                      <p:cBhvr>
                                        <p:cTn id="32" dur="500" fill="hold"/>
                                        <p:tgtEl>
                                          <p:spTgt spid="14406"/>
                                        </p:tgtEl>
                                        <p:attrNameLst>
                                          <p:attrName>ppt_h</p:attrName>
                                        </p:attrNameLst>
                                      </p:cBhvr>
                                      <p:tavLst>
                                        <p:tav tm="0">
                                          <p:val>
                                            <p:strVal val="#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10" fill="hold" grpId="0" nodeType="clickEffect">
                                  <p:stCondLst>
                                    <p:cond delay="0"/>
                                  </p:stCondLst>
                                  <p:childTnLst>
                                    <p:set>
                                      <p:cBhvr>
                                        <p:cTn id="36" dur="1" fill="hold">
                                          <p:stCondLst>
                                            <p:cond delay="0"/>
                                          </p:stCondLst>
                                        </p:cTn>
                                        <p:tgtEl>
                                          <p:spTgt spid="14407"/>
                                        </p:tgtEl>
                                        <p:attrNameLst>
                                          <p:attrName>style.visibility</p:attrName>
                                        </p:attrNameLst>
                                      </p:cBhvr>
                                      <p:to>
                                        <p:strVal val="visible"/>
                                      </p:to>
                                    </p:set>
                                    <p:anim calcmode="lin" valueType="num">
                                      <p:cBhvr>
                                        <p:cTn id="37" dur="500" fill="hold"/>
                                        <p:tgtEl>
                                          <p:spTgt spid="14407"/>
                                        </p:tgtEl>
                                        <p:attrNameLst>
                                          <p:attrName>ppt_w</p:attrName>
                                        </p:attrNameLst>
                                      </p:cBhvr>
                                      <p:tavLst>
                                        <p:tav tm="0">
                                          <p:val>
                                            <p:fltVal val="0"/>
                                          </p:val>
                                        </p:tav>
                                        <p:tav tm="100000">
                                          <p:val>
                                            <p:strVal val="#ppt_w"/>
                                          </p:val>
                                        </p:tav>
                                      </p:tavLst>
                                    </p:anim>
                                    <p:anim calcmode="lin" valueType="num">
                                      <p:cBhvr>
                                        <p:cTn id="38" dur="500" fill="hold"/>
                                        <p:tgtEl>
                                          <p:spTgt spid="14407"/>
                                        </p:tgtEl>
                                        <p:attrNameLst>
                                          <p:attrName>ppt_h</p:attrName>
                                        </p:attrNameLst>
                                      </p:cBhvr>
                                      <p:tavLst>
                                        <p:tav tm="0">
                                          <p:val>
                                            <p:strVal val="#ppt_h"/>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7" presetClass="entr" presetSubtype="10" fill="hold" nodeType="clickEffect">
                                  <p:stCondLst>
                                    <p:cond delay="0"/>
                                  </p:stCondLst>
                                  <p:childTnLst>
                                    <p:set>
                                      <p:cBhvr>
                                        <p:cTn id="42" dur="1" fill="hold">
                                          <p:stCondLst>
                                            <p:cond delay="0"/>
                                          </p:stCondLst>
                                        </p:cTn>
                                        <p:tgtEl>
                                          <p:spTgt spid="14408"/>
                                        </p:tgtEl>
                                        <p:attrNameLst>
                                          <p:attrName>style.visibility</p:attrName>
                                        </p:attrNameLst>
                                      </p:cBhvr>
                                      <p:to>
                                        <p:strVal val="visible"/>
                                      </p:to>
                                    </p:set>
                                    <p:anim calcmode="lin" valueType="num">
                                      <p:cBhvr>
                                        <p:cTn id="43" dur="500" fill="hold"/>
                                        <p:tgtEl>
                                          <p:spTgt spid="14408"/>
                                        </p:tgtEl>
                                        <p:attrNameLst>
                                          <p:attrName>ppt_w</p:attrName>
                                        </p:attrNameLst>
                                      </p:cBhvr>
                                      <p:tavLst>
                                        <p:tav tm="0">
                                          <p:val>
                                            <p:fltVal val="0"/>
                                          </p:val>
                                        </p:tav>
                                        <p:tav tm="100000">
                                          <p:val>
                                            <p:strVal val="#ppt_w"/>
                                          </p:val>
                                        </p:tav>
                                      </p:tavLst>
                                    </p:anim>
                                    <p:anim calcmode="lin" valueType="num">
                                      <p:cBhvr>
                                        <p:cTn id="44" dur="500" fill="hold"/>
                                        <p:tgtEl>
                                          <p:spTgt spid="14408"/>
                                        </p:tgtEl>
                                        <p:attrNameLst>
                                          <p:attrName>ppt_h</p:attrName>
                                        </p:attrNameLst>
                                      </p:cBhvr>
                                      <p:tavLst>
                                        <p:tav tm="0">
                                          <p:val>
                                            <p:strVal val="#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10" fill="hold" grpId="0" nodeType="clickEffect">
                                  <p:stCondLst>
                                    <p:cond delay="0"/>
                                  </p:stCondLst>
                                  <p:childTnLst>
                                    <p:set>
                                      <p:cBhvr>
                                        <p:cTn id="48" dur="1" fill="hold">
                                          <p:stCondLst>
                                            <p:cond delay="0"/>
                                          </p:stCondLst>
                                        </p:cTn>
                                        <p:tgtEl>
                                          <p:spTgt spid="14411"/>
                                        </p:tgtEl>
                                        <p:attrNameLst>
                                          <p:attrName>style.visibility</p:attrName>
                                        </p:attrNameLst>
                                      </p:cBhvr>
                                      <p:to>
                                        <p:strVal val="visible"/>
                                      </p:to>
                                    </p:set>
                                    <p:anim calcmode="lin" valueType="num">
                                      <p:cBhvr>
                                        <p:cTn id="49" dur="500" fill="hold"/>
                                        <p:tgtEl>
                                          <p:spTgt spid="14411"/>
                                        </p:tgtEl>
                                        <p:attrNameLst>
                                          <p:attrName>ppt_w</p:attrName>
                                        </p:attrNameLst>
                                      </p:cBhvr>
                                      <p:tavLst>
                                        <p:tav tm="0">
                                          <p:val>
                                            <p:fltVal val="0"/>
                                          </p:val>
                                        </p:tav>
                                        <p:tav tm="100000">
                                          <p:val>
                                            <p:strVal val="#ppt_w"/>
                                          </p:val>
                                        </p:tav>
                                      </p:tavLst>
                                    </p:anim>
                                    <p:anim calcmode="lin" valueType="num">
                                      <p:cBhvr>
                                        <p:cTn id="50" dur="500" fill="hold"/>
                                        <p:tgtEl>
                                          <p:spTgt spid="14411"/>
                                        </p:tgtEl>
                                        <p:attrNameLst>
                                          <p:attrName>ppt_h</p:attrName>
                                        </p:attrNameLst>
                                      </p:cBhvr>
                                      <p:tavLst>
                                        <p:tav tm="0">
                                          <p:val>
                                            <p:strVal val="#ppt_h"/>
                                          </p:val>
                                        </p:tav>
                                        <p:tav tm="100000">
                                          <p:val>
                                            <p:strVal val="#ppt_h"/>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7" presetClass="entr" presetSubtype="10" fill="hold" nodeType="clickEffect">
                                  <p:stCondLst>
                                    <p:cond delay="0"/>
                                  </p:stCondLst>
                                  <p:childTnLst>
                                    <p:set>
                                      <p:cBhvr>
                                        <p:cTn id="54" dur="1" fill="hold">
                                          <p:stCondLst>
                                            <p:cond delay="0"/>
                                          </p:stCondLst>
                                        </p:cTn>
                                        <p:tgtEl>
                                          <p:spTgt spid="14412"/>
                                        </p:tgtEl>
                                        <p:attrNameLst>
                                          <p:attrName>style.visibility</p:attrName>
                                        </p:attrNameLst>
                                      </p:cBhvr>
                                      <p:to>
                                        <p:strVal val="visible"/>
                                      </p:to>
                                    </p:set>
                                    <p:anim calcmode="lin" valueType="num">
                                      <p:cBhvr>
                                        <p:cTn id="55" dur="500" fill="hold"/>
                                        <p:tgtEl>
                                          <p:spTgt spid="14412"/>
                                        </p:tgtEl>
                                        <p:attrNameLst>
                                          <p:attrName>ppt_w</p:attrName>
                                        </p:attrNameLst>
                                      </p:cBhvr>
                                      <p:tavLst>
                                        <p:tav tm="0">
                                          <p:val>
                                            <p:fltVal val="0"/>
                                          </p:val>
                                        </p:tav>
                                        <p:tav tm="100000">
                                          <p:val>
                                            <p:strVal val="#ppt_w"/>
                                          </p:val>
                                        </p:tav>
                                      </p:tavLst>
                                    </p:anim>
                                    <p:anim calcmode="lin" valueType="num">
                                      <p:cBhvr>
                                        <p:cTn id="56" dur="500" fill="hold"/>
                                        <p:tgtEl>
                                          <p:spTgt spid="14412"/>
                                        </p:tgtEl>
                                        <p:attrNameLst>
                                          <p:attrName>ppt_h</p:attrName>
                                        </p:attrNameLst>
                                      </p:cBhvr>
                                      <p:tavLst>
                                        <p:tav tm="0">
                                          <p:val>
                                            <p:strVal val="#ppt_h"/>
                                          </p:val>
                                        </p:tav>
                                        <p:tav tm="100000">
                                          <p:val>
                                            <p:strVal val="#ppt_h"/>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17" presetClass="entr" presetSubtype="10" fill="hold" nodeType="clickEffect">
                                  <p:stCondLst>
                                    <p:cond delay="0"/>
                                  </p:stCondLst>
                                  <p:childTnLst>
                                    <p:set>
                                      <p:cBhvr>
                                        <p:cTn id="60" dur="1" fill="hold">
                                          <p:stCondLst>
                                            <p:cond delay="0"/>
                                          </p:stCondLst>
                                        </p:cTn>
                                        <p:tgtEl>
                                          <p:spTgt spid="14413"/>
                                        </p:tgtEl>
                                        <p:attrNameLst>
                                          <p:attrName>style.visibility</p:attrName>
                                        </p:attrNameLst>
                                      </p:cBhvr>
                                      <p:to>
                                        <p:strVal val="visible"/>
                                      </p:to>
                                    </p:set>
                                    <p:anim calcmode="lin" valueType="num">
                                      <p:cBhvr>
                                        <p:cTn id="61" dur="500" fill="hold"/>
                                        <p:tgtEl>
                                          <p:spTgt spid="14413"/>
                                        </p:tgtEl>
                                        <p:attrNameLst>
                                          <p:attrName>ppt_w</p:attrName>
                                        </p:attrNameLst>
                                      </p:cBhvr>
                                      <p:tavLst>
                                        <p:tav tm="0">
                                          <p:val>
                                            <p:fltVal val="0"/>
                                          </p:val>
                                        </p:tav>
                                        <p:tav tm="100000">
                                          <p:val>
                                            <p:strVal val="#ppt_w"/>
                                          </p:val>
                                        </p:tav>
                                      </p:tavLst>
                                    </p:anim>
                                    <p:anim calcmode="lin" valueType="num">
                                      <p:cBhvr>
                                        <p:cTn id="62" dur="500" fill="hold"/>
                                        <p:tgtEl>
                                          <p:spTgt spid="1441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05" grpId="0" autoUpdateAnimBg="0"/>
      <p:bldP spid="14406" grpId="0" autoUpdateAnimBg="0"/>
      <p:bldP spid="14407" grpId="0" autoUpdateAnimBg="0"/>
      <p:bldP spid="14411"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36513" y="1995488"/>
            <a:ext cx="4933951"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Times New Roman" pitchFamily="18" charset="0"/>
                <a:ea typeface="华文中宋" pitchFamily="2" charset="-122"/>
              </a:rPr>
              <a:t>由牛顿定律的坐标分量式方程可得</a:t>
            </a:r>
          </a:p>
        </p:txBody>
      </p:sp>
      <p:graphicFrame>
        <p:nvGraphicFramePr>
          <p:cNvPr id="15365" name="Object 5"/>
          <p:cNvGraphicFramePr>
            <a:graphicFrameLocks noChangeAspect="1"/>
          </p:cNvGraphicFramePr>
          <p:nvPr/>
        </p:nvGraphicFramePr>
        <p:xfrm>
          <a:off x="323850" y="2481263"/>
          <a:ext cx="3860800" cy="681037"/>
        </p:xfrm>
        <a:graphic>
          <a:graphicData uri="http://schemas.openxmlformats.org/presentationml/2006/ole">
            <p:oleObj spid="_x0000_s18455" name="Equation" r:id="rId4" imgW="1841500" imgH="482600" progId="Equation.DSMT4">
              <p:embed/>
            </p:oleObj>
          </a:graphicData>
        </a:graphic>
      </p:graphicFrame>
      <p:sp>
        <p:nvSpPr>
          <p:cNvPr id="15369" name="Rectangle 9"/>
          <p:cNvSpPr>
            <a:spLocks noChangeArrowheads="1"/>
          </p:cNvSpPr>
          <p:nvPr/>
        </p:nvSpPr>
        <p:spPr bwMode="auto">
          <a:xfrm>
            <a:off x="34925" y="1122363"/>
            <a:ext cx="3313113"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r>
              <a:rPr lang="en-US" altLang="zh-CN" sz="1800" i="1">
                <a:latin typeface="Times New Roman" pitchFamily="18" charset="0"/>
                <a:ea typeface="华文中宋" pitchFamily="2" charset="-122"/>
              </a:rPr>
              <a:t>m</a:t>
            </a:r>
            <a:r>
              <a:rPr lang="en-US" altLang="zh-CN" sz="1800">
                <a:latin typeface="Times New Roman" pitchFamily="18" charset="0"/>
                <a:ea typeface="华文中宋" pitchFamily="2" charset="-122"/>
              </a:rPr>
              <a:t>,</a:t>
            </a:r>
            <a:r>
              <a:rPr lang="zh-CN" altLang="en-US" sz="1800" i="1">
                <a:latin typeface="Times New Roman" pitchFamily="18" charset="0"/>
                <a:ea typeface="华文中宋" pitchFamily="2" charset="-122"/>
              </a:rPr>
              <a:t>Ｍ</a:t>
            </a:r>
            <a:r>
              <a:rPr lang="zh-CN" altLang="en-US" sz="1800">
                <a:latin typeface="Times New Roman" pitchFamily="18" charset="0"/>
                <a:ea typeface="华文中宋" pitchFamily="2" charset="-122"/>
              </a:rPr>
              <a:t>的受力图，如左图所示</a:t>
            </a:r>
          </a:p>
        </p:txBody>
      </p:sp>
      <p:graphicFrame>
        <p:nvGraphicFramePr>
          <p:cNvPr id="15375" name="Object 15"/>
          <p:cNvGraphicFramePr>
            <a:graphicFrameLocks noChangeAspect="1"/>
          </p:cNvGraphicFramePr>
          <p:nvPr/>
        </p:nvGraphicFramePr>
        <p:xfrm>
          <a:off x="971550" y="3182938"/>
          <a:ext cx="2879725" cy="650875"/>
        </p:xfrm>
        <a:graphic>
          <a:graphicData uri="http://schemas.openxmlformats.org/presentationml/2006/ole">
            <p:oleObj spid="_x0000_s18456" name="公式" r:id="rId5" imgW="1345616" imgH="406224" progId="Equation.3">
              <p:embed/>
            </p:oleObj>
          </a:graphicData>
        </a:graphic>
      </p:graphicFrame>
      <p:graphicFrame>
        <p:nvGraphicFramePr>
          <p:cNvPr id="15376" name="Object 16"/>
          <p:cNvGraphicFramePr>
            <a:graphicFrameLocks noChangeAspect="1"/>
          </p:cNvGraphicFramePr>
          <p:nvPr/>
        </p:nvGraphicFramePr>
        <p:xfrm>
          <a:off x="928688" y="3930650"/>
          <a:ext cx="2779712" cy="671513"/>
        </p:xfrm>
        <a:graphic>
          <a:graphicData uri="http://schemas.openxmlformats.org/presentationml/2006/ole">
            <p:oleObj spid="_x0000_s18457" name="Equation" r:id="rId6" imgW="1295400" imgH="419100" progId="Equation.DSMT4">
              <p:embed/>
            </p:oleObj>
          </a:graphicData>
        </a:graphic>
      </p:graphicFrame>
      <p:graphicFrame>
        <p:nvGraphicFramePr>
          <p:cNvPr id="15377" name="Object 17"/>
          <p:cNvGraphicFramePr>
            <a:graphicFrameLocks noChangeAspect="1"/>
          </p:cNvGraphicFramePr>
          <p:nvPr/>
        </p:nvGraphicFramePr>
        <p:xfrm>
          <a:off x="4645025" y="3238500"/>
          <a:ext cx="2879725" cy="676275"/>
        </p:xfrm>
        <a:graphic>
          <a:graphicData uri="http://schemas.openxmlformats.org/presentationml/2006/ole">
            <p:oleObj spid="_x0000_s18458" name="公式" r:id="rId7" imgW="1294838" imgH="406224" progId="Equation.3">
              <p:embed/>
            </p:oleObj>
          </a:graphicData>
        </a:graphic>
      </p:graphicFrame>
      <p:graphicFrame>
        <p:nvGraphicFramePr>
          <p:cNvPr id="15378" name="Object 18"/>
          <p:cNvGraphicFramePr>
            <a:graphicFrameLocks noChangeAspect="1"/>
          </p:cNvGraphicFramePr>
          <p:nvPr/>
        </p:nvGraphicFramePr>
        <p:xfrm>
          <a:off x="4643438" y="4016375"/>
          <a:ext cx="2592387" cy="625475"/>
        </p:xfrm>
        <a:graphic>
          <a:graphicData uri="http://schemas.openxmlformats.org/presentationml/2006/ole">
            <p:oleObj spid="_x0000_s18459" name="公式" r:id="rId8" imgW="1256755" imgH="406224" progId="Equation.3">
              <p:embed/>
            </p:oleObj>
          </a:graphicData>
        </a:graphic>
      </p:graphicFrame>
      <p:pic>
        <p:nvPicPr>
          <p:cNvPr id="6159" name="Picture 15"/>
          <p:cNvPicPr>
            <a:picLocks noChangeAspect="1" noChangeArrowheads="1"/>
          </p:cNvPicPr>
          <p:nvPr/>
        </p:nvPicPr>
        <p:blipFill>
          <a:blip r:embed="rId9" cstate="print">
            <a:extLst>
              <a:ext uri="{28A0092B-C50C-407E-A947-70E740481C1C}">
                <a14:useLocalDpi xmlns:a14="http://schemas.microsoft.com/office/drawing/2010/main" xmlns="" val="0"/>
              </a:ext>
            </a:extLst>
          </a:blip>
          <a:srcRect/>
          <a:stretch>
            <a:fillRect/>
          </a:stretch>
        </p:blipFill>
        <p:spPr bwMode="auto">
          <a:xfrm>
            <a:off x="3924300" y="842963"/>
            <a:ext cx="4824413" cy="1739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lgn="ctr">
                <a:solidFill>
                  <a:srgbClr val="000000"/>
                </a:solidFill>
                <a:miter lim="800000"/>
                <a:headEnd/>
                <a:tailEnd/>
              </a14:hiddenLine>
            </a:ext>
          </a:extLst>
        </p:spPr>
      </p:pic>
      <p:graphicFrame>
        <p:nvGraphicFramePr>
          <p:cNvPr id="15368" name="Object 8"/>
          <p:cNvGraphicFramePr>
            <a:graphicFrameLocks noChangeAspect="1"/>
          </p:cNvGraphicFramePr>
          <p:nvPr/>
        </p:nvGraphicFramePr>
        <p:xfrm>
          <a:off x="4572000" y="2481263"/>
          <a:ext cx="3527425" cy="700087"/>
        </p:xfrm>
        <a:graphic>
          <a:graphicData uri="http://schemas.openxmlformats.org/presentationml/2006/ole">
            <p:oleObj spid="_x0000_s18460" name="Equation" r:id="rId10" imgW="1435100" imgH="4699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15369"/>
                                        </p:tgtEl>
                                        <p:attrNameLst>
                                          <p:attrName>style.visibility</p:attrName>
                                        </p:attrNameLst>
                                      </p:cBhvr>
                                      <p:to>
                                        <p:strVal val="visible"/>
                                      </p:to>
                                    </p:set>
                                    <p:anim calcmode="lin" valueType="num">
                                      <p:cBhvr>
                                        <p:cTn id="7" dur="500" fill="hold"/>
                                        <p:tgtEl>
                                          <p:spTgt spid="15369"/>
                                        </p:tgtEl>
                                        <p:attrNameLst>
                                          <p:attrName>ppt_w</p:attrName>
                                        </p:attrNameLst>
                                      </p:cBhvr>
                                      <p:tavLst>
                                        <p:tav tm="0">
                                          <p:val>
                                            <p:fltVal val="0"/>
                                          </p:val>
                                        </p:tav>
                                        <p:tav tm="100000">
                                          <p:val>
                                            <p:strVal val="#ppt_w"/>
                                          </p:val>
                                        </p:tav>
                                      </p:tavLst>
                                    </p:anim>
                                    <p:anim calcmode="lin" valueType="num">
                                      <p:cBhvr>
                                        <p:cTn id="8" dur="500" fill="hold"/>
                                        <p:tgtEl>
                                          <p:spTgt spid="15369"/>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6159"/>
                                        </p:tgtEl>
                                        <p:attrNameLst>
                                          <p:attrName>style.visibility</p:attrName>
                                        </p:attrNameLst>
                                      </p:cBhvr>
                                      <p:to>
                                        <p:strVal val="visible"/>
                                      </p:to>
                                    </p:set>
                                    <p:animEffect transition="in" filter="blinds(horizontal)">
                                      <p:cBhvr>
                                        <p:cTn id="13" dur="500"/>
                                        <p:tgtEl>
                                          <p:spTgt spid="615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15362"/>
                                        </p:tgtEl>
                                        <p:attrNameLst>
                                          <p:attrName>style.visibility</p:attrName>
                                        </p:attrNameLst>
                                      </p:cBhvr>
                                      <p:to>
                                        <p:strVal val="visible"/>
                                      </p:to>
                                    </p:set>
                                    <p:anim calcmode="lin" valueType="num">
                                      <p:cBhvr>
                                        <p:cTn id="18" dur="500" fill="hold"/>
                                        <p:tgtEl>
                                          <p:spTgt spid="15362"/>
                                        </p:tgtEl>
                                        <p:attrNameLst>
                                          <p:attrName>ppt_w</p:attrName>
                                        </p:attrNameLst>
                                      </p:cBhvr>
                                      <p:tavLst>
                                        <p:tav tm="0">
                                          <p:val>
                                            <p:fltVal val="0"/>
                                          </p:val>
                                        </p:tav>
                                        <p:tav tm="100000">
                                          <p:val>
                                            <p:strVal val="#ppt_w"/>
                                          </p:val>
                                        </p:tav>
                                      </p:tavLst>
                                    </p:anim>
                                    <p:anim calcmode="lin" valueType="num">
                                      <p:cBhvr>
                                        <p:cTn id="19" dur="500" fill="hold"/>
                                        <p:tgtEl>
                                          <p:spTgt spid="1536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6"/>
                                            </p:cond>
                                          </p:stCondLst>
                                          <p:endCondLst>
                                            <p:cond evt="onStopAudio" delay="0">
                                              <p:tgtEl>
                                                <p:sldTgt/>
                                              </p:tgtEl>
                                            </p:cond>
                                          </p:endCondLst>
                                        </p:cTn>
                                        <p:tgtEl>
                                          <p:sndTgt r:embed="rId3" name="TYPE.WAV"/>
                                        </p:tgtEl>
                                      </p:cMediaNode>
                                    </p:audio>
                                  </p:sub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15365"/>
                                        </p:tgtEl>
                                        <p:attrNameLst>
                                          <p:attrName>style.visibility</p:attrName>
                                        </p:attrNameLst>
                                      </p:cBhvr>
                                      <p:to>
                                        <p:strVal val="visible"/>
                                      </p:to>
                                    </p:set>
                                    <p:animEffect transition="in" filter="blinds(horizontal)">
                                      <p:cBhvr>
                                        <p:cTn id="24" dur="500"/>
                                        <p:tgtEl>
                                          <p:spTgt spid="1536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15368"/>
                                        </p:tgtEl>
                                        <p:attrNameLst>
                                          <p:attrName>style.visibility</p:attrName>
                                        </p:attrNameLst>
                                      </p:cBhvr>
                                      <p:to>
                                        <p:strVal val="visible"/>
                                      </p:to>
                                    </p:set>
                                    <p:animEffect transition="in" filter="blinds(horizontal)">
                                      <p:cBhvr>
                                        <p:cTn id="29" dur="500"/>
                                        <p:tgtEl>
                                          <p:spTgt spid="1536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ntr" presetSubtype="0" fill="hold" nodeType="clickEffect">
                                  <p:stCondLst>
                                    <p:cond delay="0"/>
                                  </p:stCondLst>
                                  <p:childTnLst>
                                    <p:set>
                                      <p:cBhvr>
                                        <p:cTn id="33" dur="1" fill="hold">
                                          <p:stCondLst>
                                            <p:cond delay="0"/>
                                          </p:stCondLst>
                                        </p:cTn>
                                        <p:tgtEl>
                                          <p:spTgt spid="15375"/>
                                        </p:tgtEl>
                                        <p:attrNameLst>
                                          <p:attrName>style.visibility</p:attrName>
                                        </p:attrNameLst>
                                      </p:cBhvr>
                                      <p:to>
                                        <p:strVal val="visible"/>
                                      </p:to>
                                    </p:set>
                                    <p:animEffect transition="in" filter="dissolve">
                                      <p:cBhvr>
                                        <p:cTn id="34" dur="500"/>
                                        <p:tgtEl>
                                          <p:spTgt spid="1537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9" presetClass="entr" presetSubtype="0" fill="hold" nodeType="clickEffect">
                                  <p:stCondLst>
                                    <p:cond delay="0"/>
                                  </p:stCondLst>
                                  <p:childTnLst>
                                    <p:set>
                                      <p:cBhvr>
                                        <p:cTn id="38" dur="1" fill="hold">
                                          <p:stCondLst>
                                            <p:cond delay="0"/>
                                          </p:stCondLst>
                                        </p:cTn>
                                        <p:tgtEl>
                                          <p:spTgt spid="15376"/>
                                        </p:tgtEl>
                                        <p:attrNameLst>
                                          <p:attrName>style.visibility</p:attrName>
                                        </p:attrNameLst>
                                      </p:cBhvr>
                                      <p:to>
                                        <p:strVal val="visible"/>
                                      </p:to>
                                    </p:set>
                                    <p:animEffect transition="in" filter="dissolve">
                                      <p:cBhvr>
                                        <p:cTn id="39" dur="500"/>
                                        <p:tgtEl>
                                          <p:spTgt spid="1537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9" presetClass="entr" presetSubtype="0" fill="hold" nodeType="clickEffect">
                                  <p:stCondLst>
                                    <p:cond delay="0"/>
                                  </p:stCondLst>
                                  <p:childTnLst>
                                    <p:set>
                                      <p:cBhvr>
                                        <p:cTn id="43" dur="1" fill="hold">
                                          <p:stCondLst>
                                            <p:cond delay="0"/>
                                          </p:stCondLst>
                                        </p:cTn>
                                        <p:tgtEl>
                                          <p:spTgt spid="15377"/>
                                        </p:tgtEl>
                                        <p:attrNameLst>
                                          <p:attrName>style.visibility</p:attrName>
                                        </p:attrNameLst>
                                      </p:cBhvr>
                                      <p:to>
                                        <p:strVal val="visible"/>
                                      </p:to>
                                    </p:set>
                                    <p:animEffect transition="in" filter="dissolve">
                                      <p:cBhvr>
                                        <p:cTn id="44" dur="500"/>
                                        <p:tgtEl>
                                          <p:spTgt spid="1537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9" presetClass="entr" presetSubtype="0" fill="hold" nodeType="clickEffect">
                                  <p:stCondLst>
                                    <p:cond delay="0"/>
                                  </p:stCondLst>
                                  <p:childTnLst>
                                    <p:set>
                                      <p:cBhvr>
                                        <p:cTn id="48" dur="1" fill="hold">
                                          <p:stCondLst>
                                            <p:cond delay="0"/>
                                          </p:stCondLst>
                                        </p:cTn>
                                        <p:tgtEl>
                                          <p:spTgt spid="15378"/>
                                        </p:tgtEl>
                                        <p:attrNameLst>
                                          <p:attrName>style.visibility</p:attrName>
                                        </p:attrNameLst>
                                      </p:cBhvr>
                                      <p:to>
                                        <p:strVal val="visible"/>
                                      </p:to>
                                    </p:set>
                                    <p:animEffect transition="in" filter="dissolve">
                                      <p:cBhvr>
                                        <p:cTn id="49" dur="500"/>
                                        <p:tgtEl>
                                          <p:spTgt spid="153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autoUpdateAnimBg="0"/>
      <p:bldP spid="15369"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395288" y="4732338"/>
            <a:ext cx="2941637"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solidFill>
                  <a:srgbClr val="FF0000"/>
                </a:solidFill>
                <a:latin typeface="Times New Roman" pitchFamily="18" charset="0"/>
                <a:ea typeface="华文中宋" pitchFamily="2" charset="-122"/>
              </a:rPr>
              <a:t>※</a:t>
            </a:r>
            <a:r>
              <a:rPr lang="zh-CN" altLang="en-US" sz="1800">
                <a:solidFill>
                  <a:srgbClr val="FF0000"/>
                </a:solidFill>
                <a:latin typeface="Times New Roman" pitchFamily="18" charset="0"/>
                <a:ea typeface="华文中宋" pitchFamily="2" charset="-122"/>
              </a:rPr>
              <a:t>已知运动情况求力</a:t>
            </a:r>
          </a:p>
        </p:txBody>
      </p:sp>
      <p:sp>
        <p:nvSpPr>
          <p:cNvPr id="20483" name="Text Box 3"/>
          <p:cNvSpPr txBox="1">
            <a:spLocks noChangeArrowheads="1"/>
          </p:cNvSpPr>
          <p:nvPr/>
        </p:nvSpPr>
        <p:spPr bwMode="auto">
          <a:xfrm>
            <a:off x="228600" y="771525"/>
            <a:ext cx="8951913" cy="923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chemeClr val="accent2"/>
                </a:solidFill>
                <a:latin typeface="Times New Roman" pitchFamily="18" charset="0"/>
                <a:ea typeface="华文中宋" pitchFamily="2" charset="-122"/>
              </a:rPr>
              <a:t>例</a:t>
            </a:r>
            <a:r>
              <a:rPr lang="en-US" altLang="zh-CN" sz="1800">
                <a:solidFill>
                  <a:schemeClr val="accent2"/>
                </a:solidFill>
                <a:latin typeface="Times New Roman" pitchFamily="18" charset="0"/>
                <a:ea typeface="华文中宋" pitchFamily="2" charset="-122"/>
              </a:rPr>
              <a:t>    </a:t>
            </a:r>
            <a:r>
              <a:rPr lang="zh-CN" altLang="en-US" sz="1800">
                <a:solidFill>
                  <a:schemeClr val="accent2"/>
                </a:solidFill>
                <a:latin typeface="Times New Roman" pitchFamily="18" charset="0"/>
                <a:ea typeface="华文中宋" pitchFamily="2" charset="-122"/>
              </a:rPr>
              <a:t>长 </a:t>
            </a:r>
            <a:r>
              <a:rPr lang="en-US" altLang="zh-CN" sz="1800" i="1">
                <a:solidFill>
                  <a:schemeClr val="accent2"/>
                </a:solidFill>
                <a:latin typeface="Times New Roman" pitchFamily="18" charset="0"/>
                <a:ea typeface="华文中宋" pitchFamily="2" charset="-122"/>
              </a:rPr>
              <a:t>l </a:t>
            </a:r>
            <a:r>
              <a:rPr lang="zh-CN" altLang="en-US" sz="1800">
                <a:solidFill>
                  <a:schemeClr val="accent2"/>
                </a:solidFill>
                <a:latin typeface="Times New Roman" pitchFamily="18" charset="0"/>
                <a:ea typeface="华文中宋" pitchFamily="2" charset="-122"/>
              </a:rPr>
              <a:t>的轻绳，一端固定，另一端系一质量为</a:t>
            </a:r>
            <a:r>
              <a:rPr lang="en-US" altLang="zh-CN" sz="1800" i="1">
                <a:solidFill>
                  <a:schemeClr val="accent2"/>
                </a:solidFill>
                <a:latin typeface="Times New Roman" pitchFamily="18" charset="0"/>
                <a:ea typeface="华文中宋" pitchFamily="2" charset="-122"/>
              </a:rPr>
              <a:t>m </a:t>
            </a:r>
            <a:r>
              <a:rPr lang="zh-CN" altLang="en-US" sz="1800">
                <a:solidFill>
                  <a:schemeClr val="accent2"/>
                </a:solidFill>
                <a:latin typeface="Times New Roman" pitchFamily="18" charset="0"/>
                <a:ea typeface="华文中宋" pitchFamily="2" charset="-122"/>
              </a:rPr>
              <a:t>的小球。使小球从悬挂着的铅直位置以水平初速度</a:t>
            </a:r>
            <a:r>
              <a:rPr lang="en-US" altLang="zh-CN" sz="1800" i="1">
                <a:solidFill>
                  <a:schemeClr val="accent2"/>
                </a:solidFill>
                <a:latin typeface="Times New Roman" pitchFamily="18" charset="0"/>
                <a:ea typeface="华文中宋" pitchFamily="2" charset="-122"/>
              </a:rPr>
              <a:t>v</a:t>
            </a:r>
            <a:r>
              <a:rPr lang="en-US" altLang="zh-CN" sz="1800" baseline="-25000">
                <a:solidFill>
                  <a:schemeClr val="accent2"/>
                </a:solidFill>
                <a:latin typeface="Times New Roman" pitchFamily="18" charset="0"/>
                <a:ea typeface="华文中宋" pitchFamily="2" charset="-122"/>
              </a:rPr>
              <a:t>0</a:t>
            </a:r>
            <a:r>
              <a:rPr lang="zh-CN" altLang="en-US" sz="1800">
                <a:solidFill>
                  <a:schemeClr val="accent2"/>
                </a:solidFill>
                <a:latin typeface="Times New Roman" pitchFamily="18" charset="0"/>
                <a:ea typeface="华文中宋" pitchFamily="2" charset="-122"/>
              </a:rPr>
              <a:t>开始运动。用牛顿定律求小球沿逆 时针方向转过</a:t>
            </a:r>
            <a:r>
              <a:rPr lang="zh-CN" altLang="en-US" sz="1800" i="1">
                <a:solidFill>
                  <a:schemeClr val="accent2"/>
                </a:solidFill>
                <a:latin typeface="Times New Roman" pitchFamily="18" charset="0"/>
                <a:ea typeface="华文中宋" pitchFamily="2" charset="-122"/>
                <a:sym typeface="Symbol" pitchFamily="18" charset="2"/>
              </a:rPr>
              <a:t></a:t>
            </a:r>
            <a:r>
              <a:rPr lang="zh-CN" altLang="en-US" sz="1800">
                <a:solidFill>
                  <a:schemeClr val="accent2"/>
                </a:solidFill>
                <a:latin typeface="Times New Roman" pitchFamily="18" charset="0"/>
                <a:ea typeface="华文中宋" pitchFamily="2" charset="-122"/>
              </a:rPr>
              <a:t>角时的角速度和绳中的张力。 </a:t>
            </a:r>
          </a:p>
        </p:txBody>
      </p:sp>
      <p:sp>
        <p:nvSpPr>
          <p:cNvPr id="20484" name="Text Box 4"/>
          <p:cNvSpPr txBox="1">
            <a:spLocks noChangeArrowheads="1"/>
          </p:cNvSpPr>
          <p:nvPr/>
        </p:nvSpPr>
        <p:spPr bwMode="auto">
          <a:xfrm>
            <a:off x="304800" y="1565275"/>
            <a:ext cx="45720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latin typeface="Times New Roman" pitchFamily="18" charset="0"/>
                <a:ea typeface="华文中宋" pitchFamily="2" charset="-122"/>
              </a:rPr>
              <a:t>解 ：取小球为研究对象；小球受重力</a:t>
            </a:r>
            <a:r>
              <a:rPr lang="en-US" altLang="zh-CN" sz="1800" i="1">
                <a:latin typeface="Times New Roman" pitchFamily="18" charset="0"/>
                <a:ea typeface="华文中宋" pitchFamily="2" charset="-122"/>
              </a:rPr>
              <a:t>mg</a:t>
            </a:r>
            <a:r>
              <a:rPr lang="zh-CN" altLang="en-US" sz="1800">
                <a:latin typeface="Times New Roman" pitchFamily="18" charset="0"/>
                <a:ea typeface="华文中宋" pitchFamily="2" charset="-122"/>
              </a:rPr>
              <a:t>，及绳子的张力</a:t>
            </a:r>
            <a:r>
              <a:rPr lang="en-US" altLang="zh-CN" sz="1800" i="1">
                <a:latin typeface="Times New Roman" pitchFamily="18" charset="0"/>
                <a:ea typeface="华文中宋" pitchFamily="2" charset="-122"/>
              </a:rPr>
              <a:t>T </a:t>
            </a:r>
            <a:endParaRPr lang="en-US" altLang="zh-CN" sz="1800">
              <a:latin typeface="Times New Roman" pitchFamily="18" charset="0"/>
              <a:ea typeface="华文中宋" pitchFamily="2" charset="-122"/>
            </a:endParaRPr>
          </a:p>
        </p:txBody>
      </p:sp>
      <p:graphicFrame>
        <p:nvGraphicFramePr>
          <p:cNvPr id="20485" name="Object 5"/>
          <p:cNvGraphicFramePr>
            <a:graphicFrameLocks noChangeAspect="1"/>
          </p:cNvGraphicFramePr>
          <p:nvPr/>
        </p:nvGraphicFramePr>
        <p:xfrm>
          <a:off x="1230313" y="2500313"/>
          <a:ext cx="2333625" cy="700087"/>
        </p:xfrm>
        <a:graphic>
          <a:graphicData uri="http://schemas.openxmlformats.org/presentationml/2006/ole">
            <p:oleObj spid="_x0000_s19526" name="Equation" r:id="rId3" imgW="1143000" imgH="457200" progId="Equation.DSMT4">
              <p:embed/>
            </p:oleObj>
          </a:graphicData>
        </a:graphic>
      </p:graphicFrame>
      <p:sp>
        <p:nvSpPr>
          <p:cNvPr id="20486" name="Rectangle 6"/>
          <p:cNvSpPr>
            <a:spLocks noChangeArrowheads="1"/>
          </p:cNvSpPr>
          <p:nvPr/>
        </p:nvSpPr>
        <p:spPr bwMode="auto">
          <a:xfrm>
            <a:off x="228600" y="2139950"/>
            <a:ext cx="48006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eaLnBrk="0" hangingPunct="0"/>
            <a:r>
              <a:rPr lang="zh-CN" altLang="en-US" sz="1800">
                <a:latin typeface="Times New Roman" pitchFamily="18" charset="0"/>
                <a:ea typeface="华文中宋" pitchFamily="2" charset="-122"/>
              </a:rPr>
              <a:t>取自然坐标系，将重力</a:t>
            </a:r>
            <a:r>
              <a:rPr lang="en-US" altLang="zh-CN" sz="1800" i="1">
                <a:latin typeface="Times New Roman" pitchFamily="18" charset="0"/>
                <a:ea typeface="华文中宋" pitchFamily="2" charset="-122"/>
              </a:rPr>
              <a:t>mg</a:t>
            </a:r>
            <a:r>
              <a:rPr lang="zh-CN" altLang="en-US" sz="1800">
                <a:latin typeface="Times New Roman" pitchFamily="18" charset="0"/>
                <a:ea typeface="华文中宋" pitchFamily="2" charset="-122"/>
              </a:rPr>
              <a:t>、张力</a:t>
            </a:r>
            <a:r>
              <a:rPr lang="en-US" altLang="zh-CN" sz="1800" i="1">
                <a:latin typeface="Times New Roman" pitchFamily="18" charset="0"/>
                <a:ea typeface="华文中宋" pitchFamily="2" charset="-122"/>
              </a:rPr>
              <a:t>T </a:t>
            </a:r>
            <a:r>
              <a:rPr lang="zh-CN" altLang="en-US" sz="1800">
                <a:latin typeface="Times New Roman" pitchFamily="18" charset="0"/>
                <a:ea typeface="华文中宋" pitchFamily="2" charset="-122"/>
              </a:rPr>
              <a:t>沿</a:t>
            </a:r>
            <a:r>
              <a:rPr lang="zh-CN" altLang="en-US" sz="1800">
                <a:latin typeface="Times New Roman" pitchFamily="18" charset="0"/>
                <a:ea typeface="华文中宋" pitchFamily="2" charset="-122"/>
                <a:sym typeface="Symbol" pitchFamily="18" charset="2"/>
              </a:rPr>
              <a:t>、</a:t>
            </a:r>
            <a:r>
              <a:rPr lang="en-US" altLang="zh-CN" sz="1800" i="1">
                <a:latin typeface="Times New Roman" pitchFamily="18" charset="0"/>
                <a:ea typeface="华文中宋" pitchFamily="2" charset="-122"/>
                <a:sym typeface="Symbol" pitchFamily="18" charset="2"/>
              </a:rPr>
              <a:t>n</a:t>
            </a:r>
            <a:r>
              <a:rPr lang="zh-CN" altLang="en-US" sz="1800">
                <a:latin typeface="Times New Roman" pitchFamily="18" charset="0"/>
                <a:ea typeface="华文中宋" pitchFamily="2" charset="-122"/>
              </a:rPr>
              <a:t>方向分解</a:t>
            </a:r>
            <a:r>
              <a:rPr lang="en-US" altLang="zh-CN" sz="1800">
                <a:latin typeface="Times New Roman" pitchFamily="18" charset="0"/>
                <a:ea typeface="华文中宋" pitchFamily="2" charset="-122"/>
              </a:rPr>
              <a:t>.</a:t>
            </a:r>
          </a:p>
        </p:txBody>
      </p:sp>
      <p:grpSp>
        <p:nvGrpSpPr>
          <p:cNvPr id="2" name="Group 48"/>
          <p:cNvGrpSpPr>
            <a:grpSpLocks/>
          </p:cNvGrpSpPr>
          <p:nvPr/>
        </p:nvGrpSpPr>
        <p:grpSpPr bwMode="auto">
          <a:xfrm>
            <a:off x="900113" y="3363913"/>
            <a:ext cx="4097337" cy="1146175"/>
            <a:chOff x="296" y="3126"/>
            <a:chExt cx="2624" cy="906"/>
          </a:xfrm>
        </p:grpSpPr>
        <p:graphicFrame>
          <p:nvGraphicFramePr>
            <p:cNvPr id="19502" name="Object 8"/>
            <p:cNvGraphicFramePr>
              <a:graphicFrameLocks noChangeAspect="1"/>
            </p:cNvGraphicFramePr>
            <p:nvPr/>
          </p:nvGraphicFramePr>
          <p:xfrm>
            <a:off x="435" y="3126"/>
            <a:ext cx="2485" cy="906"/>
          </p:xfrm>
          <a:graphic>
            <a:graphicData uri="http://schemas.openxmlformats.org/presentationml/2006/ole">
              <p:oleObj spid="_x0000_s19527" name="Equation" r:id="rId4" imgW="2159000" imgH="838200" progId="Equation.DSMT4">
                <p:embed/>
              </p:oleObj>
            </a:graphicData>
          </a:graphic>
        </p:graphicFrame>
        <p:sp>
          <p:nvSpPr>
            <p:cNvPr id="19503" name="AutoShape 9"/>
            <p:cNvSpPr>
              <a:spLocks/>
            </p:cNvSpPr>
            <p:nvPr/>
          </p:nvSpPr>
          <p:spPr bwMode="auto">
            <a:xfrm>
              <a:off x="296" y="3334"/>
              <a:ext cx="124" cy="466"/>
            </a:xfrm>
            <a:prstGeom prst="leftBrace">
              <a:avLst>
                <a:gd name="adj1" fmla="val 37233"/>
                <a:gd name="adj2" fmla="val 50000"/>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nchor="ctr">
              <a:spAutoFit/>
            </a:bodyPr>
            <a:lstStyle/>
            <a:p>
              <a:endParaRPr lang="zh-CN" altLang="en-US"/>
            </a:p>
          </p:txBody>
        </p:sp>
      </p:grpSp>
      <p:sp>
        <p:nvSpPr>
          <p:cNvPr id="20490" name="Text Box 10"/>
          <p:cNvSpPr txBox="1">
            <a:spLocks noChangeArrowheads="1"/>
          </p:cNvSpPr>
          <p:nvPr/>
        </p:nvSpPr>
        <p:spPr bwMode="auto">
          <a:xfrm>
            <a:off x="304800" y="3219450"/>
            <a:ext cx="14478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spcBef>
                <a:spcPct val="50000"/>
              </a:spcBef>
            </a:pPr>
            <a:r>
              <a:rPr lang="zh-CN" altLang="en-US" sz="1800">
                <a:latin typeface="Times New Roman" pitchFamily="18" charset="0"/>
                <a:ea typeface="华文中宋" pitchFamily="2" charset="-122"/>
              </a:rPr>
              <a:t>列方程</a:t>
            </a:r>
          </a:p>
        </p:txBody>
      </p:sp>
      <p:grpSp>
        <p:nvGrpSpPr>
          <p:cNvPr id="3" name="Group 11"/>
          <p:cNvGrpSpPr>
            <a:grpSpLocks/>
          </p:cNvGrpSpPr>
          <p:nvPr/>
        </p:nvGrpSpPr>
        <p:grpSpPr bwMode="auto">
          <a:xfrm>
            <a:off x="5148263" y="1608138"/>
            <a:ext cx="3657600" cy="2940050"/>
            <a:chOff x="0" y="144"/>
            <a:chExt cx="2304" cy="2469"/>
          </a:xfrm>
        </p:grpSpPr>
        <p:sp>
          <p:nvSpPr>
            <p:cNvPr id="20492" name="Rectangle 12"/>
            <p:cNvSpPr>
              <a:spLocks noChangeArrowheads="1"/>
            </p:cNvSpPr>
            <p:nvPr/>
          </p:nvSpPr>
          <p:spPr bwMode="auto">
            <a:xfrm>
              <a:off x="0" y="1103"/>
              <a:ext cx="2304" cy="388"/>
            </a:xfrm>
            <a:prstGeom prst="rect">
              <a:avLst/>
            </a:prstGeom>
            <a:gradFill rotWithShape="0">
              <a:gsLst>
                <a:gs pos="0">
                  <a:schemeClr val="hlink"/>
                </a:gs>
                <a:gs pos="100000">
                  <a:schemeClr val="hlink">
                    <a:gamma/>
                    <a:tint val="43137"/>
                    <a:invGamma/>
                  </a:schemeClr>
                </a:gs>
              </a:gsLst>
              <a:path path="rect">
                <a:fillToRect t="100000" r="100000"/>
              </a:path>
            </a:gradFill>
            <a:ln w="9525">
              <a:noFill/>
              <a:miter lim="800000"/>
              <a:headEnd/>
              <a:tailEnd/>
            </a:ln>
            <a:effectLst/>
          </p:spPr>
          <p:txBody>
            <a:bodyPr anchor="ctr">
              <a:spAutoFit/>
            </a:bodyPr>
            <a:lstStyle/>
            <a:p>
              <a:pPr>
                <a:defRPr/>
              </a:pPr>
              <a:endParaRPr lang="zh-CN" altLang="en-US"/>
            </a:p>
          </p:txBody>
        </p:sp>
        <p:grpSp>
          <p:nvGrpSpPr>
            <p:cNvPr id="19485" name="Group 13"/>
            <p:cNvGrpSpPr>
              <a:grpSpLocks/>
            </p:cNvGrpSpPr>
            <p:nvPr/>
          </p:nvGrpSpPr>
          <p:grpSpPr bwMode="auto">
            <a:xfrm>
              <a:off x="139" y="144"/>
              <a:ext cx="1169" cy="2469"/>
              <a:chOff x="0" y="0"/>
              <a:chExt cx="1169" cy="2469"/>
            </a:xfrm>
          </p:grpSpPr>
          <p:sp>
            <p:nvSpPr>
              <p:cNvPr id="19486" name="Line 14"/>
              <p:cNvSpPr>
                <a:spLocks noChangeShapeType="1"/>
              </p:cNvSpPr>
              <p:nvPr/>
            </p:nvSpPr>
            <p:spPr bwMode="auto">
              <a:xfrm>
                <a:off x="0" y="144"/>
                <a:ext cx="1008" cy="0"/>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19487" name="Line 15"/>
              <p:cNvSpPr>
                <a:spLocks noChangeShapeType="1"/>
              </p:cNvSpPr>
              <p:nvPr/>
            </p:nvSpPr>
            <p:spPr bwMode="auto">
              <a:xfrm>
                <a:off x="423" y="155"/>
                <a:ext cx="0" cy="2034"/>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19488" name="Line 16"/>
              <p:cNvSpPr>
                <a:spLocks noChangeShapeType="1"/>
              </p:cNvSpPr>
              <p:nvPr/>
            </p:nvSpPr>
            <p:spPr bwMode="auto">
              <a:xfrm flipV="1">
                <a:off x="409" y="2198"/>
                <a:ext cx="576" cy="5"/>
              </a:xfrm>
              <a:prstGeom prst="line">
                <a:avLst/>
              </a:prstGeom>
              <a:noFill/>
              <a:ln w="28575">
                <a:solidFill>
                  <a:srgbClr val="0000FF"/>
                </a:solidFill>
                <a:round/>
                <a:headEnd/>
                <a:tailEnd type="triangle" w="med" len="lg"/>
              </a:ln>
              <a:extLst>
                <a:ext uri="{909E8E84-426E-40DD-AFC4-6F175D3DCCD1}">
                  <a14:hiddenFill xmlns:a14="http://schemas.microsoft.com/office/drawing/2010/main" xmlns="">
                    <a:noFill/>
                  </a14:hiddenFill>
                </a:ext>
              </a:extLst>
            </p:spPr>
            <p:txBody>
              <a:bodyPr anchor="ctr">
                <a:spAutoFit/>
              </a:bodyPr>
              <a:lstStyle/>
              <a:p>
                <a:endParaRPr lang="zh-CN" altLang="en-US"/>
              </a:p>
            </p:txBody>
          </p:sp>
          <p:grpSp>
            <p:nvGrpSpPr>
              <p:cNvPr id="19489" name="Group 17"/>
              <p:cNvGrpSpPr>
                <a:grpSpLocks/>
              </p:cNvGrpSpPr>
              <p:nvPr/>
            </p:nvGrpSpPr>
            <p:grpSpPr bwMode="auto">
              <a:xfrm>
                <a:off x="5" y="0"/>
                <a:ext cx="1104" cy="144"/>
                <a:chOff x="0" y="0"/>
                <a:chExt cx="2760" cy="360"/>
              </a:xfrm>
            </p:grpSpPr>
            <p:sp>
              <p:nvSpPr>
                <p:cNvPr id="19494" name="Line 18"/>
                <p:cNvSpPr>
                  <a:spLocks noChangeShapeType="1"/>
                </p:cNvSpPr>
                <p:nvPr/>
              </p:nvSpPr>
              <p:spPr bwMode="auto">
                <a:xfrm flipH="1">
                  <a:off x="0" y="0"/>
                  <a:ext cx="360" cy="360"/>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19495" name="Line 19"/>
                <p:cNvSpPr>
                  <a:spLocks noChangeShapeType="1"/>
                </p:cNvSpPr>
                <p:nvPr/>
              </p:nvSpPr>
              <p:spPr bwMode="auto">
                <a:xfrm flipH="1">
                  <a:off x="360" y="0"/>
                  <a:ext cx="360" cy="360"/>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19496" name="Line 20"/>
                <p:cNvSpPr>
                  <a:spLocks noChangeShapeType="1"/>
                </p:cNvSpPr>
                <p:nvPr/>
              </p:nvSpPr>
              <p:spPr bwMode="auto">
                <a:xfrm flipH="1">
                  <a:off x="720" y="0"/>
                  <a:ext cx="360" cy="360"/>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19497" name="Line 21"/>
                <p:cNvSpPr>
                  <a:spLocks noChangeShapeType="1"/>
                </p:cNvSpPr>
                <p:nvPr/>
              </p:nvSpPr>
              <p:spPr bwMode="auto">
                <a:xfrm flipH="1">
                  <a:off x="1080" y="0"/>
                  <a:ext cx="360" cy="360"/>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19498" name="Line 22"/>
                <p:cNvSpPr>
                  <a:spLocks noChangeShapeType="1"/>
                </p:cNvSpPr>
                <p:nvPr/>
              </p:nvSpPr>
              <p:spPr bwMode="auto">
                <a:xfrm flipH="1">
                  <a:off x="1440" y="0"/>
                  <a:ext cx="360" cy="360"/>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19499" name="Line 23"/>
                <p:cNvSpPr>
                  <a:spLocks noChangeShapeType="1"/>
                </p:cNvSpPr>
                <p:nvPr/>
              </p:nvSpPr>
              <p:spPr bwMode="auto">
                <a:xfrm flipH="1">
                  <a:off x="1800" y="0"/>
                  <a:ext cx="360" cy="360"/>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19500" name="Line 24"/>
                <p:cNvSpPr>
                  <a:spLocks noChangeShapeType="1"/>
                </p:cNvSpPr>
                <p:nvPr/>
              </p:nvSpPr>
              <p:spPr bwMode="auto">
                <a:xfrm flipH="1">
                  <a:off x="2160" y="0"/>
                  <a:ext cx="360" cy="360"/>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19501" name="Line 25"/>
                <p:cNvSpPr>
                  <a:spLocks noChangeShapeType="1"/>
                </p:cNvSpPr>
                <p:nvPr/>
              </p:nvSpPr>
              <p:spPr bwMode="auto">
                <a:xfrm flipH="1">
                  <a:off x="2400" y="0"/>
                  <a:ext cx="360" cy="360"/>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grpSp>
          <p:sp>
            <p:nvSpPr>
              <p:cNvPr id="19490" name="Oval 26"/>
              <p:cNvSpPr>
                <a:spLocks noChangeArrowheads="1"/>
              </p:cNvSpPr>
              <p:nvPr/>
            </p:nvSpPr>
            <p:spPr bwMode="auto">
              <a:xfrm>
                <a:off x="375" y="1924"/>
                <a:ext cx="114" cy="545"/>
              </a:xfrm>
              <a:prstGeom prst="ellipse">
                <a:avLst/>
              </a:prstGeom>
              <a:gradFill rotWithShape="0">
                <a:gsLst>
                  <a:gs pos="0">
                    <a:srgbClr val="FFFFFF"/>
                  </a:gs>
                  <a:gs pos="100000">
                    <a:srgbClr val="FF9933"/>
                  </a:gs>
                </a:gsLst>
                <a:path path="shape">
                  <a:fillToRect l="50000" t="50000" r="50000" b="50000"/>
                </a:path>
              </a:gradFill>
              <a:ln>
                <a:noFill/>
              </a:ln>
              <a:extLst>
                <a:ext uri="{91240B29-F687-4F45-9708-019B960494DF}">
                  <a14:hiddenLine xmlns:a14="http://schemas.microsoft.com/office/drawing/2010/main" xmlns="" w="9525">
                    <a:solidFill>
                      <a:srgbClr val="000000"/>
                    </a:solidFill>
                    <a:round/>
                    <a:headEnd/>
                    <a:tailEnd/>
                  </a14:hiddenLine>
                </a:ext>
              </a:extLst>
            </p:spPr>
            <p:txBody>
              <a:bodyPr anchor="ctr">
                <a:spAutoFit/>
              </a:bodyPr>
              <a:lstStyle/>
              <a:p>
                <a:endParaRPr lang="zh-CN" altLang="en-US"/>
              </a:p>
            </p:txBody>
          </p:sp>
          <p:graphicFrame>
            <p:nvGraphicFramePr>
              <p:cNvPr id="19491" name="Object 27"/>
              <p:cNvGraphicFramePr>
                <a:graphicFrameLocks noChangeAspect="1"/>
              </p:cNvGraphicFramePr>
              <p:nvPr/>
            </p:nvGraphicFramePr>
            <p:xfrm>
              <a:off x="1013" y="2160"/>
              <a:ext cx="156" cy="216"/>
            </p:xfrm>
            <a:graphic>
              <a:graphicData uri="http://schemas.openxmlformats.org/presentationml/2006/ole">
                <p:oleObj spid="_x0000_s19528" name="Equation" r:id="rId5" imgW="165028" imgH="228501" progId="Equation.DSMT4">
                  <p:embed/>
                </p:oleObj>
              </a:graphicData>
            </a:graphic>
          </p:graphicFrame>
          <p:graphicFrame>
            <p:nvGraphicFramePr>
              <p:cNvPr id="19492" name="Object 28"/>
              <p:cNvGraphicFramePr>
                <a:graphicFrameLocks noChangeAspect="1"/>
              </p:cNvGraphicFramePr>
              <p:nvPr/>
            </p:nvGraphicFramePr>
            <p:xfrm>
              <a:off x="288" y="1056"/>
              <a:ext cx="87" cy="152"/>
            </p:xfrm>
            <a:graphic>
              <a:graphicData uri="http://schemas.openxmlformats.org/presentationml/2006/ole">
                <p:oleObj spid="_x0000_s19529" name="Equation" r:id="rId6" imgW="101468" imgH="177569" progId="Equation.DSMT4">
                  <p:embed/>
                </p:oleObj>
              </a:graphicData>
            </a:graphic>
          </p:graphicFrame>
          <p:graphicFrame>
            <p:nvGraphicFramePr>
              <p:cNvPr id="19493" name="Object 29"/>
              <p:cNvGraphicFramePr>
                <a:graphicFrameLocks noChangeAspect="1"/>
              </p:cNvGraphicFramePr>
              <p:nvPr/>
            </p:nvGraphicFramePr>
            <p:xfrm>
              <a:off x="197" y="2160"/>
              <a:ext cx="148" cy="125"/>
            </p:xfrm>
            <a:graphic>
              <a:graphicData uri="http://schemas.openxmlformats.org/presentationml/2006/ole">
                <p:oleObj spid="_x0000_s19530" r:id="rId7" imgW="165243" imgH="139821" progId="Equation.3">
                  <p:embed/>
                </p:oleObj>
              </a:graphicData>
            </a:graphic>
          </p:graphicFrame>
        </p:grpSp>
      </p:grpSp>
      <p:sp>
        <p:nvSpPr>
          <p:cNvPr id="20510" name="未知"/>
          <p:cNvSpPr>
            <a:spLocks/>
          </p:cNvSpPr>
          <p:nvPr/>
        </p:nvSpPr>
        <p:spPr bwMode="auto">
          <a:xfrm>
            <a:off x="6065838" y="3517900"/>
            <a:ext cx="2724150" cy="460375"/>
          </a:xfrm>
          <a:custGeom>
            <a:avLst/>
            <a:gdLst>
              <a:gd name="T0" fmla="*/ 0 w 1716"/>
              <a:gd name="T1" fmla="*/ 2147483647 h 840"/>
              <a:gd name="T2" fmla="*/ 2147483647 w 1716"/>
              <a:gd name="T3" fmla="*/ 2147483647 h 840"/>
              <a:gd name="T4" fmla="*/ 2147483647 w 1716"/>
              <a:gd name="T5" fmla="*/ 2147483647 h 840"/>
              <a:gd name="T6" fmla="*/ 2147483647 w 1716"/>
              <a:gd name="T7" fmla="*/ 2147483647 h 840"/>
              <a:gd name="T8" fmla="*/ 2147483647 w 1716"/>
              <a:gd name="T9" fmla="*/ 2147483647 h 840"/>
              <a:gd name="T10" fmla="*/ 2147483647 w 1716"/>
              <a:gd name="T11" fmla="*/ 0 h 840"/>
              <a:gd name="T12" fmla="*/ 0 60000 65536"/>
              <a:gd name="T13" fmla="*/ 0 60000 65536"/>
              <a:gd name="T14" fmla="*/ 0 60000 65536"/>
              <a:gd name="T15" fmla="*/ 0 60000 65536"/>
              <a:gd name="T16" fmla="*/ 0 60000 65536"/>
              <a:gd name="T17" fmla="*/ 0 60000 65536"/>
              <a:gd name="T18" fmla="*/ 0 w 1716"/>
              <a:gd name="T19" fmla="*/ 0 h 840"/>
              <a:gd name="T20" fmla="*/ 1716 w 1716"/>
              <a:gd name="T21" fmla="*/ 840 h 840"/>
            </a:gdLst>
            <a:ahLst/>
            <a:cxnLst>
              <a:cxn ang="T12">
                <a:pos x="T0" y="T1"/>
              </a:cxn>
              <a:cxn ang="T13">
                <a:pos x="T2" y="T3"/>
              </a:cxn>
              <a:cxn ang="T14">
                <a:pos x="T4" y="T5"/>
              </a:cxn>
              <a:cxn ang="T15">
                <a:pos x="T6" y="T7"/>
              </a:cxn>
              <a:cxn ang="T16">
                <a:pos x="T8" y="T9"/>
              </a:cxn>
              <a:cxn ang="T17">
                <a:pos x="T10" y="T11"/>
              </a:cxn>
            </a:cxnLst>
            <a:rect l="T18" t="T19" r="T20" b="T21"/>
            <a:pathLst>
              <a:path w="1716" h="840">
                <a:moveTo>
                  <a:pt x="0" y="840"/>
                </a:moveTo>
                <a:cubicBezTo>
                  <a:pt x="140" y="832"/>
                  <a:pt x="280" y="824"/>
                  <a:pt x="432" y="792"/>
                </a:cubicBezTo>
                <a:cubicBezTo>
                  <a:pt x="584" y="760"/>
                  <a:pt x="766" y="712"/>
                  <a:pt x="912" y="648"/>
                </a:cubicBezTo>
                <a:cubicBezTo>
                  <a:pt x="1058" y="584"/>
                  <a:pt x="1206" y="476"/>
                  <a:pt x="1308" y="408"/>
                </a:cubicBezTo>
                <a:cubicBezTo>
                  <a:pt x="1410" y="340"/>
                  <a:pt x="1456" y="308"/>
                  <a:pt x="1524" y="240"/>
                </a:cubicBezTo>
                <a:cubicBezTo>
                  <a:pt x="1592" y="172"/>
                  <a:pt x="1676" y="50"/>
                  <a:pt x="1716" y="0"/>
                </a:cubicBezTo>
              </a:path>
            </a:pathLst>
          </a:custGeom>
          <a:noFill/>
          <a:ln w="28575" cap="flat" cmpd="sng">
            <a:solidFill>
              <a:srgbClr val="FF9933"/>
            </a:solidFill>
            <a:prstDash val="dash"/>
            <a:round/>
            <a:headEnd/>
            <a:tailEnd/>
          </a:ln>
          <a:extLst>
            <a:ext uri="{909E8E84-426E-40DD-AFC4-6F175D3DCCD1}">
              <a14:hiddenFill xmlns:a14="http://schemas.microsoft.com/office/drawing/2010/main" xmlns="">
                <a:solidFill>
                  <a:srgbClr val="FFFFFF"/>
                </a:solidFill>
              </a14:hiddenFill>
            </a:ext>
          </a:extLst>
        </p:spPr>
        <p:txBody>
          <a:bodyPr anchor="ctr">
            <a:spAutoFit/>
          </a:bodyPr>
          <a:lstStyle/>
          <a:p>
            <a:endParaRPr lang="zh-CN" altLang="en-US"/>
          </a:p>
        </p:txBody>
      </p:sp>
      <p:grpSp>
        <p:nvGrpSpPr>
          <p:cNvPr id="6" name="Group 31"/>
          <p:cNvGrpSpPr>
            <a:grpSpLocks/>
          </p:cNvGrpSpPr>
          <p:nvPr/>
        </p:nvGrpSpPr>
        <p:grpSpPr bwMode="auto">
          <a:xfrm>
            <a:off x="7148513" y="3208338"/>
            <a:ext cx="1168400" cy="1343025"/>
            <a:chOff x="12" y="0"/>
            <a:chExt cx="736" cy="1128"/>
          </a:xfrm>
        </p:grpSpPr>
        <p:graphicFrame>
          <p:nvGraphicFramePr>
            <p:cNvPr id="19478" name="Object 32"/>
            <p:cNvGraphicFramePr>
              <a:graphicFrameLocks noChangeAspect="1"/>
            </p:cNvGraphicFramePr>
            <p:nvPr/>
          </p:nvGraphicFramePr>
          <p:xfrm>
            <a:off x="528" y="672"/>
            <a:ext cx="109" cy="152"/>
          </p:xfrm>
          <a:graphic>
            <a:graphicData uri="http://schemas.openxmlformats.org/presentationml/2006/ole">
              <p:oleObj spid="_x0000_s19531" r:id="rId8" imgW="126725" imgH="177415" progId="Equation.3">
                <p:embed/>
              </p:oleObj>
            </a:graphicData>
          </a:graphic>
        </p:graphicFrame>
        <p:grpSp>
          <p:nvGrpSpPr>
            <p:cNvPr id="19479" name="Group 33"/>
            <p:cNvGrpSpPr>
              <a:grpSpLocks/>
            </p:cNvGrpSpPr>
            <p:nvPr/>
          </p:nvGrpSpPr>
          <p:grpSpPr bwMode="auto">
            <a:xfrm>
              <a:off x="12" y="0"/>
              <a:ext cx="736" cy="1128"/>
              <a:chOff x="12" y="0"/>
              <a:chExt cx="736" cy="1128"/>
            </a:xfrm>
          </p:grpSpPr>
          <p:sp>
            <p:nvSpPr>
              <p:cNvPr id="19480" name="Line 34"/>
              <p:cNvSpPr>
                <a:spLocks noChangeShapeType="1"/>
              </p:cNvSpPr>
              <p:nvPr/>
            </p:nvSpPr>
            <p:spPr bwMode="auto">
              <a:xfrm>
                <a:off x="536" y="552"/>
                <a:ext cx="0" cy="576"/>
              </a:xfrm>
              <a:prstGeom prst="line">
                <a:avLst/>
              </a:prstGeom>
              <a:noFill/>
              <a:ln w="28575">
                <a:solidFill>
                  <a:srgbClr val="FF00FF"/>
                </a:solidFill>
                <a:round/>
                <a:headEnd/>
                <a:tailEnd type="triangle" w="med" len="lg"/>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19481" name="Line 35"/>
              <p:cNvSpPr>
                <a:spLocks noChangeShapeType="1"/>
              </p:cNvSpPr>
              <p:nvPr/>
            </p:nvSpPr>
            <p:spPr bwMode="auto">
              <a:xfrm flipH="1" flipV="1">
                <a:off x="192" y="0"/>
                <a:ext cx="336" cy="480"/>
              </a:xfrm>
              <a:prstGeom prst="line">
                <a:avLst/>
              </a:prstGeom>
              <a:noFill/>
              <a:ln w="38100">
                <a:solidFill>
                  <a:schemeClr val="accent2"/>
                </a:solidFill>
                <a:round/>
                <a:headEnd/>
                <a:tailEnd type="triangle" w="med" len="med"/>
              </a:ln>
              <a:extLst>
                <a:ext uri="{909E8E84-426E-40DD-AFC4-6F175D3DCCD1}">
                  <a14:hiddenFill xmlns:a14="http://schemas.microsoft.com/office/drawing/2010/main" xmlns="">
                    <a:noFill/>
                  </a14:hiddenFill>
                </a:ext>
              </a:extLst>
            </p:spPr>
            <p:txBody>
              <a:bodyPr anchor="ctr">
                <a:spAutoFit/>
              </a:bodyPr>
              <a:lstStyle/>
              <a:p>
                <a:endParaRPr lang="zh-CN" altLang="en-US"/>
              </a:p>
            </p:txBody>
          </p:sp>
          <p:graphicFrame>
            <p:nvGraphicFramePr>
              <p:cNvPr id="19482" name="Object 36"/>
              <p:cNvGraphicFramePr>
                <a:graphicFrameLocks noChangeAspect="1"/>
              </p:cNvGraphicFramePr>
              <p:nvPr/>
            </p:nvGraphicFramePr>
            <p:xfrm>
              <a:off x="528" y="816"/>
              <a:ext cx="220" cy="151"/>
            </p:xfrm>
            <a:graphic>
              <a:graphicData uri="http://schemas.openxmlformats.org/presentationml/2006/ole">
                <p:oleObj spid="_x0000_s19532" r:id="rId9" imgW="241405" imgH="165172" progId="Equation.3">
                  <p:embed/>
                </p:oleObj>
              </a:graphicData>
            </a:graphic>
          </p:graphicFrame>
          <p:graphicFrame>
            <p:nvGraphicFramePr>
              <p:cNvPr id="19483" name="Object 37"/>
              <p:cNvGraphicFramePr>
                <a:graphicFrameLocks noChangeAspect="1"/>
              </p:cNvGraphicFramePr>
              <p:nvPr/>
            </p:nvGraphicFramePr>
            <p:xfrm>
              <a:off x="12" y="14"/>
              <a:ext cx="120" cy="142"/>
            </p:xfrm>
            <a:graphic>
              <a:graphicData uri="http://schemas.openxmlformats.org/presentationml/2006/ole">
                <p:oleObj spid="_x0000_s19533" r:id="rId10" imgW="139821" imgH="165243" progId="Equation.3">
                  <p:embed/>
                </p:oleObj>
              </a:graphicData>
            </a:graphic>
          </p:graphicFrame>
        </p:grpSp>
      </p:grpSp>
      <p:grpSp>
        <p:nvGrpSpPr>
          <p:cNvPr id="8" name="Group 38"/>
          <p:cNvGrpSpPr>
            <a:grpSpLocks/>
          </p:cNvGrpSpPr>
          <p:nvPr/>
        </p:nvGrpSpPr>
        <p:grpSpPr bwMode="auto">
          <a:xfrm>
            <a:off x="6030913" y="1779588"/>
            <a:ext cx="2239962" cy="2363787"/>
            <a:chOff x="-20" y="0"/>
            <a:chExt cx="1411" cy="1985"/>
          </a:xfrm>
        </p:grpSpPr>
        <p:sp>
          <p:nvSpPr>
            <p:cNvPr id="19474" name="Arc 39"/>
            <p:cNvSpPr>
              <a:spLocks/>
            </p:cNvSpPr>
            <p:nvPr/>
          </p:nvSpPr>
          <p:spPr bwMode="auto">
            <a:xfrm rot="6917211">
              <a:off x="30" y="264"/>
              <a:ext cx="192" cy="29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headEnd type="triangle" w="med" len="lg"/>
              <a:tailEnd/>
            </a:ln>
            <a:extLst>
              <a:ext uri="{909E8E84-426E-40DD-AFC4-6F175D3DCCD1}">
                <a14:hiddenFill xmlns:a14="http://schemas.microsoft.com/office/drawing/2010/main" xmlns="">
                  <a:solidFill>
                    <a:srgbClr val="FFFFFF"/>
                  </a:solidFill>
                </a14:hiddenFill>
              </a:ext>
            </a:extLst>
          </p:spPr>
          <p:txBody>
            <a:bodyPr anchor="ctr">
              <a:spAutoFit/>
            </a:bodyPr>
            <a:lstStyle/>
            <a:p>
              <a:endParaRPr lang="zh-CN" altLang="en-US"/>
            </a:p>
          </p:txBody>
        </p:sp>
        <p:sp>
          <p:nvSpPr>
            <p:cNvPr id="19475" name="Line 40"/>
            <p:cNvSpPr>
              <a:spLocks noChangeShapeType="1"/>
            </p:cNvSpPr>
            <p:nvPr/>
          </p:nvSpPr>
          <p:spPr bwMode="auto">
            <a:xfrm>
              <a:off x="0" y="0"/>
              <a:ext cx="1391" cy="1963"/>
            </a:xfrm>
            <a:prstGeom prst="line">
              <a:avLst/>
            </a:prstGeom>
            <a:noFill/>
            <a:ln w="9525">
              <a:solidFill>
                <a:srgbClr val="000000"/>
              </a:solidFill>
              <a:prstDash val="lgDash"/>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graphicFrame>
          <p:nvGraphicFramePr>
            <p:cNvPr id="19476" name="Object 41"/>
            <p:cNvGraphicFramePr>
              <a:graphicFrameLocks noChangeAspect="1"/>
            </p:cNvGraphicFramePr>
            <p:nvPr/>
          </p:nvGraphicFramePr>
          <p:xfrm>
            <a:off x="96" y="432"/>
            <a:ext cx="109" cy="152"/>
          </p:xfrm>
          <a:graphic>
            <a:graphicData uri="http://schemas.openxmlformats.org/presentationml/2006/ole">
              <p:oleObj spid="_x0000_s19534" r:id="rId11" imgW="126725" imgH="177415" progId="Equation.3">
                <p:embed/>
              </p:oleObj>
            </a:graphicData>
          </a:graphic>
        </p:graphicFrame>
        <p:sp>
          <p:nvSpPr>
            <p:cNvPr id="19477" name="Oval 42"/>
            <p:cNvSpPr>
              <a:spLocks noChangeArrowheads="1"/>
            </p:cNvSpPr>
            <p:nvPr/>
          </p:nvSpPr>
          <p:spPr bwMode="auto">
            <a:xfrm>
              <a:off x="1148" y="1440"/>
              <a:ext cx="114" cy="545"/>
            </a:xfrm>
            <a:prstGeom prst="ellipse">
              <a:avLst/>
            </a:prstGeom>
            <a:gradFill rotWithShape="0">
              <a:gsLst>
                <a:gs pos="0">
                  <a:srgbClr val="FFFFFF"/>
                </a:gs>
                <a:gs pos="100000">
                  <a:srgbClr val="FF9933"/>
                </a:gs>
              </a:gsLst>
              <a:path path="shape">
                <a:fillToRect l="50000" t="50000" r="50000" b="50000"/>
              </a:path>
            </a:gradFill>
            <a:ln>
              <a:noFill/>
            </a:ln>
            <a:extLst>
              <a:ext uri="{91240B29-F687-4F45-9708-019B960494DF}">
                <a14:hiddenLine xmlns:a14="http://schemas.microsoft.com/office/drawing/2010/main" xmlns="" w="9525">
                  <a:solidFill>
                    <a:srgbClr val="000000"/>
                  </a:solidFill>
                  <a:round/>
                  <a:headEnd/>
                  <a:tailEnd/>
                </a14:hiddenLine>
              </a:ext>
            </a:extLst>
          </p:spPr>
          <p:txBody>
            <a:bodyPr anchor="ctr">
              <a:spAutoFit/>
            </a:bodyPr>
            <a:lstStyle/>
            <a:p>
              <a:endParaRPr lang="zh-CN" altLang="en-US"/>
            </a:p>
          </p:txBody>
        </p:sp>
      </p:grpSp>
      <p:grpSp>
        <p:nvGrpSpPr>
          <p:cNvPr id="9" name="Group 43"/>
          <p:cNvGrpSpPr>
            <a:grpSpLocks/>
          </p:cNvGrpSpPr>
          <p:nvPr/>
        </p:nvGrpSpPr>
        <p:grpSpPr bwMode="auto">
          <a:xfrm>
            <a:off x="7573963" y="3287713"/>
            <a:ext cx="1131887" cy="539750"/>
            <a:chOff x="0" y="0"/>
            <a:chExt cx="713" cy="453"/>
          </a:xfrm>
        </p:grpSpPr>
        <p:sp>
          <p:nvSpPr>
            <p:cNvPr id="19470" name="Line 44"/>
            <p:cNvSpPr>
              <a:spLocks noChangeShapeType="1"/>
            </p:cNvSpPr>
            <p:nvPr/>
          </p:nvSpPr>
          <p:spPr bwMode="auto">
            <a:xfrm flipV="1">
              <a:off x="251" y="172"/>
              <a:ext cx="462" cy="281"/>
            </a:xfrm>
            <a:prstGeom prst="line">
              <a:avLst/>
            </a:prstGeom>
            <a:noFill/>
            <a:ln w="28575">
              <a:solidFill>
                <a:srgbClr val="FF0000"/>
              </a:solidFill>
              <a:round/>
              <a:headEnd/>
              <a:tailEnd type="triangle" w="med" len="lg"/>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19471" name="Line 45"/>
            <p:cNvSpPr>
              <a:spLocks noChangeShapeType="1"/>
            </p:cNvSpPr>
            <p:nvPr/>
          </p:nvSpPr>
          <p:spPr bwMode="auto">
            <a:xfrm flipH="1" flipV="1">
              <a:off x="0" y="80"/>
              <a:ext cx="266" cy="368"/>
            </a:xfrm>
            <a:prstGeom prst="line">
              <a:avLst/>
            </a:prstGeom>
            <a:noFill/>
            <a:ln w="28575">
              <a:solidFill>
                <a:srgbClr val="FF0000"/>
              </a:solidFill>
              <a:round/>
              <a:headEnd/>
              <a:tailEnd type="triangle" w="med" len="lg"/>
            </a:ln>
            <a:extLst>
              <a:ext uri="{909E8E84-426E-40DD-AFC4-6F175D3DCCD1}">
                <a14:hiddenFill xmlns:a14="http://schemas.microsoft.com/office/drawing/2010/main" xmlns="">
                  <a:noFill/>
                </a14:hiddenFill>
              </a:ext>
            </a:extLst>
          </p:spPr>
          <p:txBody>
            <a:bodyPr anchor="ctr">
              <a:spAutoFit/>
            </a:bodyPr>
            <a:lstStyle/>
            <a:p>
              <a:endParaRPr lang="zh-CN" altLang="en-US"/>
            </a:p>
          </p:txBody>
        </p:sp>
        <p:graphicFrame>
          <p:nvGraphicFramePr>
            <p:cNvPr id="19472" name="Object 46"/>
            <p:cNvGraphicFramePr>
              <a:graphicFrameLocks noChangeAspect="1"/>
            </p:cNvGraphicFramePr>
            <p:nvPr/>
          </p:nvGraphicFramePr>
          <p:xfrm>
            <a:off x="549" y="232"/>
            <a:ext cx="156" cy="216"/>
          </p:xfrm>
          <a:graphic>
            <a:graphicData uri="http://schemas.openxmlformats.org/presentationml/2006/ole">
              <p:oleObj spid="_x0000_s19535" name="Equation" r:id="rId12" imgW="165028" imgH="228501" progId="Equation.DSMT4">
                <p:embed/>
              </p:oleObj>
            </a:graphicData>
          </a:graphic>
        </p:graphicFrame>
        <p:graphicFrame>
          <p:nvGraphicFramePr>
            <p:cNvPr id="19473" name="Object 47"/>
            <p:cNvGraphicFramePr>
              <a:graphicFrameLocks noChangeAspect="1"/>
            </p:cNvGraphicFramePr>
            <p:nvPr/>
          </p:nvGraphicFramePr>
          <p:xfrm>
            <a:off x="80" y="0"/>
            <a:ext cx="155" cy="216"/>
          </p:xfrm>
          <a:graphic>
            <a:graphicData uri="http://schemas.openxmlformats.org/presentationml/2006/ole">
              <p:oleObj spid="_x0000_s19536" name="Equation" r:id="rId13" imgW="177646" imgH="228402" progId="Equation.DSMT4">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0482"/>
                                        </p:tgtEl>
                                        <p:attrNameLst>
                                          <p:attrName>style.visibility</p:attrName>
                                        </p:attrNameLst>
                                      </p:cBhvr>
                                      <p:to>
                                        <p:strVal val="visible"/>
                                      </p:to>
                                    </p:set>
                                    <p:anim calcmode="lin" valueType="num">
                                      <p:cBhvr>
                                        <p:cTn id="7" dur="500" fill="hold"/>
                                        <p:tgtEl>
                                          <p:spTgt spid="20482"/>
                                        </p:tgtEl>
                                        <p:attrNameLst>
                                          <p:attrName>ppt_w</p:attrName>
                                        </p:attrNameLst>
                                      </p:cBhvr>
                                      <p:tavLst>
                                        <p:tav tm="0">
                                          <p:val>
                                            <p:fltVal val="0"/>
                                          </p:val>
                                        </p:tav>
                                        <p:tav tm="100000">
                                          <p:val>
                                            <p:strVal val="#ppt_w"/>
                                          </p:val>
                                        </p:tav>
                                      </p:tavLst>
                                    </p:anim>
                                    <p:anim calcmode="lin" valueType="num">
                                      <p:cBhvr>
                                        <p:cTn id="8" dur="500" fill="hold"/>
                                        <p:tgtEl>
                                          <p:spTgt spid="20482"/>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20483"/>
                                        </p:tgtEl>
                                        <p:attrNameLst>
                                          <p:attrName>style.visibility</p:attrName>
                                        </p:attrNameLst>
                                      </p:cBhvr>
                                      <p:to>
                                        <p:strVal val="visible"/>
                                      </p:to>
                                    </p:set>
                                    <p:anim calcmode="lin" valueType="num">
                                      <p:cBhvr>
                                        <p:cTn id="13" dur="500" fill="hold"/>
                                        <p:tgtEl>
                                          <p:spTgt spid="20483"/>
                                        </p:tgtEl>
                                        <p:attrNameLst>
                                          <p:attrName>ppt_w</p:attrName>
                                        </p:attrNameLst>
                                      </p:cBhvr>
                                      <p:tavLst>
                                        <p:tav tm="0">
                                          <p:val>
                                            <p:fltVal val="0"/>
                                          </p:val>
                                        </p:tav>
                                        <p:tav tm="100000">
                                          <p:val>
                                            <p:strVal val="#ppt_w"/>
                                          </p:val>
                                        </p:tav>
                                      </p:tavLst>
                                    </p:anim>
                                    <p:anim calcmode="lin" valueType="num">
                                      <p:cBhvr>
                                        <p:cTn id="14" dur="500" fill="hold"/>
                                        <p:tgtEl>
                                          <p:spTgt spid="20483"/>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0510"/>
                                        </p:tgtEl>
                                        <p:attrNameLst>
                                          <p:attrName>style.visibility</p:attrName>
                                        </p:attrNameLst>
                                      </p:cBhvr>
                                      <p:to>
                                        <p:strVal val="visible"/>
                                      </p:to>
                                    </p:set>
                                    <p:animEffect transition="in" filter="wipe(left)">
                                      <p:cBhvr>
                                        <p:cTn id="23" dur="500"/>
                                        <p:tgtEl>
                                          <p:spTgt spid="2051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7" presetClass="entr" presetSubtype="10" fill="hold" grpId="0" nodeType="clickEffect">
                                  <p:stCondLst>
                                    <p:cond delay="0"/>
                                  </p:stCondLst>
                                  <p:childTnLst>
                                    <p:set>
                                      <p:cBhvr>
                                        <p:cTn id="32" dur="1" fill="hold">
                                          <p:stCondLst>
                                            <p:cond delay="0"/>
                                          </p:stCondLst>
                                        </p:cTn>
                                        <p:tgtEl>
                                          <p:spTgt spid="20484"/>
                                        </p:tgtEl>
                                        <p:attrNameLst>
                                          <p:attrName>style.visibility</p:attrName>
                                        </p:attrNameLst>
                                      </p:cBhvr>
                                      <p:to>
                                        <p:strVal val="visible"/>
                                      </p:to>
                                    </p:set>
                                    <p:anim calcmode="lin" valueType="num">
                                      <p:cBhvr>
                                        <p:cTn id="33" dur="500" fill="hold"/>
                                        <p:tgtEl>
                                          <p:spTgt spid="20484"/>
                                        </p:tgtEl>
                                        <p:attrNameLst>
                                          <p:attrName>ppt_w</p:attrName>
                                        </p:attrNameLst>
                                      </p:cBhvr>
                                      <p:tavLst>
                                        <p:tav tm="0">
                                          <p:val>
                                            <p:fltVal val="0"/>
                                          </p:val>
                                        </p:tav>
                                        <p:tav tm="100000">
                                          <p:val>
                                            <p:strVal val="#ppt_w"/>
                                          </p:val>
                                        </p:tav>
                                      </p:tavLst>
                                    </p:anim>
                                    <p:anim calcmode="lin" valueType="num">
                                      <p:cBhvr>
                                        <p:cTn id="34" dur="500" fill="hold"/>
                                        <p:tgtEl>
                                          <p:spTgt spid="20484"/>
                                        </p:tgtEl>
                                        <p:attrNameLst>
                                          <p:attrName>ppt_h</p:attrName>
                                        </p:attrNameLst>
                                      </p:cBhvr>
                                      <p:tavLst>
                                        <p:tav tm="0">
                                          <p:val>
                                            <p:strVal val="#ppt_h"/>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16"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anim calcmode="lin" valueType="num">
                                      <p:cBhvr>
                                        <p:cTn id="39" dur="500" fill="hold"/>
                                        <p:tgtEl>
                                          <p:spTgt spid="6"/>
                                        </p:tgtEl>
                                        <p:attrNameLst>
                                          <p:attrName>ppt_w</p:attrName>
                                        </p:attrNameLst>
                                      </p:cBhvr>
                                      <p:tavLst>
                                        <p:tav tm="0">
                                          <p:val>
                                            <p:fltVal val="0"/>
                                          </p:val>
                                        </p:tav>
                                        <p:tav tm="100000">
                                          <p:val>
                                            <p:strVal val="#ppt_w"/>
                                          </p:val>
                                        </p:tav>
                                      </p:tavLst>
                                    </p:anim>
                                    <p:anim calcmode="lin" valueType="num">
                                      <p:cBhvr>
                                        <p:cTn id="40"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7" presetClass="entr" presetSubtype="10" fill="hold" grpId="0" nodeType="clickEffect">
                                  <p:stCondLst>
                                    <p:cond delay="0"/>
                                  </p:stCondLst>
                                  <p:childTnLst>
                                    <p:set>
                                      <p:cBhvr>
                                        <p:cTn id="44" dur="1" fill="hold">
                                          <p:stCondLst>
                                            <p:cond delay="0"/>
                                          </p:stCondLst>
                                        </p:cTn>
                                        <p:tgtEl>
                                          <p:spTgt spid="20486"/>
                                        </p:tgtEl>
                                        <p:attrNameLst>
                                          <p:attrName>style.visibility</p:attrName>
                                        </p:attrNameLst>
                                      </p:cBhvr>
                                      <p:to>
                                        <p:strVal val="visible"/>
                                      </p:to>
                                    </p:set>
                                    <p:anim calcmode="lin" valueType="num">
                                      <p:cBhvr>
                                        <p:cTn id="45" dur="500" fill="hold"/>
                                        <p:tgtEl>
                                          <p:spTgt spid="20486"/>
                                        </p:tgtEl>
                                        <p:attrNameLst>
                                          <p:attrName>ppt_w</p:attrName>
                                        </p:attrNameLst>
                                      </p:cBhvr>
                                      <p:tavLst>
                                        <p:tav tm="0">
                                          <p:val>
                                            <p:fltVal val="0"/>
                                          </p:val>
                                        </p:tav>
                                        <p:tav tm="100000">
                                          <p:val>
                                            <p:strVal val="#ppt_w"/>
                                          </p:val>
                                        </p:tav>
                                      </p:tavLst>
                                    </p:anim>
                                    <p:anim calcmode="lin" valueType="num">
                                      <p:cBhvr>
                                        <p:cTn id="46" dur="500" fill="hold"/>
                                        <p:tgtEl>
                                          <p:spTgt spid="20486"/>
                                        </p:tgtEl>
                                        <p:attrNameLst>
                                          <p:attrName>ppt_h</p:attrName>
                                        </p:attrNameLst>
                                      </p:cBhvr>
                                      <p:tavLst>
                                        <p:tav tm="0">
                                          <p:val>
                                            <p:strVal val="#ppt_h"/>
                                          </p:val>
                                        </p:tav>
                                        <p:tav tm="100000">
                                          <p:val>
                                            <p:strVal val="#ppt_h"/>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3" presetClass="entr" presetSubtype="16" fill="hold" nodeType="clickEffect">
                                  <p:stCondLst>
                                    <p:cond delay="0"/>
                                  </p:stCondLst>
                                  <p:childTnLst>
                                    <p:set>
                                      <p:cBhvr>
                                        <p:cTn id="50" dur="1" fill="hold">
                                          <p:stCondLst>
                                            <p:cond delay="0"/>
                                          </p:stCondLst>
                                        </p:cTn>
                                        <p:tgtEl>
                                          <p:spTgt spid="9"/>
                                        </p:tgtEl>
                                        <p:attrNameLst>
                                          <p:attrName>style.visibility</p:attrName>
                                        </p:attrNameLst>
                                      </p:cBhvr>
                                      <p:to>
                                        <p:strVal val="visible"/>
                                      </p:to>
                                    </p:set>
                                    <p:anim calcmode="lin" valueType="num">
                                      <p:cBhvr>
                                        <p:cTn id="51" dur="500" fill="hold"/>
                                        <p:tgtEl>
                                          <p:spTgt spid="9"/>
                                        </p:tgtEl>
                                        <p:attrNameLst>
                                          <p:attrName>ppt_w</p:attrName>
                                        </p:attrNameLst>
                                      </p:cBhvr>
                                      <p:tavLst>
                                        <p:tav tm="0">
                                          <p:val>
                                            <p:fltVal val="0"/>
                                          </p:val>
                                        </p:tav>
                                        <p:tav tm="100000">
                                          <p:val>
                                            <p:strVal val="#ppt_w"/>
                                          </p:val>
                                        </p:tav>
                                      </p:tavLst>
                                    </p:anim>
                                    <p:anim calcmode="lin" valueType="num">
                                      <p:cBhvr>
                                        <p:cTn id="52"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17" presetClass="entr" presetSubtype="10" fill="hold" nodeType="clickEffect">
                                  <p:stCondLst>
                                    <p:cond delay="0"/>
                                  </p:stCondLst>
                                  <p:childTnLst>
                                    <p:set>
                                      <p:cBhvr>
                                        <p:cTn id="56" dur="1" fill="hold">
                                          <p:stCondLst>
                                            <p:cond delay="0"/>
                                          </p:stCondLst>
                                        </p:cTn>
                                        <p:tgtEl>
                                          <p:spTgt spid="20485"/>
                                        </p:tgtEl>
                                        <p:attrNameLst>
                                          <p:attrName>style.visibility</p:attrName>
                                        </p:attrNameLst>
                                      </p:cBhvr>
                                      <p:to>
                                        <p:strVal val="visible"/>
                                      </p:to>
                                    </p:set>
                                    <p:anim calcmode="lin" valueType="num">
                                      <p:cBhvr>
                                        <p:cTn id="57" dur="500" fill="hold"/>
                                        <p:tgtEl>
                                          <p:spTgt spid="20485"/>
                                        </p:tgtEl>
                                        <p:attrNameLst>
                                          <p:attrName>ppt_w</p:attrName>
                                        </p:attrNameLst>
                                      </p:cBhvr>
                                      <p:tavLst>
                                        <p:tav tm="0">
                                          <p:val>
                                            <p:fltVal val="0"/>
                                          </p:val>
                                        </p:tav>
                                        <p:tav tm="100000">
                                          <p:val>
                                            <p:strVal val="#ppt_w"/>
                                          </p:val>
                                        </p:tav>
                                      </p:tavLst>
                                    </p:anim>
                                    <p:anim calcmode="lin" valueType="num">
                                      <p:cBhvr>
                                        <p:cTn id="58" dur="500" fill="hold"/>
                                        <p:tgtEl>
                                          <p:spTgt spid="20485"/>
                                        </p:tgtEl>
                                        <p:attrNameLst>
                                          <p:attrName>ppt_h</p:attrName>
                                        </p:attrNameLst>
                                      </p:cBhvr>
                                      <p:tavLst>
                                        <p:tav tm="0">
                                          <p:val>
                                            <p:strVal val="#ppt_h"/>
                                          </p:val>
                                        </p:tav>
                                        <p:tav tm="100000">
                                          <p:val>
                                            <p:strVal val="#ppt_h"/>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17" presetClass="entr" presetSubtype="10" fill="hold" grpId="0" nodeType="clickEffect">
                                  <p:stCondLst>
                                    <p:cond delay="0"/>
                                  </p:stCondLst>
                                  <p:childTnLst>
                                    <p:set>
                                      <p:cBhvr>
                                        <p:cTn id="62" dur="1" fill="hold">
                                          <p:stCondLst>
                                            <p:cond delay="0"/>
                                          </p:stCondLst>
                                        </p:cTn>
                                        <p:tgtEl>
                                          <p:spTgt spid="20490"/>
                                        </p:tgtEl>
                                        <p:attrNameLst>
                                          <p:attrName>style.visibility</p:attrName>
                                        </p:attrNameLst>
                                      </p:cBhvr>
                                      <p:to>
                                        <p:strVal val="visible"/>
                                      </p:to>
                                    </p:set>
                                    <p:anim calcmode="lin" valueType="num">
                                      <p:cBhvr>
                                        <p:cTn id="63" dur="500" fill="hold"/>
                                        <p:tgtEl>
                                          <p:spTgt spid="20490"/>
                                        </p:tgtEl>
                                        <p:attrNameLst>
                                          <p:attrName>ppt_w</p:attrName>
                                        </p:attrNameLst>
                                      </p:cBhvr>
                                      <p:tavLst>
                                        <p:tav tm="0">
                                          <p:val>
                                            <p:fltVal val="0"/>
                                          </p:val>
                                        </p:tav>
                                        <p:tav tm="100000">
                                          <p:val>
                                            <p:strVal val="#ppt_w"/>
                                          </p:val>
                                        </p:tav>
                                      </p:tavLst>
                                    </p:anim>
                                    <p:anim calcmode="lin" valueType="num">
                                      <p:cBhvr>
                                        <p:cTn id="64" dur="500" fill="hold"/>
                                        <p:tgtEl>
                                          <p:spTgt spid="20490"/>
                                        </p:tgtEl>
                                        <p:attrNameLst>
                                          <p:attrName>ppt_h</p:attrName>
                                        </p:attrNameLst>
                                      </p:cBhvr>
                                      <p:tavLst>
                                        <p:tav tm="0">
                                          <p:val>
                                            <p:strVal val="#ppt_h"/>
                                          </p:val>
                                        </p:tav>
                                        <p:tav tm="100000">
                                          <p:val>
                                            <p:strVal val="#ppt_h"/>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3" presetClass="entr" presetSubtype="10" fill="hold" nodeType="clickEffect">
                                  <p:stCondLst>
                                    <p:cond delay="0"/>
                                  </p:stCondLst>
                                  <p:childTnLst>
                                    <p:set>
                                      <p:cBhvr>
                                        <p:cTn id="68" dur="1" fill="hold">
                                          <p:stCondLst>
                                            <p:cond delay="0"/>
                                          </p:stCondLst>
                                        </p:cTn>
                                        <p:tgtEl>
                                          <p:spTgt spid="2"/>
                                        </p:tgtEl>
                                        <p:attrNameLst>
                                          <p:attrName>style.visibility</p:attrName>
                                        </p:attrNameLst>
                                      </p:cBhvr>
                                      <p:to>
                                        <p:strVal val="visible"/>
                                      </p:to>
                                    </p:set>
                                    <p:animEffect transition="in" filter="blinds(horizontal)">
                                      <p:cBhvr>
                                        <p:cTn id="6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P spid="20483" grpId="0" autoUpdateAnimBg="0"/>
      <p:bldP spid="20484" grpId="0" autoUpdateAnimBg="0"/>
      <p:bldP spid="20486" grpId="0" autoUpdateAnimBg="0"/>
      <p:bldP spid="20490" grpId="0" autoUpdateAnimBg="0"/>
      <p:bldP spid="205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609600" y="835025"/>
            <a:ext cx="708660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spcBef>
                <a:spcPct val="50000"/>
              </a:spcBef>
            </a:pPr>
            <a:r>
              <a:rPr lang="zh-CN" altLang="en-US" sz="1800">
                <a:latin typeface="Times New Roman" pitchFamily="18" charset="0"/>
                <a:ea typeface="华文中宋" pitchFamily="2" charset="-122"/>
              </a:rPr>
              <a:t>将①式两边同乘d</a:t>
            </a:r>
            <a:r>
              <a:rPr lang="zh-CN" altLang="en-US" sz="1800" i="1">
                <a:latin typeface="Times New Roman" pitchFamily="18" charset="0"/>
                <a:ea typeface="华文中宋" pitchFamily="2" charset="-122"/>
                <a:sym typeface="Symbol" pitchFamily="18" charset="2"/>
              </a:rPr>
              <a:t></a:t>
            </a:r>
            <a:r>
              <a:rPr lang="zh-CN" altLang="en-US" sz="1800">
                <a:latin typeface="Times New Roman" pitchFamily="18" charset="0"/>
                <a:ea typeface="华文中宋" pitchFamily="2" charset="-122"/>
                <a:sym typeface="Symbol" pitchFamily="18" charset="2"/>
              </a:rPr>
              <a:t>，并约去等式两边</a:t>
            </a:r>
            <a:r>
              <a:rPr lang="zh-CN" altLang="en-US" sz="1800" i="1">
                <a:latin typeface="Times New Roman" pitchFamily="18" charset="0"/>
                <a:ea typeface="华文中宋" pitchFamily="2" charset="-122"/>
                <a:sym typeface="Symbol" pitchFamily="18" charset="2"/>
              </a:rPr>
              <a:t>m</a:t>
            </a:r>
            <a:r>
              <a:rPr lang="zh-CN" altLang="en-US" sz="1800">
                <a:latin typeface="Times New Roman" pitchFamily="18" charset="0"/>
                <a:ea typeface="华文中宋" pitchFamily="2" charset="-122"/>
                <a:sym typeface="Symbol" pitchFamily="18" charset="2"/>
              </a:rPr>
              <a:t>可得</a:t>
            </a:r>
            <a:endParaRPr lang="zh-CN" altLang="en-US" sz="1800">
              <a:latin typeface="Times New Roman" pitchFamily="18" charset="0"/>
              <a:ea typeface="华文中宋" pitchFamily="2" charset="-122"/>
            </a:endParaRPr>
          </a:p>
        </p:txBody>
      </p:sp>
      <p:graphicFrame>
        <p:nvGraphicFramePr>
          <p:cNvPr id="21507" name="Object 3"/>
          <p:cNvGraphicFramePr>
            <a:graphicFrameLocks noChangeAspect="1"/>
          </p:cNvGraphicFramePr>
          <p:nvPr/>
        </p:nvGraphicFramePr>
        <p:xfrm>
          <a:off x="2527300" y="1273175"/>
          <a:ext cx="2773363" cy="554038"/>
        </p:xfrm>
        <a:graphic>
          <a:graphicData uri="http://schemas.openxmlformats.org/presentationml/2006/ole">
            <p:oleObj spid="_x0000_s20511" name="Equation" r:id="rId3" imgW="1218671" imgH="393529" progId="Equation.DSMT4">
              <p:embed/>
            </p:oleObj>
          </a:graphicData>
        </a:graphic>
      </p:graphicFrame>
      <p:graphicFrame>
        <p:nvGraphicFramePr>
          <p:cNvPr id="21508" name="Object 4"/>
          <p:cNvGraphicFramePr>
            <a:graphicFrameLocks noChangeAspect="1"/>
          </p:cNvGraphicFramePr>
          <p:nvPr/>
        </p:nvGraphicFramePr>
        <p:xfrm>
          <a:off x="1403350" y="1844675"/>
          <a:ext cx="2827338" cy="598488"/>
        </p:xfrm>
        <a:graphic>
          <a:graphicData uri="http://schemas.openxmlformats.org/presentationml/2006/ole">
            <p:oleObj spid="_x0000_s20512" name="Equation" r:id="rId4" imgW="1180588" imgH="393529" progId="Equation.DSMT4">
              <p:embed/>
            </p:oleObj>
          </a:graphicData>
        </a:graphic>
      </p:graphicFrame>
      <p:sp>
        <p:nvSpPr>
          <p:cNvPr id="21509" name="Text Box 5"/>
          <p:cNvSpPr txBox="1">
            <a:spLocks noChangeArrowheads="1"/>
          </p:cNvSpPr>
          <p:nvPr/>
        </p:nvSpPr>
        <p:spPr bwMode="auto">
          <a:xfrm>
            <a:off x="927100" y="2851150"/>
            <a:ext cx="342900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spcBef>
                <a:spcPct val="50000"/>
              </a:spcBef>
            </a:pPr>
            <a:r>
              <a:rPr lang="zh-CN" altLang="en-US" sz="1800">
                <a:latin typeface="Times New Roman" pitchFamily="18" charset="0"/>
                <a:ea typeface="华文中宋" pitchFamily="2" charset="-122"/>
              </a:rPr>
              <a:t>对上式两边求积分有</a:t>
            </a:r>
          </a:p>
        </p:txBody>
      </p:sp>
      <p:graphicFrame>
        <p:nvGraphicFramePr>
          <p:cNvPr id="21510" name="Object 6"/>
          <p:cNvGraphicFramePr>
            <a:graphicFrameLocks noChangeAspect="1"/>
          </p:cNvGraphicFramePr>
          <p:nvPr/>
        </p:nvGraphicFramePr>
        <p:xfrm>
          <a:off x="3771900" y="2782888"/>
          <a:ext cx="3679825" cy="581025"/>
        </p:xfrm>
        <a:graphic>
          <a:graphicData uri="http://schemas.openxmlformats.org/presentationml/2006/ole">
            <p:oleObj spid="_x0000_s20513" name="Equation" r:id="rId5" imgW="1485255" imgH="406224" progId="Equation.DSMT4">
              <p:embed/>
            </p:oleObj>
          </a:graphicData>
        </a:graphic>
      </p:graphicFrame>
      <p:grpSp>
        <p:nvGrpSpPr>
          <p:cNvPr id="2" name="Group 7"/>
          <p:cNvGrpSpPr>
            <a:grpSpLocks/>
          </p:cNvGrpSpPr>
          <p:nvPr/>
        </p:nvGrpSpPr>
        <p:grpSpPr bwMode="auto">
          <a:xfrm>
            <a:off x="900113" y="3435350"/>
            <a:ext cx="4608512" cy="631825"/>
            <a:chOff x="-28" y="-8"/>
            <a:chExt cx="2903" cy="530"/>
          </a:xfrm>
        </p:grpSpPr>
        <p:sp>
          <p:nvSpPr>
            <p:cNvPr id="20493" name="Text Box 8"/>
            <p:cNvSpPr txBox="1">
              <a:spLocks noChangeArrowheads="1"/>
            </p:cNvSpPr>
            <p:nvPr/>
          </p:nvSpPr>
          <p:spPr bwMode="auto">
            <a:xfrm>
              <a:off x="-28" y="96"/>
              <a:ext cx="898"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spcBef>
                  <a:spcPct val="50000"/>
                </a:spcBef>
              </a:pPr>
              <a:r>
                <a:rPr lang="zh-CN" altLang="en-US" sz="1800">
                  <a:latin typeface="Times New Roman" pitchFamily="18" charset="0"/>
                  <a:ea typeface="华文中宋" pitchFamily="2" charset="-122"/>
                </a:rPr>
                <a:t>解得</a:t>
              </a:r>
            </a:p>
          </p:txBody>
        </p:sp>
        <p:graphicFrame>
          <p:nvGraphicFramePr>
            <p:cNvPr id="20494" name="Object 9"/>
            <p:cNvGraphicFramePr>
              <a:graphicFrameLocks noChangeAspect="1"/>
            </p:cNvGraphicFramePr>
            <p:nvPr/>
          </p:nvGraphicFramePr>
          <p:xfrm>
            <a:off x="693" y="-8"/>
            <a:ext cx="2182" cy="530"/>
          </p:xfrm>
          <a:graphic>
            <a:graphicData uri="http://schemas.openxmlformats.org/presentationml/2006/ole">
              <p:oleObj spid="_x0000_s20514" name="公式" r:id="rId6" imgW="1651000" imgH="406400" progId="Equation.3">
                <p:embed/>
              </p:oleObj>
            </a:graphicData>
          </a:graphic>
        </p:graphicFrame>
      </p:grpSp>
      <p:sp>
        <p:nvSpPr>
          <p:cNvPr id="21514" name="Text Box 10"/>
          <p:cNvSpPr txBox="1">
            <a:spLocks noChangeArrowheads="1"/>
          </p:cNvSpPr>
          <p:nvPr/>
        </p:nvSpPr>
        <p:spPr bwMode="auto">
          <a:xfrm>
            <a:off x="889000" y="4098925"/>
            <a:ext cx="34290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spcBef>
                <a:spcPct val="50000"/>
              </a:spcBef>
            </a:pPr>
            <a:r>
              <a:rPr lang="zh-CN" altLang="en-US" sz="1800">
                <a:latin typeface="Times New Roman" pitchFamily="18" charset="0"/>
                <a:ea typeface="华文中宋" pitchFamily="2" charset="-122"/>
              </a:rPr>
              <a:t>将 </a:t>
            </a:r>
            <a:r>
              <a:rPr lang="zh-CN" altLang="en-US" sz="1800" i="1">
                <a:latin typeface="Times New Roman" pitchFamily="18" charset="0"/>
                <a:ea typeface="华文中宋" pitchFamily="2" charset="-122"/>
              </a:rPr>
              <a:t>v = l</a:t>
            </a:r>
            <a:r>
              <a:rPr lang="zh-CN" altLang="en-US" sz="1800" i="1">
                <a:latin typeface="Times New Roman" pitchFamily="18" charset="0"/>
                <a:ea typeface="华文中宋" pitchFamily="2" charset="-122"/>
                <a:sym typeface="Symbol" pitchFamily="18" charset="2"/>
              </a:rPr>
              <a:t></a:t>
            </a:r>
            <a:r>
              <a:rPr lang="zh-CN" altLang="en-US" sz="1800">
                <a:latin typeface="Times New Roman" pitchFamily="18" charset="0"/>
                <a:ea typeface="华文中宋" pitchFamily="2" charset="-122"/>
                <a:sym typeface="Symbol" pitchFamily="18" charset="2"/>
              </a:rPr>
              <a:t> 代入②式，得</a:t>
            </a:r>
            <a:endParaRPr lang="zh-CN" altLang="en-US" sz="1800">
              <a:latin typeface="Times New Roman" pitchFamily="18" charset="0"/>
              <a:ea typeface="华文中宋" pitchFamily="2" charset="-122"/>
            </a:endParaRPr>
          </a:p>
        </p:txBody>
      </p:sp>
      <p:graphicFrame>
        <p:nvGraphicFramePr>
          <p:cNvPr id="21515" name="Object 11"/>
          <p:cNvGraphicFramePr>
            <a:graphicFrameLocks noChangeAspect="1"/>
          </p:cNvGraphicFramePr>
          <p:nvPr/>
        </p:nvGraphicFramePr>
        <p:xfrm>
          <a:off x="4297363" y="3937000"/>
          <a:ext cx="3587750" cy="650875"/>
        </p:xfrm>
        <a:graphic>
          <a:graphicData uri="http://schemas.openxmlformats.org/presentationml/2006/ole">
            <p:oleObj spid="_x0000_s20515" name="Equation" r:id="rId7" imgW="1600200" imgH="419100" progId="Equation.DSMT4">
              <p:embed/>
            </p:oleObj>
          </a:graphicData>
        </a:graphic>
      </p:graphicFrame>
      <p:graphicFrame>
        <p:nvGraphicFramePr>
          <p:cNvPr id="21516" name="Object 12"/>
          <p:cNvGraphicFramePr>
            <a:graphicFrameLocks noChangeAspect="1"/>
          </p:cNvGraphicFramePr>
          <p:nvPr/>
        </p:nvGraphicFramePr>
        <p:xfrm>
          <a:off x="5256213" y="1273175"/>
          <a:ext cx="1416050" cy="554038"/>
        </p:xfrm>
        <a:graphic>
          <a:graphicData uri="http://schemas.openxmlformats.org/presentationml/2006/ole">
            <p:oleObj spid="_x0000_s20516" name="Equation" r:id="rId8" imgW="622030" imgH="393529" progId="Equation.DSMT4">
              <p:embed/>
            </p:oleObj>
          </a:graphicData>
        </a:graphic>
      </p:graphicFrame>
      <p:graphicFrame>
        <p:nvGraphicFramePr>
          <p:cNvPr id="21517" name="Object 13"/>
          <p:cNvGraphicFramePr>
            <a:graphicFrameLocks noChangeAspect="1"/>
          </p:cNvGraphicFramePr>
          <p:nvPr/>
        </p:nvGraphicFramePr>
        <p:xfrm>
          <a:off x="4643438" y="1974850"/>
          <a:ext cx="1176337" cy="306388"/>
        </p:xfrm>
        <a:graphic>
          <a:graphicData uri="http://schemas.openxmlformats.org/presentationml/2006/ole">
            <p:oleObj spid="_x0000_s20517" name="Equation" r:id="rId9" imgW="431425" imgH="177646" progId="Equation.DSMT4">
              <p:embed/>
            </p:oleObj>
          </a:graphicData>
        </a:graphic>
      </p:graphicFrame>
      <p:graphicFrame>
        <p:nvGraphicFramePr>
          <p:cNvPr id="21518" name="Object 14"/>
          <p:cNvGraphicFramePr>
            <a:graphicFrameLocks noChangeAspect="1"/>
          </p:cNvGraphicFramePr>
          <p:nvPr/>
        </p:nvGraphicFramePr>
        <p:xfrm>
          <a:off x="1412875" y="2478088"/>
          <a:ext cx="4049713" cy="309562"/>
        </p:xfrm>
        <a:graphic>
          <a:graphicData uri="http://schemas.openxmlformats.org/presentationml/2006/ole">
            <p:oleObj spid="_x0000_s20518" name="Equation" r:id="rId10" imgW="1688367" imgH="203112"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506"/>
                                        </p:tgtEl>
                                        <p:attrNameLst>
                                          <p:attrName>style.visibility</p:attrName>
                                        </p:attrNameLst>
                                      </p:cBhvr>
                                      <p:to>
                                        <p:strVal val="visible"/>
                                      </p:to>
                                    </p:set>
                                    <p:anim calcmode="lin" valueType="num">
                                      <p:cBhvr additive="base">
                                        <p:cTn id="7" dur="500" fill="hold"/>
                                        <p:tgtEl>
                                          <p:spTgt spid="21506"/>
                                        </p:tgtEl>
                                        <p:attrNameLst>
                                          <p:attrName>ppt_x</p:attrName>
                                        </p:attrNameLst>
                                      </p:cBhvr>
                                      <p:tavLst>
                                        <p:tav tm="0">
                                          <p:val>
                                            <p:strVal val="0-#ppt_w/2"/>
                                          </p:val>
                                        </p:tav>
                                        <p:tav tm="100000">
                                          <p:val>
                                            <p:strVal val="#ppt_x"/>
                                          </p:val>
                                        </p:tav>
                                      </p:tavLst>
                                    </p:anim>
                                    <p:anim calcmode="lin" valueType="num">
                                      <p:cBhvr additive="base">
                                        <p:cTn id="8" dur="500" fill="hold"/>
                                        <p:tgtEl>
                                          <p:spTgt spid="2150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1507"/>
                                        </p:tgtEl>
                                        <p:attrNameLst>
                                          <p:attrName>style.visibility</p:attrName>
                                        </p:attrNameLst>
                                      </p:cBhvr>
                                      <p:to>
                                        <p:strVal val="visible"/>
                                      </p:to>
                                    </p:set>
                                    <p:anim calcmode="lin" valueType="num">
                                      <p:cBhvr additive="base">
                                        <p:cTn id="13" dur="500" fill="hold"/>
                                        <p:tgtEl>
                                          <p:spTgt spid="21507"/>
                                        </p:tgtEl>
                                        <p:attrNameLst>
                                          <p:attrName>ppt_x</p:attrName>
                                        </p:attrNameLst>
                                      </p:cBhvr>
                                      <p:tavLst>
                                        <p:tav tm="0">
                                          <p:val>
                                            <p:strVal val="0-#ppt_w/2"/>
                                          </p:val>
                                        </p:tav>
                                        <p:tav tm="100000">
                                          <p:val>
                                            <p:strVal val="#ppt_x"/>
                                          </p:val>
                                        </p:tav>
                                      </p:tavLst>
                                    </p:anim>
                                    <p:anim calcmode="lin" valueType="num">
                                      <p:cBhvr additive="base">
                                        <p:cTn id="14" dur="500" fill="hold"/>
                                        <p:tgtEl>
                                          <p:spTgt spid="2150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1516"/>
                                        </p:tgtEl>
                                        <p:attrNameLst>
                                          <p:attrName>style.visibility</p:attrName>
                                        </p:attrNameLst>
                                      </p:cBhvr>
                                      <p:to>
                                        <p:strVal val="visible"/>
                                      </p:to>
                                    </p:set>
                                    <p:anim calcmode="lin" valueType="num">
                                      <p:cBhvr additive="base">
                                        <p:cTn id="19" dur="500" fill="hold"/>
                                        <p:tgtEl>
                                          <p:spTgt spid="21516"/>
                                        </p:tgtEl>
                                        <p:attrNameLst>
                                          <p:attrName>ppt_x</p:attrName>
                                        </p:attrNameLst>
                                      </p:cBhvr>
                                      <p:tavLst>
                                        <p:tav tm="0">
                                          <p:val>
                                            <p:strVal val="0-#ppt_w/2"/>
                                          </p:val>
                                        </p:tav>
                                        <p:tav tm="100000">
                                          <p:val>
                                            <p:strVal val="#ppt_x"/>
                                          </p:val>
                                        </p:tav>
                                      </p:tavLst>
                                    </p:anim>
                                    <p:anim calcmode="lin" valueType="num">
                                      <p:cBhvr additive="base">
                                        <p:cTn id="20" dur="500" fill="hold"/>
                                        <p:tgtEl>
                                          <p:spTgt spid="2151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1508"/>
                                        </p:tgtEl>
                                        <p:attrNameLst>
                                          <p:attrName>style.visibility</p:attrName>
                                        </p:attrNameLst>
                                      </p:cBhvr>
                                      <p:to>
                                        <p:strVal val="visible"/>
                                      </p:to>
                                    </p:set>
                                    <p:anim calcmode="lin" valueType="num">
                                      <p:cBhvr additive="base">
                                        <p:cTn id="25" dur="500" fill="hold"/>
                                        <p:tgtEl>
                                          <p:spTgt spid="21508"/>
                                        </p:tgtEl>
                                        <p:attrNameLst>
                                          <p:attrName>ppt_x</p:attrName>
                                        </p:attrNameLst>
                                      </p:cBhvr>
                                      <p:tavLst>
                                        <p:tav tm="0">
                                          <p:val>
                                            <p:strVal val="0-#ppt_w/2"/>
                                          </p:val>
                                        </p:tav>
                                        <p:tav tm="100000">
                                          <p:val>
                                            <p:strVal val="#ppt_x"/>
                                          </p:val>
                                        </p:tav>
                                      </p:tavLst>
                                    </p:anim>
                                    <p:anim calcmode="lin" valueType="num">
                                      <p:cBhvr additive="base">
                                        <p:cTn id="26" dur="500" fill="hold"/>
                                        <p:tgtEl>
                                          <p:spTgt spid="21508"/>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21517"/>
                                        </p:tgtEl>
                                        <p:attrNameLst>
                                          <p:attrName>style.visibility</p:attrName>
                                        </p:attrNameLst>
                                      </p:cBhvr>
                                      <p:to>
                                        <p:strVal val="visible"/>
                                      </p:to>
                                    </p:set>
                                    <p:anim calcmode="lin" valueType="num">
                                      <p:cBhvr additive="base">
                                        <p:cTn id="31" dur="500" fill="hold"/>
                                        <p:tgtEl>
                                          <p:spTgt spid="21517"/>
                                        </p:tgtEl>
                                        <p:attrNameLst>
                                          <p:attrName>ppt_x</p:attrName>
                                        </p:attrNameLst>
                                      </p:cBhvr>
                                      <p:tavLst>
                                        <p:tav tm="0">
                                          <p:val>
                                            <p:strVal val="0-#ppt_w/2"/>
                                          </p:val>
                                        </p:tav>
                                        <p:tav tm="100000">
                                          <p:val>
                                            <p:strVal val="#ppt_x"/>
                                          </p:val>
                                        </p:tav>
                                      </p:tavLst>
                                    </p:anim>
                                    <p:anim calcmode="lin" valueType="num">
                                      <p:cBhvr additive="base">
                                        <p:cTn id="32" dur="500" fill="hold"/>
                                        <p:tgtEl>
                                          <p:spTgt spid="21517"/>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21518"/>
                                        </p:tgtEl>
                                        <p:attrNameLst>
                                          <p:attrName>style.visibility</p:attrName>
                                        </p:attrNameLst>
                                      </p:cBhvr>
                                      <p:to>
                                        <p:strVal val="visible"/>
                                      </p:to>
                                    </p:set>
                                    <p:anim calcmode="lin" valueType="num">
                                      <p:cBhvr additive="base">
                                        <p:cTn id="37" dur="500" fill="hold"/>
                                        <p:tgtEl>
                                          <p:spTgt spid="21518"/>
                                        </p:tgtEl>
                                        <p:attrNameLst>
                                          <p:attrName>ppt_x</p:attrName>
                                        </p:attrNameLst>
                                      </p:cBhvr>
                                      <p:tavLst>
                                        <p:tav tm="0">
                                          <p:val>
                                            <p:strVal val="0-#ppt_w/2"/>
                                          </p:val>
                                        </p:tav>
                                        <p:tav tm="100000">
                                          <p:val>
                                            <p:strVal val="#ppt_x"/>
                                          </p:val>
                                        </p:tav>
                                      </p:tavLst>
                                    </p:anim>
                                    <p:anim calcmode="lin" valueType="num">
                                      <p:cBhvr additive="base">
                                        <p:cTn id="38" dur="500" fill="hold"/>
                                        <p:tgtEl>
                                          <p:spTgt spid="21518"/>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1509"/>
                                        </p:tgtEl>
                                        <p:attrNameLst>
                                          <p:attrName>style.visibility</p:attrName>
                                        </p:attrNameLst>
                                      </p:cBhvr>
                                      <p:to>
                                        <p:strVal val="visible"/>
                                      </p:to>
                                    </p:set>
                                    <p:anim calcmode="lin" valueType="num">
                                      <p:cBhvr additive="base">
                                        <p:cTn id="43" dur="500" fill="hold"/>
                                        <p:tgtEl>
                                          <p:spTgt spid="21509"/>
                                        </p:tgtEl>
                                        <p:attrNameLst>
                                          <p:attrName>ppt_x</p:attrName>
                                        </p:attrNameLst>
                                      </p:cBhvr>
                                      <p:tavLst>
                                        <p:tav tm="0">
                                          <p:val>
                                            <p:strVal val="0-#ppt_w/2"/>
                                          </p:val>
                                        </p:tav>
                                        <p:tav tm="100000">
                                          <p:val>
                                            <p:strVal val="#ppt_x"/>
                                          </p:val>
                                        </p:tav>
                                      </p:tavLst>
                                    </p:anim>
                                    <p:anim calcmode="lin" valueType="num">
                                      <p:cBhvr additive="base">
                                        <p:cTn id="44" dur="500" fill="hold"/>
                                        <p:tgtEl>
                                          <p:spTgt spid="21509"/>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nodeType="clickEffect">
                                  <p:stCondLst>
                                    <p:cond delay="0"/>
                                  </p:stCondLst>
                                  <p:childTnLst>
                                    <p:set>
                                      <p:cBhvr>
                                        <p:cTn id="48" dur="1" fill="hold">
                                          <p:stCondLst>
                                            <p:cond delay="0"/>
                                          </p:stCondLst>
                                        </p:cTn>
                                        <p:tgtEl>
                                          <p:spTgt spid="21510"/>
                                        </p:tgtEl>
                                        <p:attrNameLst>
                                          <p:attrName>style.visibility</p:attrName>
                                        </p:attrNameLst>
                                      </p:cBhvr>
                                      <p:to>
                                        <p:strVal val="visible"/>
                                      </p:to>
                                    </p:set>
                                    <p:anim calcmode="lin" valueType="num">
                                      <p:cBhvr additive="base">
                                        <p:cTn id="49" dur="500" fill="hold"/>
                                        <p:tgtEl>
                                          <p:spTgt spid="21510"/>
                                        </p:tgtEl>
                                        <p:attrNameLst>
                                          <p:attrName>ppt_x</p:attrName>
                                        </p:attrNameLst>
                                      </p:cBhvr>
                                      <p:tavLst>
                                        <p:tav tm="0">
                                          <p:val>
                                            <p:strVal val="0-#ppt_w/2"/>
                                          </p:val>
                                        </p:tav>
                                        <p:tav tm="100000">
                                          <p:val>
                                            <p:strVal val="#ppt_x"/>
                                          </p:val>
                                        </p:tav>
                                      </p:tavLst>
                                    </p:anim>
                                    <p:anim calcmode="lin" valueType="num">
                                      <p:cBhvr additive="base">
                                        <p:cTn id="50" dur="500" fill="hold"/>
                                        <p:tgtEl>
                                          <p:spTgt spid="21510"/>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nodeType="clickEffect">
                                  <p:stCondLst>
                                    <p:cond delay="0"/>
                                  </p:stCondLst>
                                  <p:childTnLst>
                                    <p:set>
                                      <p:cBhvr>
                                        <p:cTn id="54" dur="1" fill="hold">
                                          <p:stCondLst>
                                            <p:cond delay="0"/>
                                          </p:stCondLst>
                                        </p:cTn>
                                        <p:tgtEl>
                                          <p:spTgt spid="2"/>
                                        </p:tgtEl>
                                        <p:attrNameLst>
                                          <p:attrName>style.visibility</p:attrName>
                                        </p:attrNameLst>
                                      </p:cBhvr>
                                      <p:to>
                                        <p:strVal val="visible"/>
                                      </p:to>
                                    </p:set>
                                    <p:anim calcmode="lin" valueType="num">
                                      <p:cBhvr additive="base">
                                        <p:cTn id="55" dur="500" fill="hold"/>
                                        <p:tgtEl>
                                          <p:spTgt spid="2"/>
                                        </p:tgtEl>
                                        <p:attrNameLst>
                                          <p:attrName>ppt_x</p:attrName>
                                        </p:attrNameLst>
                                      </p:cBhvr>
                                      <p:tavLst>
                                        <p:tav tm="0">
                                          <p:val>
                                            <p:strVal val="0-#ppt_w/2"/>
                                          </p:val>
                                        </p:tav>
                                        <p:tav tm="100000">
                                          <p:val>
                                            <p:strVal val="#ppt_x"/>
                                          </p:val>
                                        </p:tav>
                                      </p:tavLst>
                                    </p:anim>
                                    <p:anim calcmode="lin" valueType="num">
                                      <p:cBhvr additive="base">
                                        <p:cTn id="56"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1514"/>
                                        </p:tgtEl>
                                        <p:attrNameLst>
                                          <p:attrName>style.visibility</p:attrName>
                                        </p:attrNameLst>
                                      </p:cBhvr>
                                      <p:to>
                                        <p:strVal val="visible"/>
                                      </p:to>
                                    </p:set>
                                    <p:anim calcmode="lin" valueType="num">
                                      <p:cBhvr additive="base">
                                        <p:cTn id="61" dur="500" fill="hold"/>
                                        <p:tgtEl>
                                          <p:spTgt spid="21514"/>
                                        </p:tgtEl>
                                        <p:attrNameLst>
                                          <p:attrName>ppt_x</p:attrName>
                                        </p:attrNameLst>
                                      </p:cBhvr>
                                      <p:tavLst>
                                        <p:tav tm="0">
                                          <p:val>
                                            <p:strVal val="0-#ppt_w/2"/>
                                          </p:val>
                                        </p:tav>
                                        <p:tav tm="100000">
                                          <p:val>
                                            <p:strVal val="#ppt_x"/>
                                          </p:val>
                                        </p:tav>
                                      </p:tavLst>
                                    </p:anim>
                                    <p:anim calcmode="lin" valueType="num">
                                      <p:cBhvr additive="base">
                                        <p:cTn id="62" dur="500" fill="hold"/>
                                        <p:tgtEl>
                                          <p:spTgt spid="21514"/>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nodeType="clickEffect">
                                  <p:stCondLst>
                                    <p:cond delay="0"/>
                                  </p:stCondLst>
                                  <p:childTnLst>
                                    <p:set>
                                      <p:cBhvr>
                                        <p:cTn id="66" dur="1" fill="hold">
                                          <p:stCondLst>
                                            <p:cond delay="0"/>
                                          </p:stCondLst>
                                        </p:cTn>
                                        <p:tgtEl>
                                          <p:spTgt spid="21515"/>
                                        </p:tgtEl>
                                        <p:attrNameLst>
                                          <p:attrName>style.visibility</p:attrName>
                                        </p:attrNameLst>
                                      </p:cBhvr>
                                      <p:to>
                                        <p:strVal val="visible"/>
                                      </p:to>
                                    </p:set>
                                    <p:anim calcmode="lin" valueType="num">
                                      <p:cBhvr additive="base">
                                        <p:cTn id="67" dur="500" fill="hold"/>
                                        <p:tgtEl>
                                          <p:spTgt spid="21515"/>
                                        </p:tgtEl>
                                        <p:attrNameLst>
                                          <p:attrName>ppt_x</p:attrName>
                                        </p:attrNameLst>
                                      </p:cBhvr>
                                      <p:tavLst>
                                        <p:tav tm="0">
                                          <p:val>
                                            <p:strVal val="0-#ppt_w/2"/>
                                          </p:val>
                                        </p:tav>
                                        <p:tav tm="100000">
                                          <p:val>
                                            <p:strVal val="#ppt_x"/>
                                          </p:val>
                                        </p:tav>
                                      </p:tavLst>
                                    </p:anim>
                                    <p:anim calcmode="lin" valueType="num">
                                      <p:cBhvr additive="base">
                                        <p:cTn id="68" dur="500" fill="hold"/>
                                        <p:tgtEl>
                                          <p:spTgt spid="215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autoUpdateAnimBg="0"/>
      <p:bldP spid="21509" grpId="0" autoUpdateAnimBg="0"/>
      <p:bldP spid="21514"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677863" y="1409700"/>
            <a:ext cx="38608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latin typeface="Times New Roman" pitchFamily="18" charset="0"/>
                <a:ea typeface="华文中宋" pitchFamily="2" charset="-122"/>
              </a:rPr>
              <a:t>解：设向下为Ｘ轴正向，且</a:t>
            </a:r>
          </a:p>
        </p:txBody>
      </p:sp>
      <p:graphicFrame>
        <p:nvGraphicFramePr>
          <p:cNvPr id="22531" name="Object 3"/>
          <p:cNvGraphicFramePr>
            <a:graphicFrameLocks noChangeAspect="1"/>
          </p:cNvGraphicFramePr>
          <p:nvPr/>
        </p:nvGraphicFramePr>
        <p:xfrm>
          <a:off x="2740025" y="1770063"/>
          <a:ext cx="3632200" cy="369887"/>
        </p:xfrm>
        <a:graphic>
          <a:graphicData uri="http://schemas.openxmlformats.org/presentationml/2006/ole">
            <p:oleObj spid="_x0000_s21532" name="公式" r:id="rId3" imgW="1485900" imgH="228600" progId="Equation.3">
              <p:embed/>
            </p:oleObj>
          </a:graphicData>
        </a:graphic>
      </p:graphicFrame>
      <p:sp>
        <p:nvSpPr>
          <p:cNvPr id="22532" name="Text Box 4"/>
          <p:cNvSpPr txBox="1">
            <a:spLocks noChangeArrowheads="1"/>
          </p:cNvSpPr>
          <p:nvPr/>
        </p:nvSpPr>
        <p:spPr bwMode="auto">
          <a:xfrm>
            <a:off x="568325" y="2346325"/>
            <a:ext cx="263525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latin typeface="Times New Roman" pitchFamily="18" charset="0"/>
                <a:ea typeface="华文中宋" pitchFamily="2" charset="-122"/>
              </a:rPr>
              <a:t>由牛顿第二定律得</a:t>
            </a:r>
          </a:p>
        </p:txBody>
      </p:sp>
      <p:graphicFrame>
        <p:nvGraphicFramePr>
          <p:cNvPr id="22533" name="Object 5"/>
          <p:cNvGraphicFramePr>
            <a:graphicFrameLocks noChangeAspect="1"/>
          </p:cNvGraphicFramePr>
          <p:nvPr/>
        </p:nvGraphicFramePr>
        <p:xfrm>
          <a:off x="3219450" y="2203450"/>
          <a:ext cx="2855913" cy="627063"/>
        </p:xfrm>
        <a:graphic>
          <a:graphicData uri="http://schemas.openxmlformats.org/presentationml/2006/ole">
            <p:oleObj spid="_x0000_s21533" name="Equation" r:id="rId4" imgW="1129810" imgH="393529" progId="Equation.DSMT4">
              <p:embed/>
            </p:oleObj>
          </a:graphicData>
        </a:graphic>
      </p:graphicFrame>
      <p:graphicFrame>
        <p:nvGraphicFramePr>
          <p:cNvPr id="22534" name="Object 6"/>
          <p:cNvGraphicFramePr>
            <a:graphicFrameLocks noChangeAspect="1"/>
          </p:cNvGraphicFramePr>
          <p:nvPr/>
        </p:nvGraphicFramePr>
        <p:xfrm>
          <a:off x="755650" y="3009900"/>
          <a:ext cx="4314825" cy="698500"/>
        </p:xfrm>
        <a:graphic>
          <a:graphicData uri="http://schemas.openxmlformats.org/presentationml/2006/ole">
            <p:oleObj spid="_x0000_s21534" name="Equation" r:id="rId5" imgW="2006600" imgH="431800" progId="Equation.DSMT4">
              <p:embed/>
            </p:oleObj>
          </a:graphicData>
        </a:graphic>
      </p:graphicFrame>
      <p:sp>
        <p:nvSpPr>
          <p:cNvPr id="22535" name="Text Box 7"/>
          <p:cNvSpPr txBox="1">
            <a:spLocks noChangeArrowheads="1"/>
          </p:cNvSpPr>
          <p:nvPr/>
        </p:nvSpPr>
        <p:spPr bwMode="auto">
          <a:xfrm>
            <a:off x="566738" y="842963"/>
            <a:ext cx="8397875" cy="647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chemeClr val="accent2"/>
                </a:solidFill>
                <a:latin typeface="Times New Roman" pitchFamily="18" charset="0"/>
                <a:ea typeface="华文中宋" pitchFamily="2" charset="-122"/>
              </a:rPr>
              <a:t>例</a:t>
            </a:r>
            <a:r>
              <a:rPr lang="en-US" altLang="zh-CN" sz="1800">
                <a:solidFill>
                  <a:schemeClr val="accent2"/>
                </a:solidFill>
                <a:latin typeface="Times New Roman" pitchFamily="18" charset="0"/>
                <a:ea typeface="华文中宋" pitchFamily="2" charset="-122"/>
              </a:rPr>
              <a:t>   </a:t>
            </a:r>
            <a:r>
              <a:rPr lang="zh-CN" altLang="en-US" sz="1800">
                <a:solidFill>
                  <a:schemeClr val="accent2"/>
                </a:solidFill>
                <a:latin typeface="Times New Roman" pitchFamily="18" charset="0"/>
                <a:ea typeface="华文中宋" pitchFamily="2" charset="-122"/>
              </a:rPr>
              <a:t>在地球表面附近自由下落的物体，所受空气阻力与速率平方成正比，求其速度表示式。 </a:t>
            </a:r>
          </a:p>
        </p:txBody>
      </p:sp>
      <p:grpSp>
        <p:nvGrpSpPr>
          <p:cNvPr id="2" name="Group 8"/>
          <p:cNvGrpSpPr>
            <a:grpSpLocks/>
          </p:cNvGrpSpPr>
          <p:nvPr/>
        </p:nvGrpSpPr>
        <p:grpSpPr bwMode="auto">
          <a:xfrm>
            <a:off x="700088" y="3867150"/>
            <a:ext cx="2371725" cy="741363"/>
            <a:chOff x="0" y="99"/>
            <a:chExt cx="1793" cy="526"/>
          </a:xfrm>
        </p:grpSpPr>
        <p:graphicFrame>
          <p:nvGraphicFramePr>
            <p:cNvPr id="21518" name="Object 9"/>
            <p:cNvGraphicFramePr>
              <a:graphicFrameLocks noChangeAspect="1"/>
            </p:cNvGraphicFramePr>
            <p:nvPr/>
          </p:nvGraphicFramePr>
          <p:xfrm>
            <a:off x="976" y="99"/>
            <a:ext cx="817" cy="526"/>
          </p:xfrm>
          <a:graphic>
            <a:graphicData uri="http://schemas.openxmlformats.org/presentationml/2006/ole">
              <p:oleObj spid="_x0000_s21535" name="公式" r:id="rId6" imgW="482391" imgH="406224" progId="Equation.3">
                <p:embed/>
              </p:oleObj>
            </a:graphicData>
          </a:graphic>
        </p:graphicFrame>
        <p:sp>
          <p:nvSpPr>
            <p:cNvPr id="21519" name="Text Box 10"/>
            <p:cNvSpPr txBox="1">
              <a:spLocks noChangeArrowheads="1"/>
            </p:cNvSpPr>
            <p:nvPr/>
          </p:nvSpPr>
          <p:spPr bwMode="auto">
            <a:xfrm>
              <a:off x="0" y="222"/>
              <a:ext cx="722" cy="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latin typeface="Times New Roman" pitchFamily="18" charset="0"/>
                  <a:ea typeface="华文中宋" pitchFamily="2" charset="-122"/>
                </a:rPr>
                <a:t>若令</a:t>
              </a:r>
            </a:p>
          </p:txBody>
        </p:sp>
      </p:grpSp>
      <p:grpSp>
        <p:nvGrpSpPr>
          <p:cNvPr id="3" name="Group 11"/>
          <p:cNvGrpSpPr>
            <a:grpSpLocks/>
          </p:cNvGrpSpPr>
          <p:nvPr/>
        </p:nvGrpSpPr>
        <p:grpSpPr bwMode="auto">
          <a:xfrm>
            <a:off x="3957638" y="3917950"/>
            <a:ext cx="3708400" cy="774700"/>
            <a:chOff x="0" y="98"/>
            <a:chExt cx="2146" cy="479"/>
          </a:xfrm>
        </p:grpSpPr>
        <p:sp>
          <p:nvSpPr>
            <p:cNvPr id="21516" name="Text Box 12"/>
            <p:cNvSpPr txBox="1">
              <a:spLocks noChangeArrowheads="1"/>
            </p:cNvSpPr>
            <p:nvPr/>
          </p:nvSpPr>
          <p:spPr bwMode="auto">
            <a:xfrm>
              <a:off x="0" y="208"/>
              <a:ext cx="507" cy="2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latin typeface="Times New Roman" pitchFamily="18" charset="0"/>
                  <a:ea typeface="华文中宋" pitchFamily="2" charset="-122"/>
                </a:rPr>
                <a:t>则有</a:t>
              </a:r>
            </a:p>
          </p:txBody>
        </p:sp>
        <p:graphicFrame>
          <p:nvGraphicFramePr>
            <p:cNvPr id="21517" name="Object 13"/>
            <p:cNvGraphicFramePr>
              <a:graphicFrameLocks noChangeAspect="1"/>
            </p:cNvGraphicFramePr>
            <p:nvPr/>
          </p:nvGraphicFramePr>
          <p:xfrm>
            <a:off x="605" y="98"/>
            <a:ext cx="1541" cy="479"/>
          </p:xfrm>
          <a:graphic>
            <a:graphicData uri="http://schemas.openxmlformats.org/presentationml/2006/ole">
              <p:oleObj spid="_x0000_s21536" name="Equation" r:id="rId7" imgW="1143000" imgH="431800" progId="Equation.DSMT4">
                <p:embed/>
              </p:oleObj>
            </a:graphicData>
          </a:graphic>
        </p:graphicFrame>
      </p:grpSp>
      <p:graphicFrame>
        <p:nvGraphicFramePr>
          <p:cNvPr id="22542" name="Object 14"/>
          <p:cNvGraphicFramePr>
            <a:graphicFrameLocks noChangeAspect="1"/>
          </p:cNvGraphicFramePr>
          <p:nvPr/>
        </p:nvGraphicFramePr>
        <p:xfrm>
          <a:off x="5637213" y="2859088"/>
          <a:ext cx="2101850" cy="1017587"/>
        </p:xfrm>
        <a:graphic>
          <a:graphicData uri="http://schemas.openxmlformats.org/presentationml/2006/ole">
            <p:oleObj spid="_x0000_s21537" name="Equation" r:id="rId8" imgW="965200" imgH="622300" progId="Equation.DSMT4">
              <p:embed/>
            </p:oleObj>
          </a:graphicData>
        </a:graphic>
      </p:graphicFrame>
      <p:sp>
        <p:nvSpPr>
          <p:cNvPr id="22543" name="Text Box 15"/>
          <p:cNvSpPr txBox="1">
            <a:spLocks noChangeArrowheads="1"/>
          </p:cNvSpPr>
          <p:nvPr/>
        </p:nvSpPr>
        <p:spPr bwMode="auto">
          <a:xfrm>
            <a:off x="468313" y="4494213"/>
            <a:ext cx="218122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solidFill>
                  <a:srgbClr val="FF0000"/>
                </a:solidFill>
                <a:latin typeface="Times New Roman" pitchFamily="18" charset="0"/>
                <a:ea typeface="华文中宋" pitchFamily="2" charset="-122"/>
              </a:rPr>
              <a:t>※</a:t>
            </a:r>
            <a:r>
              <a:rPr lang="zh-CN" altLang="en-US" sz="1800">
                <a:solidFill>
                  <a:srgbClr val="FF0000"/>
                </a:solidFill>
                <a:latin typeface="Times New Roman" pitchFamily="18" charset="0"/>
                <a:ea typeface="华文中宋" pitchFamily="2" charset="-122"/>
              </a:rPr>
              <a:t>已知力求运动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2543"/>
                                        </p:tgtEl>
                                        <p:attrNameLst>
                                          <p:attrName>style.visibility</p:attrName>
                                        </p:attrNameLst>
                                      </p:cBhvr>
                                      <p:to>
                                        <p:strVal val="visible"/>
                                      </p:to>
                                    </p:set>
                                    <p:anim calcmode="lin" valueType="num">
                                      <p:cBhvr>
                                        <p:cTn id="7" dur="500" fill="hold"/>
                                        <p:tgtEl>
                                          <p:spTgt spid="22543"/>
                                        </p:tgtEl>
                                        <p:attrNameLst>
                                          <p:attrName>ppt_w</p:attrName>
                                        </p:attrNameLst>
                                      </p:cBhvr>
                                      <p:tavLst>
                                        <p:tav tm="0">
                                          <p:val>
                                            <p:fltVal val="0"/>
                                          </p:val>
                                        </p:tav>
                                        <p:tav tm="100000">
                                          <p:val>
                                            <p:strVal val="#ppt_w"/>
                                          </p:val>
                                        </p:tav>
                                      </p:tavLst>
                                    </p:anim>
                                    <p:anim calcmode="lin" valueType="num">
                                      <p:cBhvr>
                                        <p:cTn id="8" dur="500" fill="hold"/>
                                        <p:tgtEl>
                                          <p:spTgt spid="22543"/>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8" fill="hold" grpId="0" nodeType="clickEffect">
                                  <p:stCondLst>
                                    <p:cond delay="0"/>
                                  </p:stCondLst>
                                  <p:childTnLst>
                                    <p:set>
                                      <p:cBhvr>
                                        <p:cTn id="12" dur="1" fill="hold">
                                          <p:stCondLst>
                                            <p:cond delay="0"/>
                                          </p:stCondLst>
                                        </p:cTn>
                                        <p:tgtEl>
                                          <p:spTgt spid="22535"/>
                                        </p:tgtEl>
                                        <p:attrNameLst>
                                          <p:attrName>style.visibility</p:attrName>
                                        </p:attrNameLst>
                                      </p:cBhvr>
                                      <p:to>
                                        <p:strVal val="visible"/>
                                      </p:to>
                                    </p:set>
                                    <p:anim calcmode="lin" valueType="num">
                                      <p:cBhvr>
                                        <p:cTn id="13" dur="500" fill="hold"/>
                                        <p:tgtEl>
                                          <p:spTgt spid="22535"/>
                                        </p:tgtEl>
                                        <p:attrNameLst>
                                          <p:attrName>ppt_x</p:attrName>
                                        </p:attrNameLst>
                                      </p:cBhvr>
                                      <p:tavLst>
                                        <p:tav tm="0">
                                          <p:val>
                                            <p:strVal val="#ppt_x-#ppt_w/2"/>
                                          </p:val>
                                        </p:tav>
                                        <p:tav tm="100000">
                                          <p:val>
                                            <p:strVal val="#ppt_x"/>
                                          </p:val>
                                        </p:tav>
                                      </p:tavLst>
                                    </p:anim>
                                    <p:anim calcmode="lin" valueType="num">
                                      <p:cBhvr>
                                        <p:cTn id="14" dur="500" fill="hold"/>
                                        <p:tgtEl>
                                          <p:spTgt spid="22535"/>
                                        </p:tgtEl>
                                        <p:attrNameLst>
                                          <p:attrName>ppt_y</p:attrName>
                                        </p:attrNameLst>
                                      </p:cBhvr>
                                      <p:tavLst>
                                        <p:tav tm="0">
                                          <p:val>
                                            <p:strVal val="#ppt_y"/>
                                          </p:val>
                                        </p:tav>
                                        <p:tav tm="100000">
                                          <p:val>
                                            <p:strVal val="#ppt_y"/>
                                          </p:val>
                                        </p:tav>
                                      </p:tavLst>
                                    </p:anim>
                                    <p:anim calcmode="lin" valueType="num">
                                      <p:cBhvr>
                                        <p:cTn id="15" dur="500" fill="hold"/>
                                        <p:tgtEl>
                                          <p:spTgt spid="22535"/>
                                        </p:tgtEl>
                                        <p:attrNameLst>
                                          <p:attrName>ppt_w</p:attrName>
                                        </p:attrNameLst>
                                      </p:cBhvr>
                                      <p:tavLst>
                                        <p:tav tm="0">
                                          <p:val>
                                            <p:fltVal val="0"/>
                                          </p:val>
                                        </p:tav>
                                        <p:tav tm="100000">
                                          <p:val>
                                            <p:strVal val="#ppt_w"/>
                                          </p:val>
                                        </p:tav>
                                      </p:tavLst>
                                    </p:anim>
                                    <p:anim calcmode="lin" valueType="num">
                                      <p:cBhvr>
                                        <p:cTn id="16" dur="500" fill="hold"/>
                                        <p:tgtEl>
                                          <p:spTgt spid="22535"/>
                                        </p:tgtEl>
                                        <p:attrNameLst>
                                          <p:attrName>ppt_h</p:attrName>
                                        </p:attrNameLst>
                                      </p:cBhvr>
                                      <p:tavLst>
                                        <p:tav tm="0">
                                          <p:val>
                                            <p:strVal val="#ppt_h"/>
                                          </p:val>
                                        </p:tav>
                                        <p:tav tm="100000">
                                          <p:val>
                                            <p:strVal val="#ppt_h"/>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7" presetClass="entr" presetSubtype="8" fill="hold" grpId="0" nodeType="clickEffect">
                                  <p:stCondLst>
                                    <p:cond delay="0"/>
                                  </p:stCondLst>
                                  <p:childTnLst>
                                    <p:set>
                                      <p:cBhvr>
                                        <p:cTn id="20" dur="1" fill="hold">
                                          <p:stCondLst>
                                            <p:cond delay="0"/>
                                          </p:stCondLst>
                                        </p:cTn>
                                        <p:tgtEl>
                                          <p:spTgt spid="22530"/>
                                        </p:tgtEl>
                                        <p:attrNameLst>
                                          <p:attrName>style.visibility</p:attrName>
                                        </p:attrNameLst>
                                      </p:cBhvr>
                                      <p:to>
                                        <p:strVal val="visible"/>
                                      </p:to>
                                    </p:set>
                                    <p:anim calcmode="lin" valueType="num">
                                      <p:cBhvr>
                                        <p:cTn id="21" dur="500" fill="hold"/>
                                        <p:tgtEl>
                                          <p:spTgt spid="22530"/>
                                        </p:tgtEl>
                                        <p:attrNameLst>
                                          <p:attrName>ppt_x</p:attrName>
                                        </p:attrNameLst>
                                      </p:cBhvr>
                                      <p:tavLst>
                                        <p:tav tm="0">
                                          <p:val>
                                            <p:strVal val="#ppt_x-#ppt_w/2"/>
                                          </p:val>
                                        </p:tav>
                                        <p:tav tm="100000">
                                          <p:val>
                                            <p:strVal val="#ppt_x"/>
                                          </p:val>
                                        </p:tav>
                                      </p:tavLst>
                                    </p:anim>
                                    <p:anim calcmode="lin" valueType="num">
                                      <p:cBhvr>
                                        <p:cTn id="22" dur="500" fill="hold"/>
                                        <p:tgtEl>
                                          <p:spTgt spid="22530"/>
                                        </p:tgtEl>
                                        <p:attrNameLst>
                                          <p:attrName>ppt_y</p:attrName>
                                        </p:attrNameLst>
                                      </p:cBhvr>
                                      <p:tavLst>
                                        <p:tav tm="0">
                                          <p:val>
                                            <p:strVal val="#ppt_y"/>
                                          </p:val>
                                        </p:tav>
                                        <p:tav tm="100000">
                                          <p:val>
                                            <p:strVal val="#ppt_y"/>
                                          </p:val>
                                        </p:tav>
                                      </p:tavLst>
                                    </p:anim>
                                    <p:anim calcmode="lin" valueType="num">
                                      <p:cBhvr>
                                        <p:cTn id="23" dur="500" fill="hold"/>
                                        <p:tgtEl>
                                          <p:spTgt spid="22530"/>
                                        </p:tgtEl>
                                        <p:attrNameLst>
                                          <p:attrName>ppt_w</p:attrName>
                                        </p:attrNameLst>
                                      </p:cBhvr>
                                      <p:tavLst>
                                        <p:tav tm="0">
                                          <p:val>
                                            <p:fltVal val="0"/>
                                          </p:val>
                                        </p:tav>
                                        <p:tav tm="100000">
                                          <p:val>
                                            <p:strVal val="#ppt_w"/>
                                          </p:val>
                                        </p:tav>
                                      </p:tavLst>
                                    </p:anim>
                                    <p:anim calcmode="lin" valueType="num">
                                      <p:cBhvr>
                                        <p:cTn id="24" dur="500" fill="hold"/>
                                        <p:tgtEl>
                                          <p:spTgt spid="22530"/>
                                        </p:tgtEl>
                                        <p:attrNameLst>
                                          <p:attrName>ppt_h</p:attrName>
                                        </p:attrNameLst>
                                      </p:cBhvr>
                                      <p:tavLst>
                                        <p:tav tm="0">
                                          <p:val>
                                            <p:strVal val="#ppt_h"/>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7" presetClass="entr" presetSubtype="8" fill="hold" nodeType="clickEffect">
                                  <p:stCondLst>
                                    <p:cond delay="0"/>
                                  </p:stCondLst>
                                  <p:childTnLst>
                                    <p:set>
                                      <p:cBhvr>
                                        <p:cTn id="28" dur="1" fill="hold">
                                          <p:stCondLst>
                                            <p:cond delay="0"/>
                                          </p:stCondLst>
                                        </p:cTn>
                                        <p:tgtEl>
                                          <p:spTgt spid="22531"/>
                                        </p:tgtEl>
                                        <p:attrNameLst>
                                          <p:attrName>style.visibility</p:attrName>
                                        </p:attrNameLst>
                                      </p:cBhvr>
                                      <p:to>
                                        <p:strVal val="visible"/>
                                      </p:to>
                                    </p:set>
                                    <p:anim calcmode="lin" valueType="num">
                                      <p:cBhvr>
                                        <p:cTn id="29" dur="500" fill="hold"/>
                                        <p:tgtEl>
                                          <p:spTgt spid="22531"/>
                                        </p:tgtEl>
                                        <p:attrNameLst>
                                          <p:attrName>ppt_x</p:attrName>
                                        </p:attrNameLst>
                                      </p:cBhvr>
                                      <p:tavLst>
                                        <p:tav tm="0">
                                          <p:val>
                                            <p:strVal val="#ppt_x-#ppt_w/2"/>
                                          </p:val>
                                        </p:tav>
                                        <p:tav tm="100000">
                                          <p:val>
                                            <p:strVal val="#ppt_x"/>
                                          </p:val>
                                        </p:tav>
                                      </p:tavLst>
                                    </p:anim>
                                    <p:anim calcmode="lin" valueType="num">
                                      <p:cBhvr>
                                        <p:cTn id="30" dur="500" fill="hold"/>
                                        <p:tgtEl>
                                          <p:spTgt spid="22531"/>
                                        </p:tgtEl>
                                        <p:attrNameLst>
                                          <p:attrName>ppt_y</p:attrName>
                                        </p:attrNameLst>
                                      </p:cBhvr>
                                      <p:tavLst>
                                        <p:tav tm="0">
                                          <p:val>
                                            <p:strVal val="#ppt_y"/>
                                          </p:val>
                                        </p:tav>
                                        <p:tav tm="100000">
                                          <p:val>
                                            <p:strVal val="#ppt_y"/>
                                          </p:val>
                                        </p:tav>
                                      </p:tavLst>
                                    </p:anim>
                                    <p:anim calcmode="lin" valueType="num">
                                      <p:cBhvr>
                                        <p:cTn id="31" dur="500" fill="hold"/>
                                        <p:tgtEl>
                                          <p:spTgt spid="22531"/>
                                        </p:tgtEl>
                                        <p:attrNameLst>
                                          <p:attrName>ppt_w</p:attrName>
                                        </p:attrNameLst>
                                      </p:cBhvr>
                                      <p:tavLst>
                                        <p:tav tm="0">
                                          <p:val>
                                            <p:fltVal val="0"/>
                                          </p:val>
                                        </p:tav>
                                        <p:tav tm="100000">
                                          <p:val>
                                            <p:strVal val="#ppt_w"/>
                                          </p:val>
                                        </p:tav>
                                      </p:tavLst>
                                    </p:anim>
                                    <p:anim calcmode="lin" valueType="num">
                                      <p:cBhvr>
                                        <p:cTn id="32" dur="500" fill="hold"/>
                                        <p:tgtEl>
                                          <p:spTgt spid="22531"/>
                                        </p:tgtEl>
                                        <p:attrNameLst>
                                          <p:attrName>ppt_h</p:attrName>
                                        </p:attrNameLst>
                                      </p:cBhvr>
                                      <p:tavLst>
                                        <p:tav tm="0">
                                          <p:val>
                                            <p:strVal val="#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8" fill="hold" grpId="0" nodeType="clickEffect">
                                  <p:stCondLst>
                                    <p:cond delay="0"/>
                                  </p:stCondLst>
                                  <p:childTnLst>
                                    <p:set>
                                      <p:cBhvr>
                                        <p:cTn id="36" dur="1" fill="hold">
                                          <p:stCondLst>
                                            <p:cond delay="0"/>
                                          </p:stCondLst>
                                        </p:cTn>
                                        <p:tgtEl>
                                          <p:spTgt spid="22532"/>
                                        </p:tgtEl>
                                        <p:attrNameLst>
                                          <p:attrName>style.visibility</p:attrName>
                                        </p:attrNameLst>
                                      </p:cBhvr>
                                      <p:to>
                                        <p:strVal val="visible"/>
                                      </p:to>
                                    </p:set>
                                    <p:anim calcmode="lin" valueType="num">
                                      <p:cBhvr>
                                        <p:cTn id="37" dur="500" fill="hold"/>
                                        <p:tgtEl>
                                          <p:spTgt spid="22532"/>
                                        </p:tgtEl>
                                        <p:attrNameLst>
                                          <p:attrName>ppt_x</p:attrName>
                                        </p:attrNameLst>
                                      </p:cBhvr>
                                      <p:tavLst>
                                        <p:tav tm="0">
                                          <p:val>
                                            <p:strVal val="#ppt_x-#ppt_w/2"/>
                                          </p:val>
                                        </p:tav>
                                        <p:tav tm="100000">
                                          <p:val>
                                            <p:strVal val="#ppt_x"/>
                                          </p:val>
                                        </p:tav>
                                      </p:tavLst>
                                    </p:anim>
                                    <p:anim calcmode="lin" valueType="num">
                                      <p:cBhvr>
                                        <p:cTn id="38" dur="500" fill="hold"/>
                                        <p:tgtEl>
                                          <p:spTgt spid="22532"/>
                                        </p:tgtEl>
                                        <p:attrNameLst>
                                          <p:attrName>ppt_y</p:attrName>
                                        </p:attrNameLst>
                                      </p:cBhvr>
                                      <p:tavLst>
                                        <p:tav tm="0">
                                          <p:val>
                                            <p:strVal val="#ppt_y"/>
                                          </p:val>
                                        </p:tav>
                                        <p:tav tm="100000">
                                          <p:val>
                                            <p:strVal val="#ppt_y"/>
                                          </p:val>
                                        </p:tav>
                                      </p:tavLst>
                                    </p:anim>
                                    <p:anim calcmode="lin" valueType="num">
                                      <p:cBhvr>
                                        <p:cTn id="39" dur="500" fill="hold"/>
                                        <p:tgtEl>
                                          <p:spTgt spid="22532"/>
                                        </p:tgtEl>
                                        <p:attrNameLst>
                                          <p:attrName>ppt_w</p:attrName>
                                        </p:attrNameLst>
                                      </p:cBhvr>
                                      <p:tavLst>
                                        <p:tav tm="0">
                                          <p:val>
                                            <p:fltVal val="0"/>
                                          </p:val>
                                        </p:tav>
                                        <p:tav tm="100000">
                                          <p:val>
                                            <p:strVal val="#ppt_w"/>
                                          </p:val>
                                        </p:tav>
                                      </p:tavLst>
                                    </p:anim>
                                    <p:anim calcmode="lin" valueType="num">
                                      <p:cBhvr>
                                        <p:cTn id="40" dur="500" fill="hold"/>
                                        <p:tgtEl>
                                          <p:spTgt spid="22532"/>
                                        </p:tgtEl>
                                        <p:attrNameLst>
                                          <p:attrName>ppt_h</p:attrName>
                                        </p:attrNameLst>
                                      </p:cBhvr>
                                      <p:tavLst>
                                        <p:tav tm="0">
                                          <p:val>
                                            <p:strVal val="#ppt_h"/>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7" presetClass="entr" presetSubtype="8" fill="hold" nodeType="clickEffect">
                                  <p:stCondLst>
                                    <p:cond delay="0"/>
                                  </p:stCondLst>
                                  <p:childTnLst>
                                    <p:set>
                                      <p:cBhvr>
                                        <p:cTn id="44" dur="1" fill="hold">
                                          <p:stCondLst>
                                            <p:cond delay="0"/>
                                          </p:stCondLst>
                                        </p:cTn>
                                        <p:tgtEl>
                                          <p:spTgt spid="22533"/>
                                        </p:tgtEl>
                                        <p:attrNameLst>
                                          <p:attrName>style.visibility</p:attrName>
                                        </p:attrNameLst>
                                      </p:cBhvr>
                                      <p:to>
                                        <p:strVal val="visible"/>
                                      </p:to>
                                    </p:set>
                                    <p:anim calcmode="lin" valueType="num">
                                      <p:cBhvr>
                                        <p:cTn id="45" dur="500" fill="hold"/>
                                        <p:tgtEl>
                                          <p:spTgt spid="22533"/>
                                        </p:tgtEl>
                                        <p:attrNameLst>
                                          <p:attrName>ppt_x</p:attrName>
                                        </p:attrNameLst>
                                      </p:cBhvr>
                                      <p:tavLst>
                                        <p:tav tm="0">
                                          <p:val>
                                            <p:strVal val="#ppt_x-#ppt_w/2"/>
                                          </p:val>
                                        </p:tav>
                                        <p:tav tm="100000">
                                          <p:val>
                                            <p:strVal val="#ppt_x"/>
                                          </p:val>
                                        </p:tav>
                                      </p:tavLst>
                                    </p:anim>
                                    <p:anim calcmode="lin" valueType="num">
                                      <p:cBhvr>
                                        <p:cTn id="46" dur="500" fill="hold"/>
                                        <p:tgtEl>
                                          <p:spTgt spid="22533"/>
                                        </p:tgtEl>
                                        <p:attrNameLst>
                                          <p:attrName>ppt_y</p:attrName>
                                        </p:attrNameLst>
                                      </p:cBhvr>
                                      <p:tavLst>
                                        <p:tav tm="0">
                                          <p:val>
                                            <p:strVal val="#ppt_y"/>
                                          </p:val>
                                        </p:tav>
                                        <p:tav tm="100000">
                                          <p:val>
                                            <p:strVal val="#ppt_y"/>
                                          </p:val>
                                        </p:tav>
                                      </p:tavLst>
                                    </p:anim>
                                    <p:anim calcmode="lin" valueType="num">
                                      <p:cBhvr>
                                        <p:cTn id="47" dur="500" fill="hold"/>
                                        <p:tgtEl>
                                          <p:spTgt spid="22533"/>
                                        </p:tgtEl>
                                        <p:attrNameLst>
                                          <p:attrName>ppt_w</p:attrName>
                                        </p:attrNameLst>
                                      </p:cBhvr>
                                      <p:tavLst>
                                        <p:tav tm="0">
                                          <p:val>
                                            <p:fltVal val="0"/>
                                          </p:val>
                                        </p:tav>
                                        <p:tav tm="100000">
                                          <p:val>
                                            <p:strVal val="#ppt_w"/>
                                          </p:val>
                                        </p:tav>
                                      </p:tavLst>
                                    </p:anim>
                                    <p:anim calcmode="lin" valueType="num">
                                      <p:cBhvr>
                                        <p:cTn id="48" dur="500" fill="hold"/>
                                        <p:tgtEl>
                                          <p:spTgt spid="22533"/>
                                        </p:tgtEl>
                                        <p:attrNameLst>
                                          <p:attrName>ppt_h</p:attrName>
                                        </p:attrNameLst>
                                      </p:cBhvr>
                                      <p:tavLst>
                                        <p:tav tm="0">
                                          <p:val>
                                            <p:strVal val="#ppt_h"/>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17" presetClass="entr" presetSubtype="8" fill="hold" nodeType="clickEffect">
                                  <p:stCondLst>
                                    <p:cond delay="0"/>
                                  </p:stCondLst>
                                  <p:childTnLst>
                                    <p:set>
                                      <p:cBhvr>
                                        <p:cTn id="52" dur="1" fill="hold">
                                          <p:stCondLst>
                                            <p:cond delay="0"/>
                                          </p:stCondLst>
                                        </p:cTn>
                                        <p:tgtEl>
                                          <p:spTgt spid="22534"/>
                                        </p:tgtEl>
                                        <p:attrNameLst>
                                          <p:attrName>style.visibility</p:attrName>
                                        </p:attrNameLst>
                                      </p:cBhvr>
                                      <p:to>
                                        <p:strVal val="visible"/>
                                      </p:to>
                                    </p:set>
                                    <p:anim calcmode="lin" valueType="num">
                                      <p:cBhvr>
                                        <p:cTn id="53" dur="500" fill="hold"/>
                                        <p:tgtEl>
                                          <p:spTgt spid="22534"/>
                                        </p:tgtEl>
                                        <p:attrNameLst>
                                          <p:attrName>ppt_x</p:attrName>
                                        </p:attrNameLst>
                                      </p:cBhvr>
                                      <p:tavLst>
                                        <p:tav tm="0">
                                          <p:val>
                                            <p:strVal val="#ppt_x-#ppt_w/2"/>
                                          </p:val>
                                        </p:tav>
                                        <p:tav tm="100000">
                                          <p:val>
                                            <p:strVal val="#ppt_x"/>
                                          </p:val>
                                        </p:tav>
                                      </p:tavLst>
                                    </p:anim>
                                    <p:anim calcmode="lin" valueType="num">
                                      <p:cBhvr>
                                        <p:cTn id="54" dur="500" fill="hold"/>
                                        <p:tgtEl>
                                          <p:spTgt spid="22534"/>
                                        </p:tgtEl>
                                        <p:attrNameLst>
                                          <p:attrName>ppt_y</p:attrName>
                                        </p:attrNameLst>
                                      </p:cBhvr>
                                      <p:tavLst>
                                        <p:tav tm="0">
                                          <p:val>
                                            <p:strVal val="#ppt_y"/>
                                          </p:val>
                                        </p:tav>
                                        <p:tav tm="100000">
                                          <p:val>
                                            <p:strVal val="#ppt_y"/>
                                          </p:val>
                                        </p:tav>
                                      </p:tavLst>
                                    </p:anim>
                                    <p:anim calcmode="lin" valueType="num">
                                      <p:cBhvr>
                                        <p:cTn id="55" dur="500" fill="hold"/>
                                        <p:tgtEl>
                                          <p:spTgt spid="22534"/>
                                        </p:tgtEl>
                                        <p:attrNameLst>
                                          <p:attrName>ppt_w</p:attrName>
                                        </p:attrNameLst>
                                      </p:cBhvr>
                                      <p:tavLst>
                                        <p:tav tm="0">
                                          <p:val>
                                            <p:fltVal val="0"/>
                                          </p:val>
                                        </p:tav>
                                        <p:tav tm="100000">
                                          <p:val>
                                            <p:strVal val="#ppt_w"/>
                                          </p:val>
                                        </p:tav>
                                      </p:tavLst>
                                    </p:anim>
                                    <p:anim calcmode="lin" valueType="num">
                                      <p:cBhvr>
                                        <p:cTn id="56" dur="500" fill="hold"/>
                                        <p:tgtEl>
                                          <p:spTgt spid="22534"/>
                                        </p:tgtEl>
                                        <p:attrNameLst>
                                          <p:attrName>ppt_h</p:attrName>
                                        </p:attrNameLst>
                                      </p:cBhvr>
                                      <p:tavLst>
                                        <p:tav tm="0">
                                          <p:val>
                                            <p:strVal val="#ppt_h"/>
                                          </p:val>
                                        </p:tav>
                                        <p:tav tm="100000">
                                          <p:val>
                                            <p:strVal val="#ppt_h"/>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17" presetClass="entr" presetSubtype="8" fill="hold" nodeType="clickEffect">
                                  <p:stCondLst>
                                    <p:cond delay="0"/>
                                  </p:stCondLst>
                                  <p:childTnLst>
                                    <p:set>
                                      <p:cBhvr>
                                        <p:cTn id="60" dur="1" fill="hold">
                                          <p:stCondLst>
                                            <p:cond delay="0"/>
                                          </p:stCondLst>
                                        </p:cTn>
                                        <p:tgtEl>
                                          <p:spTgt spid="22542"/>
                                        </p:tgtEl>
                                        <p:attrNameLst>
                                          <p:attrName>style.visibility</p:attrName>
                                        </p:attrNameLst>
                                      </p:cBhvr>
                                      <p:to>
                                        <p:strVal val="visible"/>
                                      </p:to>
                                    </p:set>
                                    <p:anim calcmode="lin" valueType="num">
                                      <p:cBhvr>
                                        <p:cTn id="61" dur="500" fill="hold"/>
                                        <p:tgtEl>
                                          <p:spTgt spid="22542"/>
                                        </p:tgtEl>
                                        <p:attrNameLst>
                                          <p:attrName>ppt_x</p:attrName>
                                        </p:attrNameLst>
                                      </p:cBhvr>
                                      <p:tavLst>
                                        <p:tav tm="0">
                                          <p:val>
                                            <p:strVal val="#ppt_x-#ppt_w/2"/>
                                          </p:val>
                                        </p:tav>
                                        <p:tav tm="100000">
                                          <p:val>
                                            <p:strVal val="#ppt_x"/>
                                          </p:val>
                                        </p:tav>
                                      </p:tavLst>
                                    </p:anim>
                                    <p:anim calcmode="lin" valueType="num">
                                      <p:cBhvr>
                                        <p:cTn id="62" dur="500" fill="hold"/>
                                        <p:tgtEl>
                                          <p:spTgt spid="22542"/>
                                        </p:tgtEl>
                                        <p:attrNameLst>
                                          <p:attrName>ppt_y</p:attrName>
                                        </p:attrNameLst>
                                      </p:cBhvr>
                                      <p:tavLst>
                                        <p:tav tm="0">
                                          <p:val>
                                            <p:strVal val="#ppt_y"/>
                                          </p:val>
                                        </p:tav>
                                        <p:tav tm="100000">
                                          <p:val>
                                            <p:strVal val="#ppt_y"/>
                                          </p:val>
                                        </p:tav>
                                      </p:tavLst>
                                    </p:anim>
                                    <p:anim calcmode="lin" valueType="num">
                                      <p:cBhvr>
                                        <p:cTn id="63" dur="500" fill="hold"/>
                                        <p:tgtEl>
                                          <p:spTgt spid="22542"/>
                                        </p:tgtEl>
                                        <p:attrNameLst>
                                          <p:attrName>ppt_w</p:attrName>
                                        </p:attrNameLst>
                                      </p:cBhvr>
                                      <p:tavLst>
                                        <p:tav tm="0">
                                          <p:val>
                                            <p:fltVal val="0"/>
                                          </p:val>
                                        </p:tav>
                                        <p:tav tm="100000">
                                          <p:val>
                                            <p:strVal val="#ppt_w"/>
                                          </p:val>
                                        </p:tav>
                                      </p:tavLst>
                                    </p:anim>
                                    <p:anim calcmode="lin" valueType="num">
                                      <p:cBhvr>
                                        <p:cTn id="64" dur="500" fill="hold"/>
                                        <p:tgtEl>
                                          <p:spTgt spid="22542"/>
                                        </p:tgtEl>
                                        <p:attrNameLst>
                                          <p:attrName>ppt_h</p:attrName>
                                        </p:attrNameLst>
                                      </p:cBhvr>
                                      <p:tavLst>
                                        <p:tav tm="0">
                                          <p:val>
                                            <p:strVal val="#ppt_h"/>
                                          </p:val>
                                        </p:tav>
                                        <p:tav tm="100000">
                                          <p:val>
                                            <p:strVal val="#ppt_h"/>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17" presetClass="entr" presetSubtype="8" fill="hold" nodeType="clickEffect">
                                  <p:stCondLst>
                                    <p:cond delay="0"/>
                                  </p:stCondLst>
                                  <p:childTnLst>
                                    <p:set>
                                      <p:cBhvr>
                                        <p:cTn id="68" dur="1" fill="hold">
                                          <p:stCondLst>
                                            <p:cond delay="0"/>
                                          </p:stCondLst>
                                        </p:cTn>
                                        <p:tgtEl>
                                          <p:spTgt spid="2"/>
                                        </p:tgtEl>
                                        <p:attrNameLst>
                                          <p:attrName>style.visibility</p:attrName>
                                        </p:attrNameLst>
                                      </p:cBhvr>
                                      <p:to>
                                        <p:strVal val="visible"/>
                                      </p:to>
                                    </p:set>
                                    <p:anim calcmode="lin" valueType="num">
                                      <p:cBhvr>
                                        <p:cTn id="69" dur="500" fill="hold"/>
                                        <p:tgtEl>
                                          <p:spTgt spid="2"/>
                                        </p:tgtEl>
                                        <p:attrNameLst>
                                          <p:attrName>ppt_x</p:attrName>
                                        </p:attrNameLst>
                                      </p:cBhvr>
                                      <p:tavLst>
                                        <p:tav tm="0">
                                          <p:val>
                                            <p:strVal val="#ppt_x-#ppt_w/2"/>
                                          </p:val>
                                        </p:tav>
                                        <p:tav tm="100000">
                                          <p:val>
                                            <p:strVal val="#ppt_x"/>
                                          </p:val>
                                        </p:tav>
                                      </p:tavLst>
                                    </p:anim>
                                    <p:anim calcmode="lin" valueType="num">
                                      <p:cBhvr>
                                        <p:cTn id="70" dur="500" fill="hold"/>
                                        <p:tgtEl>
                                          <p:spTgt spid="2"/>
                                        </p:tgtEl>
                                        <p:attrNameLst>
                                          <p:attrName>ppt_y</p:attrName>
                                        </p:attrNameLst>
                                      </p:cBhvr>
                                      <p:tavLst>
                                        <p:tav tm="0">
                                          <p:val>
                                            <p:strVal val="#ppt_y"/>
                                          </p:val>
                                        </p:tav>
                                        <p:tav tm="100000">
                                          <p:val>
                                            <p:strVal val="#ppt_y"/>
                                          </p:val>
                                        </p:tav>
                                      </p:tavLst>
                                    </p:anim>
                                    <p:anim calcmode="lin" valueType="num">
                                      <p:cBhvr>
                                        <p:cTn id="71" dur="500" fill="hold"/>
                                        <p:tgtEl>
                                          <p:spTgt spid="2"/>
                                        </p:tgtEl>
                                        <p:attrNameLst>
                                          <p:attrName>ppt_w</p:attrName>
                                        </p:attrNameLst>
                                      </p:cBhvr>
                                      <p:tavLst>
                                        <p:tav tm="0">
                                          <p:val>
                                            <p:fltVal val="0"/>
                                          </p:val>
                                        </p:tav>
                                        <p:tav tm="100000">
                                          <p:val>
                                            <p:strVal val="#ppt_w"/>
                                          </p:val>
                                        </p:tav>
                                      </p:tavLst>
                                    </p:anim>
                                    <p:anim calcmode="lin" valueType="num">
                                      <p:cBhvr>
                                        <p:cTn id="72"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17" presetClass="entr" presetSubtype="8" fill="hold" nodeType="clickEffect">
                                  <p:stCondLst>
                                    <p:cond delay="0"/>
                                  </p:stCondLst>
                                  <p:childTnLst>
                                    <p:set>
                                      <p:cBhvr>
                                        <p:cTn id="76" dur="1" fill="hold">
                                          <p:stCondLst>
                                            <p:cond delay="0"/>
                                          </p:stCondLst>
                                        </p:cTn>
                                        <p:tgtEl>
                                          <p:spTgt spid="3"/>
                                        </p:tgtEl>
                                        <p:attrNameLst>
                                          <p:attrName>style.visibility</p:attrName>
                                        </p:attrNameLst>
                                      </p:cBhvr>
                                      <p:to>
                                        <p:strVal val="visible"/>
                                      </p:to>
                                    </p:set>
                                    <p:anim calcmode="lin" valueType="num">
                                      <p:cBhvr>
                                        <p:cTn id="77" dur="500" fill="hold"/>
                                        <p:tgtEl>
                                          <p:spTgt spid="3"/>
                                        </p:tgtEl>
                                        <p:attrNameLst>
                                          <p:attrName>ppt_x</p:attrName>
                                        </p:attrNameLst>
                                      </p:cBhvr>
                                      <p:tavLst>
                                        <p:tav tm="0">
                                          <p:val>
                                            <p:strVal val="#ppt_x-#ppt_w/2"/>
                                          </p:val>
                                        </p:tav>
                                        <p:tav tm="100000">
                                          <p:val>
                                            <p:strVal val="#ppt_x"/>
                                          </p:val>
                                        </p:tav>
                                      </p:tavLst>
                                    </p:anim>
                                    <p:anim calcmode="lin" valueType="num">
                                      <p:cBhvr>
                                        <p:cTn id="78" dur="500" fill="hold"/>
                                        <p:tgtEl>
                                          <p:spTgt spid="3"/>
                                        </p:tgtEl>
                                        <p:attrNameLst>
                                          <p:attrName>ppt_y</p:attrName>
                                        </p:attrNameLst>
                                      </p:cBhvr>
                                      <p:tavLst>
                                        <p:tav tm="0">
                                          <p:val>
                                            <p:strVal val="#ppt_y"/>
                                          </p:val>
                                        </p:tav>
                                        <p:tav tm="100000">
                                          <p:val>
                                            <p:strVal val="#ppt_y"/>
                                          </p:val>
                                        </p:tav>
                                      </p:tavLst>
                                    </p:anim>
                                    <p:anim calcmode="lin" valueType="num">
                                      <p:cBhvr>
                                        <p:cTn id="79" dur="500" fill="hold"/>
                                        <p:tgtEl>
                                          <p:spTgt spid="3"/>
                                        </p:tgtEl>
                                        <p:attrNameLst>
                                          <p:attrName>ppt_w</p:attrName>
                                        </p:attrNameLst>
                                      </p:cBhvr>
                                      <p:tavLst>
                                        <p:tav tm="0">
                                          <p:val>
                                            <p:fltVal val="0"/>
                                          </p:val>
                                        </p:tav>
                                        <p:tav tm="100000">
                                          <p:val>
                                            <p:strVal val="#ppt_w"/>
                                          </p:val>
                                        </p:tav>
                                      </p:tavLst>
                                    </p:anim>
                                    <p:anim calcmode="lin" valueType="num">
                                      <p:cBhvr>
                                        <p:cTn id="80" dur="5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autoUpdateAnimBg="0"/>
      <p:bldP spid="22532" grpId="0" autoUpdateAnimBg="0"/>
      <p:bldP spid="22535" grpId="0" autoUpdateAnimBg="0"/>
      <p:bldP spid="22543"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54" name="Object 2"/>
          <p:cNvGraphicFramePr>
            <a:graphicFrameLocks noChangeAspect="1"/>
          </p:cNvGraphicFramePr>
          <p:nvPr/>
        </p:nvGraphicFramePr>
        <p:xfrm>
          <a:off x="411163" y="822325"/>
          <a:ext cx="4818062" cy="779463"/>
        </p:xfrm>
        <a:graphic>
          <a:graphicData uri="http://schemas.openxmlformats.org/presentationml/2006/ole">
            <p:oleObj spid="_x0000_s22556" name="Equation" r:id="rId4" imgW="1993900" imgH="431800" progId="Equation.DSMT4">
              <p:embed/>
            </p:oleObj>
          </a:graphicData>
        </a:graphic>
      </p:graphicFrame>
      <p:graphicFrame>
        <p:nvGraphicFramePr>
          <p:cNvPr id="23555" name="Object 3"/>
          <p:cNvGraphicFramePr>
            <a:graphicFrameLocks noChangeAspect="1"/>
          </p:cNvGraphicFramePr>
          <p:nvPr/>
        </p:nvGraphicFramePr>
        <p:xfrm>
          <a:off x="5430838" y="842963"/>
          <a:ext cx="3322637" cy="792162"/>
        </p:xfrm>
        <a:graphic>
          <a:graphicData uri="http://schemas.openxmlformats.org/presentationml/2006/ole">
            <p:oleObj spid="_x0000_s22557" name="Equation" r:id="rId5" imgW="1358310" imgH="431613" progId="Equation.DSMT4">
              <p:embed/>
            </p:oleObj>
          </a:graphicData>
        </a:graphic>
      </p:graphicFrame>
      <p:grpSp>
        <p:nvGrpSpPr>
          <p:cNvPr id="2" name="Group 4"/>
          <p:cNvGrpSpPr>
            <a:grpSpLocks/>
          </p:cNvGrpSpPr>
          <p:nvPr/>
        </p:nvGrpSpPr>
        <p:grpSpPr bwMode="auto">
          <a:xfrm>
            <a:off x="2484438" y="1563688"/>
            <a:ext cx="3717925" cy="873125"/>
            <a:chOff x="24" y="0"/>
            <a:chExt cx="2342" cy="734"/>
          </a:xfrm>
        </p:grpSpPr>
        <p:sp>
          <p:nvSpPr>
            <p:cNvPr id="22540" name="Text Box 5"/>
            <p:cNvSpPr txBox="1">
              <a:spLocks noChangeArrowheads="1"/>
            </p:cNvSpPr>
            <p:nvPr/>
          </p:nvSpPr>
          <p:spPr bwMode="auto">
            <a:xfrm>
              <a:off x="24" y="194"/>
              <a:ext cx="262"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latin typeface="Times New Roman" pitchFamily="18" charset="0"/>
                  <a:ea typeface="华文中宋" pitchFamily="2" charset="-122"/>
                </a:rPr>
                <a:t>故</a:t>
              </a:r>
            </a:p>
          </p:txBody>
        </p:sp>
        <p:graphicFrame>
          <p:nvGraphicFramePr>
            <p:cNvPr id="22541" name="Object 6"/>
            <p:cNvGraphicFramePr>
              <a:graphicFrameLocks noChangeAspect="1"/>
            </p:cNvGraphicFramePr>
            <p:nvPr/>
          </p:nvGraphicFramePr>
          <p:xfrm>
            <a:off x="540" y="0"/>
            <a:ext cx="1826" cy="734"/>
          </p:xfrm>
          <a:graphic>
            <a:graphicData uri="http://schemas.openxmlformats.org/presentationml/2006/ole">
              <p:oleObj spid="_x0000_s22558" name="Equation" r:id="rId6" imgW="1091726" imgH="431613" progId="Equation.DSMT4">
                <p:embed/>
              </p:oleObj>
            </a:graphicData>
          </a:graphic>
        </p:graphicFrame>
      </p:grpSp>
      <p:grpSp>
        <p:nvGrpSpPr>
          <p:cNvPr id="3" name="Group 14"/>
          <p:cNvGrpSpPr>
            <a:grpSpLocks/>
          </p:cNvGrpSpPr>
          <p:nvPr/>
        </p:nvGrpSpPr>
        <p:grpSpPr bwMode="auto">
          <a:xfrm>
            <a:off x="531813" y="2319338"/>
            <a:ext cx="3240087" cy="973137"/>
            <a:chOff x="3276" y="947"/>
            <a:chExt cx="2041" cy="817"/>
          </a:xfrm>
        </p:grpSpPr>
        <p:sp>
          <p:nvSpPr>
            <p:cNvPr id="22538" name="Text Box 8"/>
            <p:cNvSpPr txBox="1">
              <a:spLocks noChangeArrowheads="1"/>
            </p:cNvSpPr>
            <p:nvPr/>
          </p:nvSpPr>
          <p:spPr bwMode="auto">
            <a:xfrm>
              <a:off x="3276" y="1203"/>
              <a:ext cx="262"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latin typeface="Times New Roman" pitchFamily="18" charset="0"/>
                  <a:ea typeface="华文中宋" pitchFamily="2" charset="-122"/>
                </a:rPr>
                <a:t>即</a:t>
              </a:r>
            </a:p>
          </p:txBody>
        </p:sp>
        <p:graphicFrame>
          <p:nvGraphicFramePr>
            <p:cNvPr id="22539" name="Object 9"/>
            <p:cNvGraphicFramePr>
              <a:graphicFrameLocks noChangeAspect="1"/>
            </p:cNvGraphicFramePr>
            <p:nvPr/>
          </p:nvGraphicFramePr>
          <p:xfrm>
            <a:off x="3719" y="947"/>
            <a:ext cx="1598" cy="817"/>
          </p:xfrm>
          <a:graphic>
            <a:graphicData uri="http://schemas.openxmlformats.org/presentationml/2006/ole">
              <p:oleObj spid="_x0000_s22559" name="Equation" r:id="rId7" imgW="914400" imgH="431800" progId="Equation.DSMT4">
                <p:embed/>
              </p:oleObj>
            </a:graphicData>
          </a:graphic>
        </p:graphicFrame>
      </p:grpSp>
      <p:graphicFrame>
        <p:nvGraphicFramePr>
          <p:cNvPr id="23562" name="Object 10"/>
          <p:cNvGraphicFramePr>
            <a:graphicFrameLocks noChangeAspect="1"/>
          </p:cNvGraphicFramePr>
          <p:nvPr/>
        </p:nvGraphicFramePr>
        <p:xfrm>
          <a:off x="4500563" y="2246313"/>
          <a:ext cx="2808287" cy="960437"/>
        </p:xfrm>
        <a:graphic>
          <a:graphicData uri="http://schemas.openxmlformats.org/presentationml/2006/ole">
            <p:oleObj spid="_x0000_s22560" name="Equation" r:id="rId8" imgW="977476" imgH="444307" progId="Equation.DSMT4">
              <p:embed/>
            </p:oleObj>
          </a:graphicData>
        </a:graphic>
      </p:graphicFrame>
      <p:sp>
        <p:nvSpPr>
          <p:cNvPr id="23563" name="Text Box 11"/>
          <p:cNvSpPr txBox="1">
            <a:spLocks noChangeArrowheads="1"/>
          </p:cNvSpPr>
          <p:nvPr/>
        </p:nvSpPr>
        <p:spPr bwMode="auto">
          <a:xfrm>
            <a:off x="411163" y="3338513"/>
            <a:ext cx="1335087"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latin typeface="Times New Roman" pitchFamily="18" charset="0"/>
                <a:ea typeface="华文中宋" pitchFamily="2" charset="-122"/>
              </a:rPr>
              <a:t>讨论：</a:t>
            </a:r>
          </a:p>
        </p:txBody>
      </p:sp>
      <p:graphicFrame>
        <p:nvGraphicFramePr>
          <p:cNvPr id="23564" name="Object 12"/>
          <p:cNvGraphicFramePr>
            <a:graphicFrameLocks noChangeAspect="1"/>
          </p:cNvGraphicFramePr>
          <p:nvPr/>
        </p:nvGraphicFramePr>
        <p:xfrm>
          <a:off x="1549400" y="3303588"/>
          <a:ext cx="5741988" cy="444500"/>
        </p:xfrm>
        <a:graphic>
          <a:graphicData uri="http://schemas.openxmlformats.org/presentationml/2006/ole">
            <p:oleObj spid="_x0000_s22561" name="Equation" r:id="rId9" imgW="2235200" imgH="228600" progId="Equation.DSMT4">
              <p:embed/>
            </p:oleObj>
          </a:graphicData>
        </a:graphic>
      </p:graphicFrame>
      <p:graphicFrame>
        <p:nvGraphicFramePr>
          <p:cNvPr id="23565" name="Object 13"/>
          <p:cNvGraphicFramePr>
            <a:graphicFrameLocks noChangeAspect="1"/>
          </p:cNvGraphicFramePr>
          <p:nvPr/>
        </p:nvGraphicFramePr>
        <p:xfrm>
          <a:off x="1522413" y="3795713"/>
          <a:ext cx="6994525" cy="841375"/>
        </p:xfrm>
        <a:graphic>
          <a:graphicData uri="http://schemas.openxmlformats.org/presentationml/2006/ole">
            <p:oleObj spid="_x0000_s22562" name="Equation" r:id="rId10" imgW="2794000" imgH="4445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nodeType="clickEffect">
                                  <p:stCondLst>
                                    <p:cond delay="0"/>
                                  </p:stCondLst>
                                  <p:childTnLst>
                                    <p:set>
                                      <p:cBhvr>
                                        <p:cTn id="6" dur="1" fill="hold">
                                          <p:stCondLst>
                                            <p:cond delay="0"/>
                                          </p:stCondLst>
                                        </p:cTn>
                                        <p:tgtEl>
                                          <p:spTgt spid="23554"/>
                                        </p:tgtEl>
                                        <p:attrNameLst>
                                          <p:attrName>style.visibility</p:attrName>
                                        </p:attrNameLst>
                                      </p:cBhvr>
                                      <p:to>
                                        <p:strVal val="visible"/>
                                      </p:to>
                                    </p:set>
                                    <p:anim calcmode="lin" valueType="num">
                                      <p:cBhvr>
                                        <p:cTn id="7" dur="500" fill="hold"/>
                                        <p:tgtEl>
                                          <p:spTgt spid="23554"/>
                                        </p:tgtEl>
                                        <p:attrNameLst>
                                          <p:attrName>ppt_x</p:attrName>
                                        </p:attrNameLst>
                                      </p:cBhvr>
                                      <p:tavLst>
                                        <p:tav tm="0">
                                          <p:val>
                                            <p:strVal val="#ppt_x-#ppt_w/2"/>
                                          </p:val>
                                        </p:tav>
                                        <p:tav tm="100000">
                                          <p:val>
                                            <p:strVal val="#ppt_x"/>
                                          </p:val>
                                        </p:tav>
                                      </p:tavLst>
                                    </p:anim>
                                    <p:anim calcmode="lin" valueType="num">
                                      <p:cBhvr>
                                        <p:cTn id="8" dur="500" fill="hold"/>
                                        <p:tgtEl>
                                          <p:spTgt spid="23554"/>
                                        </p:tgtEl>
                                        <p:attrNameLst>
                                          <p:attrName>ppt_y</p:attrName>
                                        </p:attrNameLst>
                                      </p:cBhvr>
                                      <p:tavLst>
                                        <p:tav tm="0">
                                          <p:val>
                                            <p:strVal val="#ppt_y"/>
                                          </p:val>
                                        </p:tav>
                                        <p:tav tm="100000">
                                          <p:val>
                                            <p:strVal val="#ppt_y"/>
                                          </p:val>
                                        </p:tav>
                                      </p:tavLst>
                                    </p:anim>
                                    <p:anim calcmode="lin" valueType="num">
                                      <p:cBhvr>
                                        <p:cTn id="9" dur="500" fill="hold"/>
                                        <p:tgtEl>
                                          <p:spTgt spid="23554"/>
                                        </p:tgtEl>
                                        <p:attrNameLst>
                                          <p:attrName>ppt_w</p:attrName>
                                        </p:attrNameLst>
                                      </p:cBhvr>
                                      <p:tavLst>
                                        <p:tav tm="0">
                                          <p:val>
                                            <p:fltVal val="0"/>
                                          </p:val>
                                        </p:tav>
                                        <p:tav tm="100000">
                                          <p:val>
                                            <p:strVal val="#ppt_w"/>
                                          </p:val>
                                        </p:tav>
                                      </p:tavLst>
                                    </p:anim>
                                    <p:anim calcmode="lin" valueType="num">
                                      <p:cBhvr>
                                        <p:cTn id="10" dur="500" fill="hold"/>
                                        <p:tgtEl>
                                          <p:spTgt spid="23554"/>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8" fill="hold" nodeType="clickEffect">
                                  <p:stCondLst>
                                    <p:cond delay="0"/>
                                  </p:stCondLst>
                                  <p:childTnLst>
                                    <p:set>
                                      <p:cBhvr>
                                        <p:cTn id="14" dur="1" fill="hold">
                                          <p:stCondLst>
                                            <p:cond delay="0"/>
                                          </p:stCondLst>
                                        </p:cTn>
                                        <p:tgtEl>
                                          <p:spTgt spid="23555"/>
                                        </p:tgtEl>
                                        <p:attrNameLst>
                                          <p:attrName>style.visibility</p:attrName>
                                        </p:attrNameLst>
                                      </p:cBhvr>
                                      <p:to>
                                        <p:strVal val="visible"/>
                                      </p:to>
                                    </p:set>
                                    <p:anim calcmode="lin" valueType="num">
                                      <p:cBhvr>
                                        <p:cTn id="15" dur="500" fill="hold"/>
                                        <p:tgtEl>
                                          <p:spTgt spid="23555"/>
                                        </p:tgtEl>
                                        <p:attrNameLst>
                                          <p:attrName>ppt_x</p:attrName>
                                        </p:attrNameLst>
                                      </p:cBhvr>
                                      <p:tavLst>
                                        <p:tav tm="0">
                                          <p:val>
                                            <p:strVal val="#ppt_x-#ppt_w/2"/>
                                          </p:val>
                                        </p:tav>
                                        <p:tav tm="100000">
                                          <p:val>
                                            <p:strVal val="#ppt_x"/>
                                          </p:val>
                                        </p:tav>
                                      </p:tavLst>
                                    </p:anim>
                                    <p:anim calcmode="lin" valueType="num">
                                      <p:cBhvr>
                                        <p:cTn id="16" dur="500" fill="hold"/>
                                        <p:tgtEl>
                                          <p:spTgt spid="23555"/>
                                        </p:tgtEl>
                                        <p:attrNameLst>
                                          <p:attrName>ppt_y</p:attrName>
                                        </p:attrNameLst>
                                      </p:cBhvr>
                                      <p:tavLst>
                                        <p:tav tm="0">
                                          <p:val>
                                            <p:strVal val="#ppt_y"/>
                                          </p:val>
                                        </p:tav>
                                        <p:tav tm="100000">
                                          <p:val>
                                            <p:strVal val="#ppt_y"/>
                                          </p:val>
                                        </p:tav>
                                      </p:tavLst>
                                    </p:anim>
                                    <p:anim calcmode="lin" valueType="num">
                                      <p:cBhvr>
                                        <p:cTn id="17" dur="500" fill="hold"/>
                                        <p:tgtEl>
                                          <p:spTgt spid="23555"/>
                                        </p:tgtEl>
                                        <p:attrNameLst>
                                          <p:attrName>ppt_w</p:attrName>
                                        </p:attrNameLst>
                                      </p:cBhvr>
                                      <p:tavLst>
                                        <p:tav tm="0">
                                          <p:val>
                                            <p:fltVal val="0"/>
                                          </p:val>
                                        </p:tav>
                                        <p:tav tm="100000">
                                          <p:val>
                                            <p:strVal val="#ppt_w"/>
                                          </p:val>
                                        </p:tav>
                                      </p:tavLst>
                                    </p:anim>
                                    <p:anim calcmode="lin" valueType="num">
                                      <p:cBhvr>
                                        <p:cTn id="18" dur="500" fill="hold"/>
                                        <p:tgtEl>
                                          <p:spTgt spid="23555"/>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8"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500" fill="hold"/>
                                        <p:tgtEl>
                                          <p:spTgt spid="2"/>
                                        </p:tgtEl>
                                        <p:attrNameLst>
                                          <p:attrName>ppt_x</p:attrName>
                                        </p:attrNameLst>
                                      </p:cBhvr>
                                      <p:tavLst>
                                        <p:tav tm="0">
                                          <p:val>
                                            <p:strVal val="#ppt_x-#ppt_w/2"/>
                                          </p:val>
                                        </p:tav>
                                        <p:tav tm="100000">
                                          <p:val>
                                            <p:strVal val="#ppt_x"/>
                                          </p:val>
                                        </p:tav>
                                      </p:tavLst>
                                    </p:anim>
                                    <p:anim calcmode="lin" valueType="num">
                                      <p:cBhvr>
                                        <p:cTn id="24" dur="500" fill="hold"/>
                                        <p:tgtEl>
                                          <p:spTgt spid="2"/>
                                        </p:tgtEl>
                                        <p:attrNameLst>
                                          <p:attrName>ppt_y</p:attrName>
                                        </p:attrNameLst>
                                      </p:cBhvr>
                                      <p:tavLst>
                                        <p:tav tm="0">
                                          <p:val>
                                            <p:strVal val="#ppt_y"/>
                                          </p:val>
                                        </p:tav>
                                        <p:tav tm="100000">
                                          <p:val>
                                            <p:strVal val="#ppt_y"/>
                                          </p:val>
                                        </p:tav>
                                      </p:tavLst>
                                    </p:anim>
                                    <p:anim calcmode="lin" valueType="num">
                                      <p:cBhvr>
                                        <p:cTn id="25" dur="500" fill="hold"/>
                                        <p:tgtEl>
                                          <p:spTgt spid="2"/>
                                        </p:tgtEl>
                                        <p:attrNameLst>
                                          <p:attrName>ppt_w</p:attrName>
                                        </p:attrNameLst>
                                      </p:cBhvr>
                                      <p:tavLst>
                                        <p:tav tm="0">
                                          <p:val>
                                            <p:fltVal val="0"/>
                                          </p:val>
                                        </p:tav>
                                        <p:tav tm="100000">
                                          <p:val>
                                            <p:strVal val="#ppt_w"/>
                                          </p:val>
                                        </p:tav>
                                      </p:tavLst>
                                    </p:anim>
                                    <p:anim calcmode="lin" valueType="num">
                                      <p:cBhvr>
                                        <p:cTn id="26"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blinds(horizontal)">
                                      <p:cBhvr>
                                        <p:cTn id="31" dur="500"/>
                                        <p:tgtEl>
                                          <p:spTgt spid="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7" presetClass="entr" presetSubtype="8" fill="hold" nodeType="clickEffect">
                                  <p:stCondLst>
                                    <p:cond delay="0"/>
                                  </p:stCondLst>
                                  <p:childTnLst>
                                    <p:set>
                                      <p:cBhvr>
                                        <p:cTn id="35" dur="1" fill="hold">
                                          <p:stCondLst>
                                            <p:cond delay="0"/>
                                          </p:stCondLst>
                                        </p:cTn>
                                        <p:tgtEl>
                                          <p:spTgt spid="23562"/>
                                        </p:tgtEl>
                                        <p:attrNameLst>
                                          <p:attrName>style.visibility</p:attrName>
                                        </p:attrNameLst>
                                      </p:cBhvr>
                                      <p:to>
                                        <p:strVal val="visible"/>
                                      </p:to>
                                    </p:set>
                                    <p:anim calcmode="lin" valueType="num">
                                      <p:cBhvr>
                                        <p:cTn id="36" dur="500" fill="hold"/>
                                        <p:tgtEl>
                                          <p:spTgt spid="23562"/>
                                        </p:tgtEl>
                                        <p:attrNameLst>
                                          <p:attrName>ppt_x</p:attrName>
                                        </p:attrNameLst>
                                      </p:cBhvr>
                                      <p:tavLst>
                                        <p:tav tm="0">
                                          <p:val>
                                            <p:strVal val="#ppt_x-#ppt_w/2"/>
                                          </p:val>
                                        </p:tav>
                                        <p:tav tm="100000">
                                          <p:val>
                                            <p:strVal val="#ppt_x"/>
                                          </p:val>
                                        </p:tav>
                                      </p:tavLst>
                                    </p:anim>
                                    <p:anim calcmode="lin" valueType="num">
                                      <p:cBhvr>
                                        <p:cTn id="37" dur="500" fill="hold"/>
                                        <p:tgtEl>
                                          <p:spTgt spid="23562"/>
                                        </p:tgtEl>
                                        <p:attrNameLst>
                                          <p:attrName>ppt_y</p:attrName>
                                        </p:attrNameLst>
                                      </p:cBhvr>
                                      <p:tavLst>
                                        <p:tav tm="0">
                                          <p:val>
                                            <p:strVal val="#ppt_y"/>
                                          </p:val>
                                        </p:tav>
                                        <p:tav tm="100000">
                                          <p:val>
                                            <p:strVal val="#ppt_y"/>
                                          </p:val>
                                        </p:tav>
                                      </p:tavLst>
                                    </p:anim>
                                    <p:anim calcmode="lin" valueType="num">
                                      <p:cBhvr>
                                        <p:cTn id="38" dur="500" fill="hold"/>
                                        <p:tgtEl>
                                          <p:spTgt spid="23562"/>
                                        </p:tgtEl>
                                        <p:attrNameLst>
                                          <p:attrName>ppt_w</p:attrName>
                                        </p:attrNameLst>
                                      </p:cBhvr>
                                      <p:tavLst>
                                        <p:tav tm="0">
                                          <p:val>
                                            <p:fltVal val="0"/>
                                          </p:val>
                                        </p:tav>
                                        <p:tav tm="100000">
                                          <p:val>
                                            <p:strVal val="#ppt_w"/>
                                          </p:val>
                                        </p:tav>
                                      </p:tavLst>
                                    </p:anim>
                                    <p:anim calcmode="lin" valueType="num">
                                      <p:cBhvr>
                                        <p:cTn id="39" dur="500" fill="hold"/>
                                        <p:tgtEl>
                                          <p:spTgt spid="23562"/>
                                        </p:tgtEl>
                                        <p:attrNameLst>
                                          <p:attrName>ppt_h</p:attrName>
                                        </p:attrNameLst>
                                      </p:cBhvr>
                                      <p:tavLst>
                                        <p:tav tm="0">
                                          <p:val>
                                            <p:strVal val="#ppt_h"/>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17" presetClass="entr" presetSubtype="8" fill="hold" grpId="0" nodeType="clickEffect">
                                  <p:stCondLst>
                                    <p:cond delay="0"/>
                                  </p:stCondLst>
                                  <p:childTnLst>
                                    <p:set>
                                      <p:cBhvr>
                                        <p:cTn id="43" dur="1" fill="hold">
                                          <p:stCondLst>
                                            <p:cond delay="0"/>
                                          </p:stCondLst>
                                        </p:cTn>
                                        <p:tgtEl>
                                          <p:spTgt spid="23563"/>
                                        </p:tgtEl>
                                        <p:attrNameLst>
                                          <p:attrName>style.visibility</p:attrName>
                                        </p:attrNameLst>
                                      </p:cBhvr>
                                      <p:to>
                                        <p:strVal val="visible"/>
                                      </p:to>
                                    </p:set>
                                    <p:anim calcmode="lin" valueType="num">
                                      <p:cBhvr>
                                        <p:cTn id="44" dur="500" fill="hold"/>
                                        <p:tgtEl>
                                          <p:spTgt spid="23563"/>
                                        </p:tgtEl>
                                        <p:attrNameLst>
                                          <p:attrName>ppt_x</p:attrName>
                                        </p:attrNameLst>
                                      </p:cBhvr>
                                      <p:tavLst>
                                        <p:tav tm="0">
                                          <p:val>
                                            <p:strVal val="#ppt_x-#ppt_w/2"/>
                                          </p:val>
                                        </p:tav>
                                        <p:tav tm="100000">
                                          <p:val>
                                            <p:strVal val="#ppt_x"/>
                                          </p:val>
                                        </p:tav>
                                      </p:tavLst>
                                    </p:anim>
                                    <p:anim calcmode="lin" valueType="num">
                                      <p:cBhvr>
                                        <p:cTn id="45" dur="500" fill="hold"/>
                                        <p:tgtEl>
                                          <p:spTgt spid="23563"/>
                                        </p:tgtEl>
                                        <p:attrNameLst>
                                          <p:attrName>ppt_y</p:attrName>
                                        </p:attrNameLst>
                                      </p:cBhvr>
                                      <p:tavLst>
                                        <p:tav tm="0">
                                          <p:val>
                                            <p:strVal val="#ppt_y"/>
                                          </p:val>
                                        </p:tav>
                                        <p:tav tm="100000">
                                          <p:val>
                                            <p:strVal val="#ppt_y"/>
                                          </p:val>
                                        </p:tav>
                                      </p:tavLst>
                                    </p:anim>
                                    <p:anim calcmode="lin" valueType="num">
                                      <p:cBhvr>
                                        <p:cTn id="46" dur="500" fill="hold"/>
                                        <p:tgtEl>
                                          <p:spTgt spid="23563"/>
                                        </p:tgtEl>
                                        <p:attrNameLst>
                                          <p:attrName>ppt_w</p:attrName>
                                        </p:attrNameLst>
                                      </p:cBhvr>
                                      <p:tavLst>
                                        <p:tav tm="0">
                                          <p:val>
                                            <p:fltVal val="0"/>
                                          </p:val>
                                        </p:tav>
                                        <p:tav tm="100000">
                                          <p:val>
                                            <p:strVal val="#ppt_w"/>
                                          </p:val>
                                        </p:tav>
                                      </p:tavLst>
                                    </p:anim>
                                    <p:anim calcmode="lin" valueType="num">
                                      <p:cBhvr>
                                        <p:cTn id="47" dur="500" fill="hold"/>
                                        <p:tgtEl>
                                          <p:spTgt spid="2356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2"/>
                                            </p:cond>
                                          </p:stCondLst>
                                          <p:endCondLst>
                                            <p:cond evt="onStopAudio" delay="0">
                                              <p:tgtEl>
                                                <p:sldTgt/>
                                              </p:tgtEl>
                                            </p:cond>
                                          </p:endCondLst>
                                        </p:cTn>
                                        <p:tgtEl>
                                          <p:sndTgt r:embed="rId3" name="WHOOSH.WAV"/>
                                        </p:tgtEl>
                                      </p:cMediaNode>
                                    </p:audio>
                                  </p:subTnLst>
                                </p:cTn>
                              </p:par>
                            </p:childTnLst>
                          </p:cTn>
                        </p:par>
                      </p:childTnLst>
                    </p:cTn>
                  </p:par>
                  <p:par>
                    <p:cTn id="48" fill="hold" nodeType="clickPar">
                      <p:stCondLst>
                        <p:cond delay="indefinite"/>
                      </p:stCondLst>
                      <p:childTnLst>
                        <p:par>
                          <p:cTn id="49" fill="hold" nodeType="withGroup">
                            <p:stCondLst>
                              <p:cond delay="0"/>
                            </p:stCondLst>
                            <p:childTnLst>
                              <p:par>
                                <p:cTn id="50" presetID="17" presetClass="entr" presetSubtype="8" fill="hold" nodeType="clickEffect">
                                  <p:stCondLst>
                                    <p:cond delay="0"/>
                                  </p:stCondLst>
                                  <p:childTnLst>
                                    <p:set>
                                      <p:cBhvr>
                                        <p:cTn id="51" dur="1" fill="hold">
                                          <p:stCondLst>
                                            <p:cond delay="0"/>
                                          </p:stCondLst>
                                        </p:cTn>
                                        <p:tgtEl>
                                          <p:spTgt spid="23564"/>
                                        </p:tgtEl>
                                        <p:attrNameLst>
                                          <p:attrName>style.visibility</p:attrName>
                                        </p:attrNameLst>
                                      </p:cBhvr>
                                      <p:to>
                                        <p:strVal val="visible"/>
                                      </p:to>
                                    </p:set>
                                    <p:anim calcmode="lin" valueType="num">
                                      <p:cBhvr>
                                        <p:cTn id="52" dur="500" fill="hold"/>
                                        <p:tgtEl>
                                          <p:spTgt spid="23564"/>
                                        </p:tgtEl>
                                        <p:attrNameLst>
                                          <p:attrName>ppt_x</p:attrName>
                                        </p:attrNameLst>
                                      </p:cBhvr>
                                      <p:tavLst>
                                        <p:tav tm="0">
                                          <p:val>
                                            <p:strVal val="#ppt_x-#ppt_w/2"/>
                                          </p:val>
                                        </p:tav>
                                        <p:tav tm="100000">
                                          <p:val>
                                            <p:strVal val="#ppt_x"/>
                                          </p:val>
                                        </p:tav>
                                      </p:tavLst>
                                    </p:anim>
                                    <p:anim calcmode="lin" valueType="num">
                                      <p:cBhvr>
                                        <p:cTn id="53" dur="500" fill="hold"/>
                                        <p:tgtEl>
                                          <p:spTgt spid="23564"/>
                                        </p:tgtEl>
                                        <p:attrNameLst>
                                          <p:attrName>ppt_y</p:attrName>
                                        </p:attrNameLst>
                                      </p:cBhvr>
                                      <p:tavLst>
                                        <p:tav tm="0">
                                          <p:val>
                                            <p:strVal val="#ppt_y"/>
                                          </p:val>
                                        </p:tav>
                                        <p:tav tm="100000">
                                          <p:val>
                                            <p:strVal val="#ppt_y"/>
                                          </p:val>
                                        </p:tav>
                                      </p:tavLst>
                                    </p:anim>
                                    <p:anim calcmode="lin" valueType="num">
                                      <p:cBhvr>
                                        <p:cTn id="54" dur="500" fill="hold"/>
                                        <p:tgtEl>
                                          <p:spTgt spid="23564"/>
                                        </p:tgtEl>
                                        <p:attrNameLst>
                                          <p:attrName>ppt_w</p:attrName>
                                        </p:attrNameLst>
                                      </p:cBhvr>
                                      <p:tavLst>
                                        <p:tav tm="0">
                                          <p:val>
                                            <p:fltVal val="0"/>
                                          </p:val>
                                        </p:tav>
                                        <p:tav tm="100000">
                                          <p:val>
                                            <p:strVal val="#ppt_w"/>
                                          </p:val>
                                        </p:tav>
                                      </p:tavLst>
                                    </p:anim>
                                    <p:anim calcmode="lin" valueType="num">
                                      <p:cBhvr>
                                        <p:cTn id="55" dur="500" fill="hold"/>
                                        <p:tgtEl>
                                          <p:spTgt spid="23564"/>
                                        </p:tgtEl>
                                        <p:attrNameLst>
                                          <p:attrName>ppt_h</p:attrName>
                                        </p:attrNameLst>
                                      </p:cBhvr>
                                      <p:tavLst>
                                        <p:tav tm="0">
                                          <p:val>
                                            <p:strVal val="#ppt_h"/>
                                          </p:val>
                                        </p:tav>
                                        <p:tav tm="100000">
                                          <p:val>
                                            <p:strVal val="#ppt_h"/>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17" presetClass="entr" presetSubtype="8" fill="hold" nodeType="clickEffect">
                                  <p:stCondLst>
                                    <p:cond delay="0"/>
                                  </p:stCondLst>
                                  <p:childTnLst>
                                    <p:set>
                                      <p:cBhvr>
                                        <p:cTn id="59" dur="1" fill="hold">
                                          <p:stCondLst>
                                            <p:cond delay="0"/>
                                          </p:stCondLst>
                                        </p:cTn>
                                        <p:tgtEl>
                                          <p:spTgt spid="23565"/>
                                        </p:tgtEl>
                                        <p:attrNameLst>
                                          <p:attrName>style.visibility</p:attrName>
                                        </p:attrNameLst>
                                      </p:cBhvr>
                                      <p:to>
                                        <p:strVal val="visible"/>
                                      </p:to>
                                    </p:set>
                                    <p:anim calcmode="lin" valueType="num">
                                      <p:cBhvr>
                                        <p:cTn id="60" dur="500" fill="hold"/>
                                        <p:tgtEl>
                                          <p:spTgt spid="23565"/>
                                        </p:tgtEl>
                                        <p:attrNameLst>
                                          <p:attrName>ppt_x</p:attrName>
                                        </p:attrNameLst>
                                      </p:cBhvr>
                                      <p:tavLst>
                                        <p:tav tm="0">
                                          <p:val>
                                            <p:strVal val="#ppt_x-#ppt_w/2"/>
                                          </p:val>
                                        </p:tav>
                                        <p:tav tm="100000">
                                          <p:val>
                                            <p:strVal val="#ppt_x"/>
                                          </p:val>
                                        </p:tav>
                                      </p:tavLst>
                                    </p:anim>
                                    <p:anim calcmode="lin" valueType="num">
                                      <p:cBhvr>
                                        <p:cTn id="61" dur="500" fill="hold"/>
                                        <p:tgtEl>
                                          <p:spTgt spid="23565"/>
                                        </p:tgtEl>
                                        <p:attrNameLst>
                                          <p:attrName>ppt_y</p:attrName>
                                        </p:attrNameLst>
                                      </p:cBhvr>
                                      <p:tavLst>
                                        <p:tav tm="0">
                                          <p:val>
                                            <p:strVal val="#ppt_y"/>
                                          </p:val>
                                        </p:tav>
                                        <p:tav tm="100000">
                                          <p:val>
                                            <p:strVal val="#ppt_y"/>
                                          </p:val>
                                        </p:tav>
                                      </p:tavLst>
                                    </p:anim>
                                    <p:anim calcmode="lin" valueType="num">
                                      <p:cBhvr>
                                        <p:cTn id="62" dur="500" fill="hold"/>
                                        <p:tgtEl>
                                          <p:spTgt spid="23565"/>
                                        </p:tgtEl>
                                        <p:attrNameLst>
                                          <p:attrName>ppt_w</p:attrName>
                                        </p:attrNameLst>
                                      </p:cBhvr>
                                      <p:tavLst>
                                        <p:tav tm="0">
                                          <p:val>
                                            <p:fltVal val="0"/>
                                          </p:val>
                                        </p:tav>
                                        <p:tav tm="100000">
                                          <p:val>
                                            <p:strVal val="#ppt_w"/>
                                          </p:val>
                                        </p:tav>
                                      </p:tavLst>
                                    </p:anim>
                                    <p:anim calcmode="lin" valueType="num">
                                      <p:cBhvr>
                                        <p:cTn id="63" dur="500" fill="hold"/>
                                        <p:tgtEl>
                                          <p:spTgt spid="2356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3"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7"/>
          <p:cNvSpPr txBox="1">
            <a:spLocks noChangeArrowheads="1"/>
          </p:cNvSpPr>
          <p:nvPr/>
        </p:nvSpPr>
        <p:spPr bwMode="auto">
          <a:xfrm>
            <a:off x="747713" y="855663"/>
            <a:ext cx="635000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华文中宋" pitchFamily="2" charset="-122"/>
                <a:ea typeface="华文中宋" pitchFamily="2" charset="-122"/>
              </a:rPr>
              <a:t>① </a:t>
            </a:r>
            <a:r>
              <a:rPr kumimoji="1" lang="zh-CN" altLang="en-US" sz="1800">
                <a:solidFill>
                  <a:srgbClr val="000000"/>
                </a:solidFill>
                <a:latin typeface="华文中宋" pitchFamily="2" charset="-122"/>
                <a:ea typeface="华文中宋" pitchFamily="2" charset="-122"/>
              </a:rPr>
              <a:t>有些问题需要在非惯性系中研究</a:t>
            </a:r>
          </a:p>
        </p:txBody>
      </p:sp>
      <p:sp>
        <p:nvSpPr>
          <p:cNvPr id="5" name="Text Box 8"/>
          <p:cNvSpPr txBox="1">
            <a:spLocks noChangeArrowheads="1"/>
          </p:cNvSpPr>
          <p:nvPr/>
        </p:nvSpPr>
        <p:spPr bwMode="auto">
          <a:xfrm>
            <a:off x="1411288" y="1243013"/>
            <a:ext cx="57150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kumimoji="1" lang="zh-CN" altLang="en-US" sz="1800">
                <a:latin typeface="华文中宋" pitchFamily="2" charset="-122"/>
                <a:ea typeface="华文中宋" pitchFamily="2" charset="-122"/>
              </a:rPr>
              <a:t>地面参考系只是个近似的惯性系</a:t>
            </a:r>
          </a:p>
        </p:txBody>
      </p:sp>
      <p:sp>
        <p:nvSpPr>
          <p:cNvPr id="6" name="Rectangle 9"/>
          <p:cNvSpPr>
            <a:spLocks noChangeArrowheads="1"/>
          </p:cNvSpPr>
          <p:nvPr/>
        </p:nvSpPr>
        <p:spPr bwMode="auto">
          <a:xfrm>
            <a:off x="2057400" y="1681163"/>
            <a:ext cx="611505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pPr algn="l"/>
            <a:r>
              <a:rPr kumimoji="1" lang="zh-CN" altLang="en-US" sz="1800">
                <a:latin typeface="华文中宋" pitchFamily="2" charset="-122"/>
                <a:ea typeface="华文中宋" pitchFamily="2" charset="-122"/>
              </a:rPr>
              <a:t>地球赤道自转加速度 </a:t>
            </a:r>
            <a:r>
              <a:rPr kumimoji="1" lang="en-US" altLang="zh-CN" sz="1800" i="1">
                <a:latin typeface="Times New Roman" pitchFamily="18" charset="0"/>
                <a:ea typeface="宋体" pitchFamily="2" charset="-122"/>
              </a:rPr>
              <a:t>a</a:t>
            </a:r>
            <a:r>
              <a:rPr kumimoji="1" lang="en-US" altLang="zh-CN" sz="1800">
                <a:latin typeface="Times New Roman" pitchFamily="18" charset="0"/>
                <a:ea typeface="宋体" pitchFamily="2" charset="-122"/>
                <a:cs typeface="Times New Roman" pitchFamily="18" charset="0"/>
              </a:rPr>
              <a:t>≈3.4</a:t>
            </a:r>
            <a:r>
              <a:rPr kumimoji="1" lang="en-US" altLang="zh-CN" sz="1800">
                <a:latin typeface="Times New Roman" pitchFamily="18" charset="0"/>
                <a:ea typeface="宋体" pitchFamily="2" charset="-122"/>
              </a:rPr>
              <a:t>×10</a:t>
            </a:r>
            <a:r>
              <a:rPr kumimoji="1" lang="en-US" altLang="zh-CN" sz="1800" baseline="30000">
                <a:latin typeface="Times New Roman" pitchFamily="18" charset="0"/>
                <a:ea typeface="宋体" pitchFamily="2" charset="-122"/>
              </a:rPr>
              <a:t>-3</a:t>
            </a:r>
            <a:r>
              <a:rPr kumimoji="1" lang="en-US" altLang="zh-CN" sz="1800">
                <a:latin typeface="Times New Roman" pitchFamily="18" charset="0"/>
                <a:ea typeface="宋体" pitchFamily="2" charset="-122"/>
              </a:rPr>
              <a:t>m/s</a:t>
            </a:r>
            <a:endParaRPr kumimoji="1" lang="zh-CN" altLang="en-US" sz="1800">
              <a:latin typeface="Times New Roman" pitchFamily="18" charset="0"/>
              <a:ea typeface="宋体" pitchFamily="2" charset="-122"/>
            </a:endParaRPr>
          </a:p>
        </p:txBody>
      </p:sp>
      <p:sp>
        <p:nvSpPr>
          <p:cNvPr id="7" name="Text Box 12"/>
          <p:cNvSpPr txBox="1">
            <a:spLocks noChangeArrowheads="1"/>
          </p:cNvSpPr>
          <p:nvPr/>
        </p:nvSpPr>
        <p:spPr bwMode="auto">
          <a:xfrm>
            <a:off x="1373188" y="2074863"/>
            <a:ext cx="494982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kumimoji="1" lang="zh-CN" altLang="en-US" sz="1800">
                <a:latin typeface="华文中宋" pitchFamily="2" charset="-122"/>
                <a:ea typeface="华文中宋" pitchFamily="2" charset="-122"/>
              </a:rPr>
              <a:t>太阳参考系是个好的惯性系</a:t>
            </a:r>
          </a:p>
        </p:txBody>
      </p:sp>
      <p:sp>
        <p:nvSpPr>
          <p:cNvPr id="8" name="Rectangle 13"/>
          <p:cNvSpPr>
            <a:spLocks noChangeArrowheads="1"/>
          </p:cNvSpPr>
          <p:nvPr/>
        </p:nvSpPr>
        <p:spPr bwMode="auto">
          <a:xfrm>
            <a:off x="1995488" y="2457450"/>
            <a:ext cx="6751637"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pPr algn="l"/>
            <a:r>
              <a:rPr kumimoji="1" lang="zh-CN" altLang="en-US" sz="1800">
                <a:latin typeface="华文中宋" pitchFamily="2" charset="-122"/>
                <a:ea typeface="华文中宋" pitchFamily="2" charset="-122"/>
              </a:rPr>
              <a:t>太阳绕银河系运动加速度 </a:t>
            </a:r>
            <a:r>
              <a:rPr kumimoji="1" lang="en-US" altLang="zh-CN" sz="1800" i="1">
                <a:latin typeface="Times New Roman" pitchFamily="18" charset="0"/>
                <a:ea typeface="宋体" pitchFamily="2" charset="-122"/>
              </a:rPr>
              <a:t>a</a:t>
            </a:r>
            <a:r>
              <a:rPr kumimoji="1" lang="en-US" altLang="zh-CN" sz="1800">
                <a:latin typeface="Times New Roman" pitchFamily="18" charset="0"/>
                <a:ea typeface="宋体" pitchFamily="2" charset="-122"/>
                <a:cs typeface="Times New Roman" pitchFamily="18" charset="0"/>
              </a:rPr>
              <a:t>≈1.8</a:t>
            </a:r>
            <a:r>
              <a:rPr kumimoji="1" lang="en-US" altLang="zh-CN" sz="1800">
                <a:latin typeface="Times New Roman" pitchFamily="18" charset="0"/>
                <a:ea typeface="宋体" pitchFamily="2" charset="-122"/>
              </a:rPr>
              <a:t>×10</a:t>
            </a:r>
            <a:r>
              <a:rPr kumimoji="1" lang="en-US" altLang="zh-CN" sz="1800" baseline="30000">
                <a:latin typeface="Times New Roman" pitchFamily="18" charset="0"/>
                <a:ea typeface="宋体" pitchFamily="2" charset="-122"/>
              </a:rPr>
              <a:t>-10</a:t>
            </a:r>
            <a:r>
              <a:rPr kumimoji="1" lang="en-US" altLang="zh-CN" sz="1800">
                <a:latin typeface="Times New Roman" pitchFamily="18" charset="0"/>
                <a:ea typeface="宋体" pitchFamily="2" charset="-122"/>
              </a:rPr>
              <a:t>m/s</a:t>
            </a:r>
          </a:p>
        </p:txBody>
      </p:sp>
      <p:sp>
        <p:nvSpPr>
          <p:cNvPr id="9" name="Text Box 15"/>
          <p:cNvSpPr txBox="1">
            <a:spLocks noChangeArrowheads="1"/>
          </p:cNvSpPr>
          <p:nvPr/>
        </p:nvSpPr>
        <p:spPr bwMode="auto">
          <a:xfrm>
            <a:off x="1533525" y="2774950"/>
            <a:ext cx="3452813"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lnSpc>
                <a:spcPct val="120000"/>
              </a:lnSpc>
            </a:pPr>
            <a:r>
              <a:rPr kumimoji="1" lang="zh-CN" altLang="en-US" sz="1800">
                <a:solidFill>
                  <a:srgbClr val="FF0000"/>
                </a:solidFill>
                <a:latin typeface="华文中宋" pitchFamily="2" charset="-122"/>
                <a:ea typeface="华文中宋" pitchFamily="2" charset="-122"/>
              </a:rPr>
              <a:t>有严格的惯性系吗？</a:t>
            </a:r>
          </a:p>
        </p:txBody>
      </p:sp>
      <p:sp>
        <p:nvSpPr>
          <p:cNvPr id="10" name="Text Box 16"/>
          <p:cNvSpPr txBox="1">
            <a:spLocks noChangeArrowheads="1"/>
          </p:cNvSpPr>
          <p:nvPr/>
        </p:nvSpPr>
        <p:spPr bwMode="auto">
          <a:xfrm>
            <a:off x="735013" y="3184525"/>
            <a:ext cx="715645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spcBef>
                <a:spcPct val="50000"/>
              </a:spcBef>
            </a:pPr>
            <a:r>
              <a:rPr lang="en-US" altLang="zh-CN" sz="1800">
                <a:latin typeface="华文中宋" pitchFamily="2" charset="-122"/>
                <a:ea typeface="华文中宋" pitchFamily="2" charset="-122"/>
              </a:rPr>
              <a:t>②  </a:t>
            </a:r>
            <a:r>
              <a:rPr kumimoji="1" lang="zh-CN" altLang="en-US" sz="1800">
                <a:solidFill>
                  <a:srgbClr val="000000"/>
                </a:solidFill>
                <a:latin typeface="华文中宋" pitchFamily="2" charset="-122"/>
                <a:ea typeface="华文中宋" pitchFamily="2" charset="-122"/>
              </a:rPr>
              <a:t>有些问题在非惯性系中研究较为简单。</a:t>
            </a:r>
          </a:p>
        </p:txBody>
      </p:sp>
      <p:grpSp>
        <p:nvGrpSpPr>
          <p:cNvPr id="2" name="组合 10"/>
          <p:cNvGrpSpPr>
            <a:grpSpLocks/>
          </p:cNvGrpSpPr>
          <p:nvPr/>
        </p:nvGrpSpPr>
        <p:grpSpPr bwMode="auto">
          <a:xfrm>
            <a:off x="1341438" y="3595688"/>
            <a:ext cx="5334000" cy="1298575"/>
            <a:chOff x="1327150" y="3163094"/>
            <a:chExt cx="5334000" cy="1732756"/>
          </a:xfrm>
        </p:grpSpPr>
        <p:cxnSp>
          <p:nvCxnSpPr>
            <p:cNvPr id="23568" name="直接箭头连接符 11"/>
            <p:cNvCxnSpPr>
              <a:cxnSpLocks noChangeShapeType="1"/>
            </p:cNvCxnSpPr>
            <p:nvPr/>
          </p:nvCxnSpPr>
          <p:spPr bwMode="auto">
            <a:xfrm>
              <a:off x="2794000" y="4273550"/>
              <a:ext cx="306705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xmlns="">
                  <a:noFill/>
                </a14:hiddenFill>
              </a:ext>
            </a:extLst>
          </p:spPr>
        </p:cxnSp>
        <p:cxnSp>
          <p:nvCxnSpPr>
            <p:cNvPr id="23569" name="直接箭头连接符 12"/>
            <p:cNvCxnSpPr>
              <a:cxnSpLocks noChangeShapeType="1"/>
            </p:cNvCxnSpPr>
            <p:nvPr/>
          </p:nvCxnSpPr>
          <p:spPr bwMode="auto">
            <a:xfrm rot="5400000" flipH="1" flipV="1">
              <a:off x="2505075" y="3762375"/>
              <a:ext cx="120015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xmlns="">
                  <a:noFill/>
                </a14:hiddenFill>
              </a:ext>
            </a:extLst>
          </p:spPr>
        </p:cxnSp>
        <p:sp>
          <p:nvSpPr>
            <p:cNvPr id="14" name="弧形 13"/>
            <p:cNvSpPr/>
            <p:nvPr/>
          </p:nvSpPr>
          <p:spPr bwMode="auto">
            <a:xfrm>
              <a:off x="3105150" y="3694783"/>
              <a:ext cx="1778000" cy="1201067"/>
            </a:xfrm>
            <a:prstGeom prst="arc">
              <a:avLst>
                <a:gd name="adj1" fmla="val 10782706"/>
                <a:gd name="adj2" fmla="val 0"/>
              </a:avLst>
            </a:prstGeom>
            <a:ln>
              <a:solidFill>
                <a:srgbClr val="0000FF"/>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txBody>
            <a:bodyPr/>
            <a:lstStyle/>
            <a:p>
              <a:pPr>
                <a:defRPr/>
              </a:pPr>
              <a:endParaRPr lang="zh-CN" altLang="en-US" sz="1800" b="0"/>
            </a:p>
          </p:txBody>
        </p:sp>
        <p:sp>
          <p:nvSpPr>
            <p:cNvPr id="21525" name="椭圆 14"/>
            <p:cNvSpPr>
              <a:spLocks noChangeArrowheads="1"/>
            </p:cNvSpPr>
            <p:nvPr/>
          </p:nvSpPr>
          <p:spPr bwMode="auto">
            <a:xfrm>
              <a:off x="5194300" y="3650680"/>
              <a:ext cx="622300" cy="622585"/>
            </a:xfrm>
            <a:prstGeom prst="ellipse">
              <a:avLst/>
            </a:prstGeom>
            <a:solidFill>
              <a:schemeClr val="accent6">
                <a:lumMod val="20000"/>
                <a:lumOff val="80000"/>
              </a:schemeClr>
            </a:solidFill>
            <a:ln w="28575" algn="ctr">
              <a:solidFill>
                <a:srgbClr val="00B0F0"/>
              </a:solidFill>
              <a:round/>
              <a:headEnd/>
              <a:tailEnd/>
            </a:ln>
            <a:scene3d>
              <a:camera prst="orthographicFront"/>
              <a:lightRig rig="threePt" dir="t"/>
            </a:scene3d>
            <a:sp3d>
              <a:bevelT prst="relaxedInset"/>
            </a:sp3d>
          </p:spPr>
          <p:txBody>
            <a:bodyPr/>
            <a:lstStyle/>
            <a:p>
              <a:pPr>
                <a:defRPr/>
              </a:pPr>
              <a:endParaRPr lang="zh-CN" altLang="en-US" sz="1800" b="0">
                <a:latin typeface="Times New Roman" pitchFamily="18" charset="0"/>
                <a:ea typeface="宋体" pitchFamily="2" charset="-122"/>
              </a:endParaRPr>
            </a:p>
          </p:txBody>
        </p:sp>
        <p:sp>
          <p:nvSpPr>
            <p:cNvPr id="16" name="弧形 15"/>
            <p:cNvSpPr/>
            <p:nvPr/>
          </p:nvSpPr>
          <p:spPr bwMode="auto">
            <a:xfrm>
              <a:off x="4883150" y="3694783"/>
              <a:ext cx="1778000" cy="1201067"/>
            </a:xfrm>
            <a:prstGeom prst="arc">
              <a:avLst>
                <a:gd name="adj1" fmla="val 10782706"/>
                <a:gd name="adj2" fmla="val 13257404"/>
              </a:avLst>
            </a:prstGeom>
            <a:ln>
              <a:solidFill>
                <a:srgbClr val="0000FF"/>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txBody>
            <a:bodyPr/>
            <a:lstStyle/>
            <a:p>
              <a:pPr>
                <a:defRPr/>
              </a:pPr>
              <a:endParaRPr lang="zh-CN" altLang="en-US" sz="1800" b="0"/>
            </a:p>
          </p:txBody>
        </p:sp>
        <p:sp>
          <p:nvSpPr>
            <p:cNvPr id="17" name="弧形 16"/>
            <p:cNvSpPr/>
            <p:nvPr/>
          </p:nvSpPr>
          <p:spPr bwMode="auto">
            <a:xfrm>
              <a:off x="1327150" y="3694783"/>
              <a:ext cx="1778000" cy="1201067"/>
            </a:xfrm>
            <a:prstGeom prst="arc">
              <a:avLst>
                <a:gd name="adj1" fmla="val 19841407"/>
                <a:gd name="adj2" fmla="val 0"/>
              </a:avLst>
            </a:prstGeom>
            <a:ln>
              <a:solidFill>
                <a:srgbClr val="0000FF"/>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txBody>
            <a:bodyPr/>
            <a:lstStyle/>
            <a:p>
              <a:pPr>
                <a:defRPr/>
              </a:pPr>
              <a:endParaRPr lang="zh-CN" altLang="en-US" sz="1800" b="0"/>
            </a:p>
          </p:txBody>
        </p:sp>
        <p:cxnSp>
          <p:nvCxnSpPr>
            <p:cNvPr id="23576" name="直接箭头连接符 17"/>
            <p:cNvCxnSpPr>
              <a:cxnSpLocks noChangeShapeType="1"/>
            </p:cNvCxnSpPr>
            <p:nvPr/>
          </p:nvCxnSpPr>
          <p:spPr bwMode="auto">
            <a:xfrm rot="10800000">
              <a:off x="5226398" y="3822084"/>
              <a:ext cx="323502" cy="14031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xmlns="">
                  <a:noFill/>
                </a14:hiddenFill>
              </a:ext>
            </a:extLst>
          </p:spPr>
        </p:cxnSp>
        <p:sp>
          <p:nvSpPr>
            <p:cNvPr id="23577" name="椭圆 18"/>
            <p:cNvSpPr>
              <a:spLocks noChangeArrowheads="1"/>
            </p:cNvSpPr>
            <p:nvPr/>
          </p:nvSpPr>
          <p:spPr bwMode="auto">
            <a:xfrm>
              <a:off x="5194300" y="3784600"/>
              <a:ext cx="88900" cy="88900"/>
            </a:xfrm>
            <a:prstGeom prst="ellipse">
              <a:avLst/>
            </a:prstGeom>
            <a:solidFill>
              <a:srgbClr val="FF0000"/>
            </a:solidFill>
            <a:ln w="9525" algn="ctr">
              <a:solidFill>
                <a:schemeClr val="tx1"/>
              </a:solidFill>
              <a:round/>
              <a:headEnd/>
              <a:tailEnd/>
            </a:ln>
          </p:spPr>
          <p:txBody>
            <a:bodyPr/>
            <a:lstStyle/>
            <a:p>
              <a:endParaRPr lang="zh-CN" altLang="en-US" sz="1800" b="0">
                <a:latin typeface="Times New Roman" pitchFamily="18" charset="0"/>
                <a:ea typeface="宋体" pitchFamily="2" charset="-122"/>
              </a:endParaRPr>
            </a:p>
          </p:txBody>
        </p:sp>
      </p:grpSp>
      <p:grpSp>
        <p:nvGrpSpPr>
          <p:cNvPr id="3" name="Group 24"/>
          <p:cNvGrpSpPr>
            <a:grpSpLocks/>
          </p:cNvGrpSpPr>
          <p:nvPr/>
        </p:nvGrpSpPr>
        <p:grpSpPr bwMode="auto">
          <a:xfrm>
            <a:off x="1522413" y="3786188"/>
            <a:ext cx="1863725" cy="646112"/>
            <a:chOff x="378" y="3266"/>
            <a:chExt cx="1174" cy="543"/>
          </a:xfrm>
        </p:grpSpPr>
        <p:sp>
          <p:nvSpPr>
            <p:cNvPr id="23566" name="Text Box 19"/>
            <p:cNvSpPr txBox="1">
              <a:spLocks noChangeArrowheads="1"/>
            </p:cNvSpPr>
            <p:nvPr/>
          </p:nvSpPr>
          <p:spPr bwMode="auto">
            <a:xfrm>
              <a:off x="378" y="3266"/>
              <a:ext cx="780" cy="5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kumimoji="1" lang="zh-CN" altLang="en-US" sz="1800">
                  <a:solidFill>
                    <a:srgbClr val="0000FF"/>
                  </a:solidFill>
                  <a:latin typeface="华文中宋" pitchFamily="2" charset="-122"/>
                  <a:ea typeface="华文中宋" pitchFamily="2" charset="-122"/>
                </a:rPr>
                <a:t>地面上看</a:t>
              </a:r>
            </a:p>
            <a:p>
              <a:pPr algn="l" eaLnBrk="1" hangingPunct="1"/>
              <a:r>
                <a:rPr kumimoji="1" lang="zh-CN" altLang="en-US" sz="1800">
                  <a:solidFill>
                    <a:srgbClr val="0000FF"/>
                  </a:solidFill>
                  <a:latin typeface="华文中宋" pitchFamily="2" charset="-122"/>
                  <a:ea typeface="华文中宋" pitchFamily="2" charset="-122"/>
                </a:rPr>
                <a:t>  摆 线</a:t>
              </a:r>
            </a:p>
          </p:txBody>
        </p:sp>
        <p:sp>
          <p:nvSpPr>
            <p:cNvPr id="23567" name="Line 22"/>
            <p:cNvSpPr>
              <a:spLocks noChangeShapeType="1"/>
            </p:cNvSpPr>
            <p:nvPr/>
          </p:nvSpPr>
          <p:spPr bwMode="auto">
            <a:xfrm>
              <a:off x="1034" y="3411"/>
              <a:ext cx="518" cy="116"/>
            </a:xfrm>
            <a:prstGeom prst="line">
              <a:avLst/>
            </a:prstGeom>
            <a:noFill/>
            <a:ln w="19050">
              <a:solidFill>
                <a:srgbClr val="FF00FF"/>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grpSp>
      <p:grpSp>
        <p:nvGrpSpPr>
          <p:cNvPr id="11" name="Group 25"/>
          <p:cNvGrpSpPr>
            <a:grpSpLocks/>
          </p:cNvGrpSpPr>
          <p:nvPr/>
        </p:nvGrpSpPr>
        <p:grpSpPr bwMode="auto">
          <a:xfrm>
            <a:off x="5830888" y="3622675"/>
            <a:ext cx="1908175" cy="647700"/>
            <a:chOff x="3916" y="3157"/>
            <a:chExt cx="1184" cy="543"/>
          </a:xfrm>
        </p:grpSpPr>
        <p:sp>
          <p:nvSpPr>
            <p:cNvPr id="23564" name="Text Box 20"/>
            <p:cNvSpPr txBox="1">
              <a:spLocks noChangeArrowheads="1"/>
            </p:cNvSpPr>
            <p:nvPr/>
          </p:nvSpPr>
          <p:spPr bwMode="auto">
            <a:xfrm>
              <a:off x="4377" y="3157"/>
              <a:ext cx="723" cy="5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kumimoji="1" lang="zh-CN" altLang="en-US" sz="1800">
                  <a:solidFill>
                    <a:srgbClr val="0000FF"/>
                  </a:solidFill>
                  <a:latin typeface="华文中宋" pitchFamily="2" charset="-122"/>
                  <a:ea typeface="华文中宋" pitchFamily="2" charset="-122"/>
                </a:rPr>
                <a:t>车厢里看    </a:t>
              </a:r>
            </a:p>
            <a:p>
              <a:pPr algn="l" eaLnBrk="1" hangingPunct="1"/>
              <a:r>
                <a:rPr kumimoji="1" lang="zh-CN" altLang="en-US" sz="1800">
                  <a:solidFill>
                    <a:srgbClr val="0000FF"/>
                  </a:solidFill>
                  <a:latin typeface="华文中宋" pitchFamily="2" charset="-122"/>
                  <a:ea typeface="华文中宋" pitchFamily="2" charset="-122"/>
                </a:rPr>
                <a:t>      圆</a:t>
              </a:r>
            </a:p>
          </p:txBody>
        </p:sp>
        <p:sp>
          <p:nvSpPr>
            <p:cNvPr id="23565" name="Line 23"/>
            <p:cNvSpPr>
              <a:spLocks noChangeShapeType="1"/>
            </p:cNvSpPr>
            <p:nvPr/>
          </p:nvSpPr>
          <p:spPr bwMode="auto">
            <a:xfrm flipH="1">
              <a:off x="3916" y="3338"/>
              <a:ext cx="523" cy="244"/>
            </a:xfrm>
            <a:prstGeom prst="line">
              <a:avLst/>
            </a:prstGeom>
            <a:noFill/>
            <a:ln w="19050">
              <a:solidFill>
                <a:srgbClr val="FF00FF"/>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left)">
                                      <p:cBhvr>
                                        <p:cTn id="12" dur="500"/>
                                        <p:tgtEl>
                                          <p:spTgt spid="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wipe(left)">
                                      <p:cBhvr>
                                        <p:cTn id="17" dur="500"/>
                                        <p:tgtEl>
                                          <p:spTgt spid="6">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wipe(left)">
                                      <p:cBhvr>
                                        <p:cTn id="22" dur="500"/>
                                        <p:tgtEl>
                                          <p:spTgt spid="7">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wipe(left)">
                                      <p:cBhvr>
                                        <p:cTn id="27" dur="500"/>
                                        <p:tgtEl>
                                          <p:spTgt spid="8">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xEl>
                                              <p:pRg st="0" end="0"/>
                                            </p:txEl>
                                          </p:spTgt>
                                        </p:tgtEl>
                                        <p:attrNameLst>
                                          <p:attrName>style.visibility</p:attrName>
                                        </p:attrNameLst>
                                      </p:cBhvr>
                                      <p:to>
                                        <p:strVal val="visible"/>
                                      </p:to>
                                    </p:set>
                                    <p:animEffect transition="in" filter="wipe(left)">
                                      <p:cBhvr>
                                        <p:cTn id="32" dur="500"/>
                                        <p:tgtEl>
                                          <p:spTgt spid="9">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
                                            <p:txEl>
                                              <p:pRg st="0" end="0"/>
                                            </p:txEl>
                                          </p:spTgt>
                                        </p:tgtEl>
                                        <p:attrNameLst>
                                          <p:attrName>style.visibility</p:attrName>
                                        </p:attrNameLst>
                                      </p:cBhvr>
                                      <p:to>
                                        <p:strVal val="visible"/>
                                      </p:to>
                                    </p:set>
                                    <p:animEffect transition="in" filter="wipe(left)">
                                      <p:cBhvr>
                                        <p:cTn id="37" dur="500"/>
                                        <p:tgtEl>
                                          <p:spTgt spid="10">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16"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 calcmode="lin" valueType="num">
                                      <p:cBhvr>
                                        <p:cTn id="42" dur="500" fill="hold"/>
                                        <p:tgtEl>
                                          <p:spTgt spid="2"/>
                                        </p:tgtEl>
                                        <p:attrNameLst>
                                          <p:attrName>ppt_w</p:attrName>
                                        </p:attrNameLst>
                                      </p:cBhvr>
                                      <p:tavLst>
                                        <p:tav tm="0">
                                          <p:val>
                                            <p:fltVal val="0"/>
                                          </p:val>
                                        </p:tav>
                                        <p:tav tm="100000">
                                          <p:val>
                                            <p:strVal val="#ppt_w"/>
                                          </p:val>
                                        </p:tav>
                                      </p:tavLst>
                                    </p:anim>
                                    <p:anim calcmode="lin" valueType="num">
                                      <p:cBhvr>
                                        <p:cTn id="43"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wipe(left)">
                                      <p:cBhvr>
                                        <p:cTn id="48" dur="500"/>
                                        <p:tgtEl>
                                          <p:spTgt spid="3"/>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2" fill="hold" nodeType="click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wipe(right)">
                                      <p:cBhvr>
                                        <p:cTn id="5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6" grpId="0" build="p"/>
      <p:bldP spid="7" grpId="0" build="p" autoUpdateAnimBg="0"/>
      <p:bldP spid="8" grpId="0" build="p" autoUpdateAnimBg="0"/>
      <p:bldP spid="9" grpId="0" build="p" autoUpdateAnimBg="0"/>
      <p:bldP spid="10"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6"/>
          <p:cNvGrpSpPr>
            <a:grpSpLocks/>
          </p:cNvGrpSpPr>
          <p:nvPr/>
        </p:nvGrpSpPr>
        <p:grpSpPr bwMode="auto">
          <a:xfrm>
            <a:off x="4643438" y="939800"/>
            <a:ext cx="4398962" cy="1271588"/>
            <a:chOff x="1116" y="1258"/>
            <a:chExt cx="2771" cy="1068"/>
          </a:xfrm>
        </p:grpSpPr>
        <p:grpSp>
          <p:nvGrpSpPr>
            <p:cNvPr id="24591" name="Group 7"/>
            <p:cNvGrpSpPr>
              <a:grpSpLocks/>
            </p:cNvGrpSpPr>
            <p:nvPr/>
          </p:nvGrpSpPr>
          <p:grpSpPr bwMode="auto">
            <a:xfrm>
              <a:off x="1521" y="1258"/>
              <a:ext cx="2366" cy="1068"/>
              <a:chOff x="1351" y="1314"/>
              <a:chExt cx="2366" cy="1068"/>
            </a:xfrm>
          </p:grpSpPr>
          <p:grpSp>
            <p:nvGrpSpPr>
              <p:cNvPr id="24594" name="Group 8"/>
              <p:cNvGrpSpPr>
                <a:grpSpLocks/>
              </p:cNvGrpSpPr>
              <p:nvPr/>
            </p:nvGrpSpPr>
            <p:grpSpPr bwMode="auto">
              <a:xfrm>
                <a:off x="1567" y="1511"/>
                <a:ext cx="327" cy="871"/>
                <a:chOff x="3635" y="1394"/>
                <a:chExt cx="1439" cy="3742"/>
              </a:xfrm>
            </p:grpSpPr>
            <p:sp>
              <p:nvSpPr>
                <p:cNvPr id="24612" name="AutoShape 9"/>
                <p:cNvSpPr>
                  <a:spLocks noChangeArrowheads="1"/>
                </p:cNvSpPr>
                <p:nvPr/>
              </p:nvSpPr>
              <p:spPr bwMode="auto">
                <a:xfrm>
                  <a:off x="3929" y="2095"/>
                  <a:ext cx="850" cy="234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51 w 21600"/>
                    <a:gd name="T25" fmla="*/ 3156 h 21600"/>
                    <a:gd name="T26" fmla="*/ 18449 w 21600"/>
                    <a:gd name="T27" fmla="*/ 18444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4040" y="10800"/>
                      </a:moveTo>
                      <a:cubicBezTo>
                        <a:pt x="4040" y="14533"/>
                        <a:pt x="7067" y="17560"/>
                        <a:pt x="10800" y="17560"/>
                      </a:cubicBezTo>
                      <a:cubicBezTo>
                        <a:pt x="14533" y="17560"/>
                        <a:pt x="17560" y="14533"/>
                        <a:pt x="17560" y="10800"/>
                      </a:cubicBezTo>
                      <a:cubicBezTo>
                        <a:pt x="17560" y="7067"/>
                        <a:pt x="14533" y="4040"/>
                        <a:pt x="10800" y="4040"/>
                      </a:cubicBezTo>
                      <a:cubicBezTo>
                        <a:pt x="7067" y="4040"/>
                        <a:pt x="4040" y="7067"/>
                        <a:pt x="4040" y="10800"/>
                      </a:cubicBezTo>
                      <a:close/>
                    </a:path>
                  </a:pathLst>
                </a:custGeom>
                <a:solidFill>
                  <a:schemeClr val="tx1"/>
                </a:solidFill>
                <a:ln>
                  <a:noFill/>
                </a:ln>
                <a:extLst>
                  <a:ext uri="{91240B29-F687-4F45-9708-019B960494DF}">
                    <a14:hiddenLine xmlns:a14="http://schemas.microsoft.com/office/drawing/2010/main" xmlns="" w="9525" algn="ctr">
                      <a:solidFill>
                        <a:srgbClr val="000000"/>
                      </a:solidFill>
                      <a:round/>
                      <a:headEnd/>
                      <a:tailEnd/>
                    </a14:hiddenLine>
                  </a:ext>
                </a:extLst>
              </p:spPr>
              <p:txBody>
                <a:bodyPr anchor="ctr">
                  <a:spAutoFit/>
                </a:bodyPr>
                <a:lstStyle/>
                <a:p>
                  <a:endParaRPr lang="zh-CN" altLang="en-US"/>
                </a:p>
              </p:txBody>
            </p:sp>
            <p:sp>
              <p:nvSpPr>
                <p:cNvPr id="24613" name="AutoShape 10"/>
                <p:cNvSpPr>
                  <a:spLocks noChangeArrowheads="1"/>
                </p:cNvSpPr>
                <p:nvPr/>
              </p:nvSpPr>
              <p:spPr bwMode="auto">
                <a:xfrm>
                  <a:off x="3635" y="1394"/>
                  <a:ext cx="1439" cy="3742"/>
                </a:xfrm>
                <a:prstGeom prst="sun">
                  <a:avLst>
                    <a:gd name="adj" fmla="val 25000"/>
                  </a:avLst>
                </a:prstGeom>
                <a:solidFill>
                  <a:schemeClr val="bg1"/>
                </a:solidFill>
                <a:ln w="9525" algn="ctr">
                  <a:solidFill>
                    <a:schemeClr val="tx1"/>
                  </a:solidFill>
                  <a:miter lim="800000"/>
                  <a:headEnd/>
                  <a:tailEnd/>
                </a:ln>
              </p:spPr>
              <p:txBody>
                <a:bodyPr wrap="none" anchor="ctr">
                  <a:spAutoFit/>
                </a:bodyPr>
                <a:lstStyle/>
                <a:p>
                  <a:endParaRPr lang="zh-CN" altLang="en-US" sz="1800" b="0">
                    <a:latin typeface="Times New Roman" pitchFamily="18" charset="0"/>
                    <a:ea typeface="宋体" pitchFamily="2" charset="-122"/>
                  </a:endParaRPr>
                </a:p>
              </p:txBody>
            </p:sp>
          </p:grpSp>
          <p:grpSp>
            <p:nvGrpSpPr>
              <p:cNvPr id="24595" name="Group 11"/>
              <p:cNvGrpSpPr>
                <a:grpSpLocks/>
              </p:cNvGrpSpPr>
              <p:nvPr/>
            </p:nvGrpSpPr>
            <p:grpSpPr bwMode="auto">
              <a:xfrm>
                <a:off x="2481" y="1511"/>
                <a:ext cx="327" cy="871"/>
                <a:chOff x="2907" y="1394"/>
                <a:chExt cx="1439" cy="3742"/>
              </a:xfrm>
            </p:grpSpPr>
            <p:sp>
              <p:nvSpPr>
                <p:cNvPr id="24610" name="AutoShape 12"/>
                <p:cNvSpPr>
                  <a:spLocks noChangeArrowheads="1"/>
                </p:cNvSpPr>
                <p:nvPr/>
              </p:nvSpPr>
              <p:spPr bwMode="auto">
                <a:xfrm>
                  <a:off x="3201" y="2095"/>
                  <a:ext cx="850" cy="234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51 w 21600"/>
                    <a:gd name="T25" fmla="*/ 3156 h 21600"/>
                    <a:gd name="T26" fmla="*/ 18449 w 21600"/>
                    <a:gd name="T27" fmla="*/ 18444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4040" y="10800"/>
                      </a:moveTo>
                      <a:cubicBezTo>
                        <a:pt x="4040" y="14533"/>
                        <a:pt x="7067" y="17560"/>
                        <a:pt x="10800" y="17560"/>
                      </a:cubicBezTo>
                      <a:cubicBezTo>
                        <a:pt x="14533" y="17560"/>
                        <a:pt x="17560" y="14533"/>
                        <a:pt x="17560" y="10800"/>
                      </a:cubicBezTo>
                      <a:cubicBezTo>
                        <a:pt x="17560" y="7067"/>
                        <a:pt x="14533" y="4040"/>
                        <a:pt x="10800" y="4040"/>
                      </a:cubicBezTo>
                      <a:cubicBezTo>
                        <a:pt x="7067" y="4040"/>
                        <a:pt x="4040" y="7067"/>
                        <a:pt x="4040" y="10800"/>
                      </a:cubicBezTo>
                      <a:close/>
                    </a:path>
                  </a:pathLst>
                </a:custGeom>
                <a:solidFill>
                  <a:schemeClr val="tx1"/>
                </a:solidFill>
                <a:ln>
                  <a:noFill/>
                </a:ln>
                <a:extLst>
                  <a:ext uri="{91240B29-F687-4F45-9708-019B960494DF}">
                    <a14:hiddenLine xmlns:a14="http://schemas.microsoft.com/office/drawing/2010/main" xmlns="" w="9525" algn="ctr">
                      <a:solidFill>
                        <a:srgbClr val="000000"/>
                      </a:solidFill>
                      <a:round/>
                      <a:headEnd/>
                      <a:tailEnd/>
                    </a14:hiddenLine>
                  </a:ext>
                </a:extLst>
              </p:spPr>
              <p:txBody>
                <a:bodyPr anchor="ctr">
                  <a:spAutoFit/>
                </a:bodyPr>
                <a:lstStyle/>
                <a:p>
                  <a:endParaRPr lang="zh-CN" altLang="en-US"/>
                </a:p>
              </p:txBody>
            </p:sp>
            <p:sp>
              <p:nvSpPr>
                <p:cNvPr id="24611" name="AutoShape 13"/>
                <p:cNvSpPr>
                  <a:spLocks noChangeArrowheads="1"/>
                </p:cNvSpPr>
                <p:nvPr/>
              </p:nvSpPr>
              <p:spPr bwMode="auto">
                <a:xfrm>
                  <a:off x="2907" y="1394"/>
                  <a:ext cx="1439" cy="3742"/>
                </a:xfrm>
                <a:prstGeom prst="sun">
                  <a:avLst>
                    <a:gd name="adj" fmla="val 25000"/>
                  </a:avLst>
                </a:prstGeom>
                <a:solidFill>
                  <a:schemeClr val="bg1"/>
                </a:solidFill>
                <a:ln w="9525" algn="ctr">
                  <a:solidFill>
                    <a:schemeClr val="tx1"/>
                  </a:solidFill>
                  <a:miter lim="800000"/>
                  <a:headEnd/>
                  <a:tailEnd/>
                </a:ln>
              </p:spPr>
              <p:txBody>
                <a:bodyPr wrap="none" anchor="ctr">
                  <a:spAutoFit/>
                </a:bodyPr>
                <a:lstStyle/>
                <a:p>
                  <a:endParaRPr lang="zh-CN" altLang="en-US" sz="1800" b="0">
                    <a:latin typeface="Times New Roman" pitchFamily="18" charset="0"/>
                    <a:ea typeface="宋体" pitchFamily="2" charset="-122"/>
                  </a:endParaRPr>
                </a:p>
              </p:txBody>
            </p:sp>
          </p:grpSp>
          <p:sp>
            <p:nvSpPr>
              <p:cNvPr id="24596" name="Rectangle 14" descr="小纸屑"/>
              <p:cNvSpPr>
                <a:spLocks noChangeArrowheads="1"/>
              </p:cNvSpPr>
              <p:nvPr/>
            </p:nvSpPr>
            <p:spPr bwMode="auto">
              <a:xfrm>
                <a:off x="1374" y="1700"/>
                <a:ext cx="1603" cy="310"/>
              </a:xfrm>
              <a:prstGeom prst="rect">
                <a:avLst/>
              </a:prstGeom>
              <a:solidFill>
                <a:schemeClr val="bg1"/>
              </a:solidFill>
              <a:ln w="19050" algn="ctr">
                <a:solidFill>
                  <a:srgbClr val="0070C0"/>
                </a:solidFill>
                <a:miter lim="800000"/>
                <a:headEnd/>
                <a:tailEnd/>
              </a:ln>
            </p:spPr>
            <p:txBody>
              <a:bodyPr anchor="ctr">
                <a:spAutoFit/>
              </a:bodyPr>
              <a:lstStyle/>
              <a:p>
                <a:endParaRPr lang="zh-CN" altLang="en-US" sz="1800" b="0">
                  <a:latin typeface="Times New Roman" pitchFamily="18" charset="0"/>
                  <a:ea typeface="宋体" pitchFamily="2" charset="-122"/>
                </a:endParaRPr>
              </a:p>
            </p:txBody>
          </p:sp>
          <p:sp>
            <p:nvSpPr>
              <p:cNvPr id="22555" name="Rectangle 15" descr="宽下对角线"/>
              <p:cNvSpPr>
                <a:spLocks noChangeArrowheads="1"/>
              </p:cNvSpPr>
              <p:nvPr/>
            </p:nvSpPr>
            <p:spPr bwMode="auto">
              <a:xfrm>
                <a:off x="1374" y="1914"/>
                <a:ext cx="1686" cy="311"/>
              </a:xfrm>
              <a:prstGeom prst="rect">
                <a:avLst/>
              </a:prstGeom>
              <a:solidFill>
                <a:schemeClr val="bg2">
                  <a:lumMod val="50000"/>
                </a:schemeClr>
              </a:solidFill>
              <a:ln>
                <a:noFill/>
              </a:ln>
              <a:extLst/>
            </p:spPr>
            <p:txBody>
              <a:bodyPr anchor="ctr">
                <a:spAutoFit/>
              </a:bodyPr>
              <a:lstStyle/>
              <a:p>
                <a:pPr>
                  <a:defRPr/>
                </a:pPr>
                <a:endParaRPr lang="zh-CN" altLang="en-US" sz="1800" b="0">
                  <a:latin typeface="Times New Roman" pitchFamily="18" charset="0"/>
                  <a:ea typeface="宋体" pitchFamily="2" charset="-122"/>
                </a:endParaRPr>
              </a:p>
            </p:txBody>
          </p:sp>
          <p:sp>
            <p:nvSpPr>
              <p:cNvPr id="24598" name="Line 16"/>
              <p:cNvSpPr>
                <a:spLocks noChangeShapeType="1"/>
              </p:cNvSpPr>
              <p:nvPr/>
            </p:nvSpPr>
            <p:spPr bwMode="auto">
              <a:xfrm flipV="1">
                <a:off x="1357" y="2039"/>
                <a:ext cx="1703" cy="2"/>
              </a:xfrm>
              <a:prstGeom prst="line">
                <a:avLst/>
              </a:prstGeom>
              <a:noFill/>
              <a:ln w="9525">
                <a:solidFill>
                  <a:schemeClr val="tx2"/>
                </a:solidFill>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22557" name="Rectangle 17" descr="宽下对角线"/>
              <p:cNvSpPr>
                <a:spLocks noChangeArrowheads="1"/>
              </p:cNvSpPr>
              <p:nvPr/>
            </p:nvSpPr>
            <p:spPr bwMode="auto">
              <a:xfrm>
                <a:off x="1829" y="1551"/>
                <a:ext cx="116" cy="309"/>
              </a:xfrm>
              <a:prstGeom prst="rect">
                <a:avLst/>
              </a:prstGeom>
              <a:solidFill>
                <a:schemeClr val="accent6">
                  <a:lumMod val="20000"/>
                  <a:lumOff val="80000"/>
                </a:schemeClr>
              </a:solidFill>
              <a:ln w="28575" algn="ctr">
                <a:solidFill>
                  <a:srgbClr val="00B0F0"/>
                </a:solidFill>
                <a:miter lim="800000"/>
                <a:headEnd/>
                <a:tailEnd/>
              </a:ln>
            </p:spPr>
            <p:txBody>
              <a:bodyPr wrap="none" anchor="ctr">
                <a:spAutoFit/>
              </a:bodyPr>
              <a:lstStyle/>
              <a:p>
                <a:pPr>
                  <a:defRPr/>
                </a:pPr>
                <a:endParaRPr lang="zh-CN" altLang="en-US" sz="1800" b="0">
                  <a:latin typeface="Times New Roman" pitchFamily="18" charset="0"/>
                  <a:ea typeface="宋体" pitchFamily="2" charset="-122"/>
                </a:endParaRPr>
              </a:p>
            </p:txBody>
          </p:sp>
          <p:sp>
            <p:nvSpPr>
              <p:cNvPr id="24600" name="Line 18"/>
              <p:cNvSpPr>
                <a:spLocks noChangeShapeType="1"/>
              </p:cNvSpPr>
              <p:nvPr/>
            </p:nvSpPr>
            <p:spPr bwMode="auto">
              <a:xfrm>
                <a:off x="2001" y="1678"/>
                <a:ext cx="369" cy="0"/>
              </a:xfrm>
              <a:prstGeom prst="line">
                <a:avLst/>
              </a:prstGeom>
              <a:noFill/>
              <a:ln w="28575">
                <a:solidFill>
                  <a:srgbClr val="FF0000"/>
                </a:solidFill>
                <a:round/>
                <a:headEnd/>
                <a:tailEnd type="triangle" w="med" len="med"/>
              </a:ln>
              <a:extLst>
                <a:ext uri="{909E8E84-426E-40DD-AFC4-6F175D3DCCD1}">
                  <a14:hiddenFill xmlns:a14="http://schemas.microsoft.com/office/drawing/2010/main" xmlns="">
                    <a:noFill/>
                  </a14:hiddenFill>
                </a:ext>
              </a:extLst>
            </p:spPr>
            <p:txBody>
              <a:bodyPr anchor="ctr">
                <a:spAutoFit/>
              </a:bodyPr>
              <a:lstStyle/>
              <a:p>
                <a:endParaRPr lang="zh-CN" altLang="en-US"/>
              </a:p>
            </p:txBody>
          </p:sp>
          <p:graphicFrame>
            <p:nvGraphicFramePr>
              <p:cNvPr id="24601" name="Object 19"/>
              <p:cNvGraphicFramePr>
                <a:graphicFrameLocks noChangeAspect="1"/>
              </p:cNvGraphicFramePr>
              <p:nvPr/>
            </p:nvGraphicFramePr>
            <p:xfrm>
              <a:off x="2373" y="1570"/>
              <a:ext cx="165" cy="203"/>
            </p:xfrm>
            <a:graphic>
              <a:graphicData uri="http://schemas.openxmlformats.org/presentationml/2006/ole">
                <p:oleObj spid="_x0000_s24634" name="Equation" r:id="rId3" imgW="164957" imgH="203024" progId="Equation.DSMT4">
                  <p:embed/>
                </p:oleObj>
              </a:graphicData>
            </a:graphic>
          </p:graphicFrame>
          <p:sp>
            <p:nvSpPr>
              <p:cNvPr id="24602" name="Line 20"/>
              <p:cNvSpPr>
                <a:spLocks noChangeShapeType="1"/>
              </p:cNvSpPr>
              <p:nvPr/>
            </p:nvSpPr>
            <p:spPr bwMode="auto">
              <a:xfrm flipV="1">
                <a:off x="1387" y="2057"/>
                <a:ext cx="2161" cy="2"/>
              </a:xfrm>
              <a:prstGeom prst="line">
                <a:avLst/>
              </a:prstGeom>
              <a:noFill/>
              <a:ln w="19050">
                <a:solidFill>
                  <a:srgbClr val="0000FF"/>
                </a:solidFill>
                <a:round/>
                <a:headEnd/>
                <a:tailEnd type="triangle" w="med" len="me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24603" name="Text Box 21"/>
              <p:cNvSpPr txBox="1">
                <a:spLocks noChangeArrowheads="1"/>
              </p:cNvSpPr>
              <p:nvPr/>
            </p:nvSpPr>
            <p:spPr bwMode="auto">
              <a:xfrm>
                <a:off x="3515" y="1933"/>
                <a:ext cx="189"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en-US" altLang="zh-CN" sz="1800" i="1">
                    <a:latin typeface="Times New Roman" pitchFamily="18" charset="0"/>
                    <a:ea typeface="宋体" pitchFamily="2" charset="-122"/>
                  </a:rPr>
                  <a:t>x</a:t>
                </a:r>
              </a:p>
            </p:txBody>
          </p:sp>
          <p:sp>
            <p:nvSpPr>
              <p:cNvPr id="24604" name="Line 22"/>
              <p:cNvSpPr>
                <a:spLocks noChangeShapeType="1"/>
              </p:cNvSpPr>
              <p:nvPr/>
            </p:nvSpPr>
            <p:spPr bwMode="auto">
              <a:xfrm>
                <a:off x="1351" y="1888"/>
                <a:ext cx="2167" cy="2"/>
              </a:xfrm>
              <a:prstGeom prst="line">
                <a:avLst/>
              </a:prstGeom>
              <a:noFill/>
              <a:ln w="19050">
                <a:solidFill>
                  <a:srgbClr val="0070C0"/>
                </a:solidFill>
                <a:round/>
                <a:headEnd/>
                <a:tailEnd type="triangle" w="med" len="me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24605" name="Text Box 23"/>
              <p:cNvSpPr txBox="1">
                <a:spLocks noChangeArrowheads="1"/>
              </p:cNvSpPr>
              <p:nvPr/>
            </p:nvSpPr>
            <p:spPr bwMode="auto">
              <a:xfrm>
                <a:off x="3501" y="1723"/>
                <a:ext cx="216"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en-US" altLang="zh-CN" sz="1800" i="1">
                    <a:latin typeface="Times New Roman" pitchFamily="18" charset="0"/>
                    <a:ea typeface="宋体" pitchFamily="2" charset="-122"/>
                  </a:rPr>
                  <a:t>x</a:t>
                </a:r>
                <a:r>
                  <a:rPr lang="en-US" altLang="zh-CN" sz="1800" i="1" baseline="30000">
                    <a:latin typeface="Times New Roman" pitchFamily="18" charset="0"/>
                    <a:ea typeface="宋体" pitchFamily="2" charset="-122"/>
                  </a:rPr>
                  <a:t>/</a:t>
                </a:r>
                <a:endParaRPr lang="en-US" altLang="zh-CN" sz="1800" i="1">
                  <a:latin typeface="Times New Roman" pitchFamily="18" charset="0"/>
                  <a:ea typeface="宋体" pitchFamily="2" charset="-122"/>
                </a:endParaRPr>
              </a:p>
            </p:txBody>
          </p:sp>
          <p:sp>
            <p:nvSpPr>
              <p:cNvPr id="24606" name="Line 24"/>
              <p:cNvSpPr>
                <a:spLocks noChangeShapeType="1"/>
              </p:cNvSpPr>
              <p:nvPr/>
            </p:nvSpPr>
            <p:spPr bwMode="auto">
              <a:xfrm>
                <a:off x="2979" y="1850"/>
                <a:ext cx="312" cy="0"/>
              </a:xfrm>
              <a:prstGeom prst="line">
                <a:avLst/>
              </a:prstGeom>
              <a:noFill/>
              <a:ln w="19050">
                <a:solidFill>
                  <a:srgbClr val="CC00CC"/>
                </a:solidFill>
                <a:round/>
                <a:headEnd/>
                <a:tailEnd type="triangle" w="med" len="med"/>
              </a:ln>
              <a:extLst>
                <a:ext uri="{909E8E84-426E-40DD-AFC4-6F175D3DCCD1}">
                  <a14:hiddenFill xmlns:a14="http://schemas.microsoft.com/office/drawing/2010/main" xmlns="">
                    <a:noFill/>
                  </a14:hiddenFill>
                </a:ext>
              </a:extLst>
            </p:spPr>
            <p:txBody>
              <a:bodyPr wrap="none" anchor="ctr">
                <a:spAutoFit/>
              </a:bodyPr>
              <a:lstStyle/>
              <a:p>
                <a:endParaRPr lang="zh-CN" altLang="en-US"/>
              </a:p>
            </p:txBody>
          </p:sp>
          <p:graphicFrame>
            <p:nvGraphicFramePr>
              <p:cNvPr id="24607" name="Object 25"/>
              <p:cNvGraphicFramePr>
                <a:graphicFrameLocks noChangeAspect="1"/>
              </p:cNvGraphicFramePr>
              <p:nvPr/>
            </p:nvGraphicFramePr>
            <p:xfrm>
              <a:off x="3028" y="1636"/>
              <a:ext cx="175" cy="203"/>
            </p:xfrm>
            <a:graphic>
              <a:graphicData uri="http://schemas.openxmlformats.org/presentationml/2006/ole">
                <p:oleObj spid="_x0000_s24635" name="Equation" r:id="rId4" imgW="165028" imgH="228501" progId="Equation.DSMT4">
                  <p:embed/>
                </p:oleObj>
              </a:graphicData>
            </a:graphic>
          </p:graphicFrame>
          <p:sp>
            <p:nvSpPr>
              <p:cNvPr id="24608" name="Line 26"/>
              <p:cNvSpPr>
                <a:spLocks noChangeShapeType="1"/>
              </p:cNvSpPr>
              <p:nvPr/>
            </p:nvSpPr>
            <p:spPr bwMode="auto">
              <a:xfrm>
                <a:off x="1774" y="1507"/>
                <a:ext cx="341" cy="0"/>
              </a:xfrm>
              <a:prstGeom prst="line">
                <a:avLst/>
              </a:prstGeom>
              <a:noFill/>
              <a:ln w="9525">
                <a:solidFill>
                  <a:srgbClr val="0000FF"/>
                </a:solidFill>
                <a:round/>
                <a:headEnd/>
                <a:tailEnd type="triangle" w="med" len="med"/>
              </a:ln>
              <a:extLst>
                <a:ext uri="{909E8E84-426E-40DD-AFC4-6F175D3DCCD1}">
                  <a14:hiddenFill xmlns:a14="http://schemas.microsoft.com/office/drawing/2010/main" xmlns="">
                    <a:noFill/>
                  </a14:hiddenFill>
                </a:ext>
              </a:extLst>
            </p:spPr>
            <p:txBody>
              <a:bodyPr wrap="none" anchor="ctr">
                <a:spAutoFit/>
              </a:bodyPr>
              <a:lstStyle/>
              <a:p>
                <a:endParaRPr lang="zh-CN" altLang="en-US"/>
              </a:p>
            </p:txBody>
          </p:sp>
          <p:graphicFrame>
            <p:nvGraphicFramePr>
              <p:cNvPr id="24609" name="Object 27"/>
              <p:cNvGraphicFramePr>
                <a:graphicFrameLocks noChangeAspect="1"/>
              </p:cNvGraphicFramePr>
              <p:nvPr/>
            </p:nvGraphicFramePr>
            <p:xfrm>
              <a:off x="1831" y="1314"/>
              <a:ext cx="166" cy="192"/>
            </p:xfrm>
            <a:graphic>
              <a:graphicData uri="http://schemas.openxmlformats.org/presentationml/2006/ole">
                <p:oleObj spid="_x0000_s24636" name="Equation" r:id="rId5" imgW="164957" imgH="190335" progId="Equation.DSMT4">
                  <p:embed/>
                </p:oleObj>
              </a:graphicData>
            </a:graphic>
          </p:graphicFrame>
        </p:grpSp>
        <p:sp>
          <p:nvSpPr>
            <p:cNvPr id="24592" name="Rectangle 64"/>
            <p:cNvSpPr>
              <a:spLocks noChangeArrowheads="1"/>
            </p:cNvSpPr>
            <p:nvPr/>
          </p:nvSpPr>
          <p:spPr bwMode="auto">
            <a:xfrm>
              <a:off x="1116" y="1563"/>
              <a:ext cx="530"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r>
                <a:rPr lang="en-US" altLang="zh-CN" sz="1800">
                  <a:solidFill>
                    <a:srgbClr val="FF0000"/>
                  </a:solidFill>
                  <a:latin typeface="Times New Roman" pitchFamily="18" charset="0"/>
                  <a:ea typeface="宋体" pitchFamily="2" charset="-122"/>
                </a:rPr>
                <a:t>S</a:t>
              </a:r>
              <a:r>
                <a:rPr lang="en-US" altLang="zh-CN" sz="1800" baseline="30000">
                  <a:solidFill>
                    <a:srgbClr val="FF0000"/>
                  </a:solidFill>
                  <a:latin typeface="Times New Roman" pitchFamily="18" charset="0"/>
                  <a:ea typeface="宋体" pitchFamily="2" charset="-122"/>
                </a:rPr>
                <a:t>/</a:t>
              </a:r>
              <a:r>
                <a:rPr lang="zh-CN" altLang="en-US" sz="1800">
                  <a:solidFill>
                    <a:srgbClr val="FF0000"/>
                  </a:solidFill>
                  <a:latin typeface="Times New Roman" pitchFamily="18" charset="0"/>
                  <a:ea typeface="宋体" pitchFamily="2" charset="-122"/>
                </a:rPr>
                <a:t>系</a:t>
              </a:r>
            </a:p>
          </p:txBody>
        </p:sp>
        <p:sp>
          <p:nvSpPr>
            <p:cNvPr id="24593" name="Rectangle 65"/>
            <p:cNvSpPr>
              <a:spLocks noChangeArrowheads="1"/>
            </p:cNvSpPr>
            <p:nvPr/>
          </p:nvSpPr>
          <p:spPr bwMode="auto">
            <a:xfrm>
              <a:off x="1117" y="1838"/>
              <a:ext cx="379"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r>
                <a:rPr lang="en-US" altLang="zh-CN" sz="1800">
                  <a:solidFill>
                    <a:srgbClr val="0000FF"/>
                  </a:solidFill>
                  <a:latin typeface="Times New Roman" pitchFamily="18" charset="0"/>
                  <a:ea typeface="宋体" pitchFamily="2" charset="-122"/>
                </a:rPr>
                <a:t>S</a:t>
              </a:r>
              <a:r>
                <a:rPr lang="zh-CN" altLang="en-US" sz="1800">
                  <a:solidFill>
                    <a:srgbClr val="0000FF"/>
                  </a:solidFill>
                  <a:latin typeface="Times New Roman" pitchFamily="18" charset="0"/>
                  <a:ea typeface="宋体" pitchFamily="2" charset="-122"/>
                </a:rPr>
                <a:t>系</a:t>
              </a:r>
            </a:p>
          </p:txBody>
        </p:sp>
      </p:grpSp>
      <p:sp>
        <p:nvSpPr>
          <p:cNvPr id="184387" name="Rectangle 67"/>
          <p:cNvSpPr>
            <a:spLocks noChangeArrowheads="1"/>
          </p:cNvSpPr>
          <p:nvPr/>
        </p:nvSpPr>
        <p:spPr bwMode="auto">
          <a:xfrm>
            <a:off x="714375" y="1878013"/>
            <a:ext cx="1408113"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lang="en-US" altLang="zh-CN" sz="1800">
                <a:latin typeface="华文中宋" pitchFamily="2" charset="-122"/>
                <a:ea typeface="华文中宋" pitchFamily="2" charset="-122"/>
              </a:rPr>
              <a:t>S: </a:t>
            </a:r>
            <a:r>
              <a:rPr lang="zh-CN" altLang="en-US" sz="1800">
                <a:latin typeface="华文中宋" pitchFamily="2" charset="-122"/>
                <a:ea typeface="华文中宋" pitchFamily="2" charset="-122"/>
              </a:rPr>
              <a:t>是惯性系</a:t>
            </a:r>
          </a:p>
        </p:txBody>
      </p:sp>
      <p:graphicFrame>
        <p:nvGraphicFramePr>
          <p:cNvPr id="3" name="对象 2"/>
          <p:cNvGraphicFramePr>
            <a:graphicFrameLocks noChangeAspect="1"/>
          </p:cNvGraphicFramePr>
          <p:nvPr/>
        </p:nvGraphicFramePr>
        <p:xfrm>
          <a:off x="3132138" y="1917700"/>
          <a:ext cx="1017587" cy="309563"/>
        </p:xfrm>
        <a:graphic>
          <a:graphicData uri="http://schemas.openxmlformats.org/presentationml/2006/ole">
            <p:oleObj spid="_x0000_s24637" name="Equation" r:id="rId6" imgW="532937" imgH="215713" progId="Equation.DSMT4">
              <p:embed/>
            </p:oleObj>
          </a:graphicData>
        </a:graphic>
      </p:graphicFrame>
      <p:sp>
        <p:nvSpPr>
          <p:cNvPr id="42" name="Text Box 69"/>
          <p:cNvSpPr txBox="1">
            <a:spLocks noChangeArrowheads="1"/>
          </p:cNvSpPr>
          <p:nvPr/>
        </p:nvSpPr>
        <p:spPr bwMode="auto">
          <a:xfrm>
            <a:off x="714375" y="2281238"/>
            <a:ext cx="260985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en-US" altLang="zh-CN" sz="1800">
                <a:latin typeface="华文中宋" pitchFamily="2" charset="-122"/>
                <a:ea typeface="华文中宋" pitchFamily="2" charset="-122"/>
              </a:rPr>
              <a:t>S</a:t>
            </a:r>
            <a:r>
              <a:rPr lang="en-US" altLang="zh-CN" sz="1800" baseline="30000">
                <a:latin typeface="华文中宋" pitchFamily="2" charset="-122"/>
                <a:ea typeface="华文中宋" pitchFamily="2" charset="-122"/>
              </a:rPr>
              <a:t>/</a:t>
            </a:r>
            <a:r>
              <a:rPr lang="en-US" altLang="zh-CN" sz="1800">
                <a:latin typeface="华文中宋" pitchFamily="2" charset="-122"/>
                <a:ea typeface="华文中宋" pitchFamily="2" charset="-122"/>
              </a:rPr>
              <a:t>: </a:t>
            </a:r>
            <a:r>
              <a:rPr lang="zh-CN" altLang="en-US" sz="1800">
                <a:latin typeface="华文中宋" pitchFamily="2" charset="-122"/>
                <a:ea typeface="华文中宋" pitchFamily="2" charset="-122"/>
              </a:rPr>
              <a:t>是非惯性系</a:t>
            </a:r>
          </a:p>
        </p:txBody>
      </p:sp>
      <p:graphicFrame>
        <p:nvGraphicFramePr>
          <p:cNvPr id="43" name="Object 70"/>
          <p:cNvGraphicFramePr>
            <a:graphicFrameLocks noChangeAspect="1"/>
          </p:cNvGraphicFramePr>
          <p:nvPr/>
        </p:nvGraphicFramePr>
        <p:xfrm>
          <a:off x="3089275" y="2295525"/>
          <a:ext cx="1266825" cy="358775"/>
        </p:xfrm>
        <a:graphic>
          <a:graphicData uri="http://schemas.openxmlformats.org/presentationml/2006/ole">
            <p:oleObj spid="_x0000_s24638" name="Equation" r:id="rId7" imgW="571252" imgH="215806" progId="Equation.DSMT4">
              <p:embed/>
            </p:oleObj>
          </a:graphicData>
        </a:graphic>
      </p:graphicFrame>
      <p:graphicFrame>
        <p:nvGraphicFramePr>
          <p:cNvPr id="44" name="Object 73"/>
          <p:cNvGraphicFramePr>
            <a:graphicFrameLocks noChangeAspect="1"/>
          </p:cNvGraphicFramePr>
          <p:nvPr/>
        </p:nvGraphicFramePr>
        <p:xfrm>
          <a:off x="3054350" y="2722563"/>
          <a:ext cx="1158875" cy="330200"/>
        </p:xfrm>
        <a:graphic>
          <a:graphicData uri="http://schemas.openxmlformats.org/presentationml/2006/ole">
            <p:oleObj spid="_x0000_s24639" name="Equation" r:id="rId8" imgW="532937" imgH="215713" progId="Equation.DSMT4">
              <p:embed/>
            </p:oleObj>
          </a:graphicData>
        </a:graphic>
      </p:graphicFrame>
      <p:graphicFrame>
        <p:nvGraphicFramePr>
          <p:cNvPr id="60" name="对象 59"/>
          <p:cNvGraphicFramePr>
            <a:graphicFrameLocks noChangeAspect="1"/>
          </p:cNvGraphicFramePr>
          <p:nvPr/>
        </p:nvGraphicFramePr>
        <p:xfrm>
          <a:off x="4306888" y="2749550"/>
          <a:ext cx="1504950" cy="344488"/>
        </p:xfrm>
        <a:graphic>
          <a:graphicData uri="http://schemas.openxmlformats.org/presentationml/2006/ole">
            <p:oleObj spid="_x0000_s24640" name="Equation" r:id="rId9" imgW="787400" imgH="241300" progId="Equation.DSMT4">
              <p:embed/>
            </p:oleObj>
          </a:graphicData>
        </a:graphic>
      </p:graphicFrame>
      <p:graphicFrame>
        <p:nvGraphicFramePr>
          <p:cNvPr id="62" name="Object 77"/>
          <p:cNvGraphicFramePr>
            <a:graphicFrameLocks noChangeAspect="1"/>
          </p:cNvGraphicFramePr>
          <p:nvPr/>
        </p:nvGraphicFramePr>
        <p:xfrm>
          <a:off x="2998788" y="3114675"/>
          <a:ext cx="2078037" cy="417513"/>
        </p:xfrm>
        <a:graphic>
          <a:graphicData uri="http://schemas.openxmlformats.org/presentationml/2006/ole">
            <p:oleObj spid="_x0000_s24641" name="Equation" r:id="rId10" imgW="952087" imgH="253890" progId="Equation.DSMT4">
              <p:embed/>
            </p:oleObj>
          </a:graphicData>
        </a:graphic>
      </p:graphicFrame>
      <p:graphicFrame>
        <p:nvGraphicFramePr>
          <p:cNvPr id="67" name="对象 66"/>
          <p:cNvGraphicFramePr>
            <a:graphicFrameLocks noChangeAspect="1"/>
          </p:cNvGraphicFramePr>
          <p:nvPr/>
        </p:nvGraphicFramePr>
        <p:xfrm>
          <a:off x="2987675" y="3579813"/>
          <a:ext cx="1309688" cy="365125"/>
        </p:xfrm>
        <a:graphic>
          <a:graphicData uri="http://schemas.openxmlformats.org/presentationml/2006/ole">
            <p:oleObj spid="_x0000_s24642" name="Equation" r:id="rId11" imgW="685800" imgH="254000" progId="Equation.DSMT4">
              <p:embed/>
            </p:oleObj>
          </a:graphicData>
        </a:graphic>
      </p:graphicFrame>
      <p:sp>
        <p:nvSpPr>
          <p:cNvPr id="68" name="Text Box 78"/>
          <p:cNvSpPr txBox="1">
            <a:spLocks noChangeArrowheads="1"/>
          </p:cNvSpPr>
          <p:nvPr/>
        </p:nvSpPr>
        <p:spPr bwMode="auto">
          <a:xfrm>
            <a:off x="4614863" y="3570288"/>
            <a:ext cx="168592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spcBef>
                <a:spcPct val="50000"/>
              </a:spcBef>
            </a:pPr>
            <a:r>
              <a:rPr kumimoji="1" lang="zh-CN" altLang="en-US" sz="1800">
                <a:solidFill>
                  <a:srgbClr val="000000"/>
                </a:solidFill>
                <a:latin typeface="华文中宋" pitchFamily="2" charset="-122"/>
                <a:ea typeface="华文中宋" pitchFamily="2" charset="-122"/>
              </a:rPr>
              <a:t>定义为</a:t>
            </a:r>
            <a:r>
              <a:rPr kumimoji="1" lang="zh-CN" altLang="en-US" sz="1800">
                <a:solidFill>
                  <a:srgbClr val="0000FF"/>
                </a:solidFill>
                <a:latin typeface="华文中宋" pitchFamily="2" charset="-122"/>
                <a:ea typeface="华文中宋" pitchFamily="2" charset="-122"/>
              </a:rPr>
              <a:t>惯性力</a:t>
            </a:r>
            <a:endParaRPr kumimoji="1" lang="en-US" altLang="zh-CN" sz="1800">
              <a:solidFill>
                <a:srgbClr val="FF0000"/>
              </a:solidFill>
              <a:latin typeface="华文中宋" pitchFamily="2" charset="-122"/>
              <a:ea typeface="华文中宋" pitchFamily="2" charset="-122"/>
            </a:endParaRPr>
          </a:p>
        </p:txBody>
      </p:sp>
      <p:graphicFrame>
        <p:nvGraphicFramePr>
          <p:cNvPr id="69" name="Object 8"/>
          <p:cNvGraphicFramePr>
            <a:graphicFrameLocks noChangeAspect="1"/>
          </p:cNvGraphicFramePr>
          <p:nvPr/>
        </p:nvGraphicFramePr>
        <p:xfrm>
          <a:off x="2979738" y="4025900"/>
          <a:ext cx="1592262" cy="357188"/>
        </p:xfrm>
        <a:graphic>
          <a:graphicData uri="http://schemas.openxmlformats.org/presentationml/2006/ole">
            <p:oleObj spid="_x0000_s24643" name="Equation" r:id="rId12" imgW="850531" imgH="253890" progId="Equation.DSMT4">
              <p:embed/>
            </p:oleObj>
          </a:graphicData>
        </a:graphic>
      </p:graphicFrame>
      <p:sp>
        <p:nvSpPr>
          <p:cNvPr id="70" name="Text Box 49"/>
          <p:cNvSpPr txBox="1">
            <a:spLocks noChangeArrowheads="1"/>
          </p:cNvSpPr>
          <p:nvPr/>
        </p:nvSpPr>
        <p:spPr bwMode="auto">
          <a:xfrm>
            <a:off x="4427538" y="4002088"/>
            <a:ext cx="3662362"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spcBef>
                <a:spcPct val="50000"/>
              </a:spcBef>
            </a:pPr>
            <a:r>
              <a:rPr kumimoji="1" lang="en-US" altLang="zh-CN" sz="1800" i="1">
                <a:solidFill>
                  <a:srgbClr val="FF0066"/>
                </a:solidFill>
                <a:latin typeface="华文中宋" pitchFamily="2" charset="-122"/>
                <a:ea typeface="华文中宋" pitchFamily="2" charset="-122"/>
              </a:rPr>
              <a:t>——</a:t>
            </a:r>
            <a:r>
              <a:rPr kumimoji="1" lang="zh-CN" altLang="en-US" sz="1800">
                <a:solidFill>
                  <a:srgbClr val="FF0066"/>
                </a:solidFill>
                <a:latin typeface="华文中宋" pitchFamily="2" charset="-122"/>
                <a:ea typeface="华文中宋" pitchFamily="2" charset="-122"/>
              </a:rPr>
              <a:t>非惯性系</a:t>
            </a:r>
            <a:r>
              <a:rPr kumimoji="1" lang="zh-CN" altLang="en-US" sz="1800">
                <a:solidFill>
                  <a:srgbClr val="FF0066"/>
                </a:solidFill>
                <a:latin typeface="华文中宋" pitchFamily="2" charset="-122"/>
                <a:ea typeface="华文中宋" pitchFamily="2" charset="-122"/>
                <a:sym typeface="Symbol" pitchFamily="18" charset="2"/>
              </a:rPr>
              <a:t>中的</a:t>
            </a:r>
            <a:r>
              <a:rPr kumimoji="1" lang="zh-CN" altLang="en-US" sz="1800">
                <a:solidFill>
                  <a:srgbClr val="FF0066"/>
                </a:solidFill>
                <a:latin typeface="华文中宋" pitchFamily="2" charset="-122"/>
                <a:ea typeface="华文中宋" pitchFamily="2" charset="-122"/>
              </a:rPr>
              <a:t>牛顿第二定律</a:t>
            </a:r>
          </a:p>
        </p:txBody>
      </p:sp>
      <p:sp>
        <p:nvSpPr>
          <p:cNvPr id="24590" name="Text Box 2"/>
          <p:cNvSpPr>
            <a:spLocks noChangeArrowheads="1"/>
          </p:cNvSpPr>
          <p:nvPr/>
        </p:nvSpPr>
        <p:spPr bwMode="auto">
          <a:xfrm>
            <a:off x="755650" y="987425"/>
            <a:ext cx="3095625" cy="400050"/>
          </a:xfrm>
          <a:prstGeom prst="homePlate">
            <a:avLst>
              <a:gd name="adj" fmla="val 50047"/>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buFont typeface="Arial" charset="0"/>
              <a:buNone/>
            </a:pPr>
            <a:r>
              <a:rPr lang="zh-CN" altLang="en-US" sz="2000">
                <a:solidFill>
                  <a:srgbClr val="FFFFFF"/>
                </a:solidFill>
                <a:latin typeface="微软雅黑" pitchFamily="34" charset="-122"/>
                <a:ea typeface="微软雅黑" pitchFamily="34" charset="-122"/>
              </a:rPr>
              <a:t>一、变速直线运动参考系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387"/>
                                        </p:tgtEl>
                                        <p:attrNameLst>
                                          <p:attrName>style.visibility</p:attrName>
                                        </p:attrNameLst>
                                      </p:cBhvr>
                                      <p:to>
                                        <p:strVal val="visible"/>
                                      </p:to>
                                    </p:set>
                                    <p:animEffect transition="in" filter="wipe(left)">
                                      <p:cBhvr>
                                        <p:cTn id="12" dur="500"/>
                                        <p:tgtEl>
                                          <p:spTgt spid="1843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wipe(left)">
                                      <p:cBhvr>
                                        <p:cTn id="22" dur="500"/>
                                        <p:tgtEl>
                                          <p:spTgt spid="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wipe(left)">
                                      <p:cBhvr>
                                        <p:cTn id="27" dur="500"/>
                                        <p:tgtEl>
                                          <p:spTgt spid="4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wipe(left)">
                                      <p:cBhvr>
                                        <p:cTn id="32" dur="500"/>
                                        <p:tgtEl>
                                          <p:spTgt spid="4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0"/>
                                        </p:tgtEl>
                                        <p:attrNameLst>
                                          <p:attrName>style.visibility</p:attrName>
                                        </p:attrNameLst>
                                      </p:cBhvr>
                                      <p:to>
                                        <p:strVal val="visible"/>
                                      </p:to>
                                    </p:set>
                                    <p:animEffect transition="in" filter="wipe(left)">
                                      <p:cBhvr>
                                        <p:cTn id="37" dur="500"/>
                                        <p:tgtEl>
                                          <p:spTgt spid="6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2"/>
                                        </p:tgtEl>
                                        <p:attrNameLst>
                                          <p:attrName>style.visibility</p:attrName>
                                        </p:attrNameLst>
                                      </p:cBhvr>
                                      <p:to>
                                        <p:strVal val="visible"/>
                                      </p:to>
                                    </p:set>
                                    <p:animEffect transition="in" filter="wipe(left)">
                                      <p:cBhvr>
                                        <p:cTn id="42" dur="500"/>
                                        <p:tgtEl>
                                          <p:spTgt spid="6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67"/>
                                        </p:tgtEl>
                                        <p:attrNameLst>
                                          <p:attrName>style.visibility</p:attrName>
                                        </p:attrNameLst>
                                      </p:cBhvr>
                                      <p:to>
                                        <p:strVal val="visible"/>
                                      </p:to>
                                    </p:set>
                                    <p:animEffect transition="in" filter="wipe(left)">
                                      <p:cBhvr>
                                        <p:cTn id="47" dur="500"/>
                                        <p:tgtEl>
                                          <p:spTgt spid="6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8"/>
                                        </p:tgtEl>
                                        <p:attrNameLst>
                                          <p:attrName>style.visibility</p:attrName>
                                        </p:attrNameLst>
                                      </p:cBhvr>
                                      <p:to>
                                        <p:strVal val="visible"/>
                                      </p:to>
                                    </p:set>
                                    <p:animEffect transition="in" filter="wipe(left)">
                                      <p:cBhvr>
                                        <p:cTn id="52" dur="500"/>
                                        <p:tgtEl>
                                          <p:spTgt spid="6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69"/>
                                        </p:tgtEl>
                                        <p:attrNameLst>
                                          <p:attrName>style.visibility</p:attrName>
                                        </p:attrNameLst>
                                      </p:cBhvr>
                                      <p:to>
                                        <p:strVal val="visible"/>
                                      </p:to>
                                    </p:set>
                                    <p:animEffect transition="in" filter="wipe(left)">
                                      <p:cBhvr>
                                        <p:cTn id="57" dur="500"/>
                                        <p:tgtEl>
                                          <p:spTgt spid="6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70"/>
                                        </p:tgtEl>
                                        <p:attrNameLst>
                                          <p:attrName>style.visibility</p:attrName>
                                        </p:attrNameLst>
                                      </p:cBhvr>
                                      <p:to>
                                        <p:strVal val="visible"/>
                                      </p:to>
                                    </p:set>
                                    <p:animEffect transition="in" filter="wipe(left)">
                                      <p:cBhvr>
                                        <p:cTn id="62"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87" grpId="0"/>
      <p:bldP spid="42" grpId="0"/>
      <p:bldP spid="68" grpId="0"/>
      <p:bldP spid="70"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9" name="Text Box 5"/>
          <p:cNvSpPr txBox="1">
            <a:spLocks noChangeArrowheads="1"/>
          </p:cNvSpPr>
          <p:nvPr/>
        </p:nvSpPr>
        <p:spPr bwMode="auto">
          <a:xfrm>
            <a:off x="1514475" y="1409700"/>
            <a:ext cx="4062413" cy="369888"/>
          </a:xfrm>
          <a:prstGeom prst="rect">
            <a:avLst/>
          </a:prstGeom>
          <a:noFill/>
          <a:ln w="9525">
            <a:noFill/>
            <a:miter lim="800000"/>
            <a:headEnd/>
            <a:tailEnd/>
          </a:ln>
        </p:spPr>
        <p:txBody>
          <a:bodyPr>
            <a:spAutoFit/>
          </a:bodyPr>
          <a:lstStyle/>
          <a:p>
            <a:pPr algn="l">
              <a:spcBef>
                <a:spcPct val="50000"/>
              </a:spcBef>
              <a:defRPr/>
            </a:pPr>
            <a:r>
              <a:rPr kumimoji="1" lang="zh-CN" altLang="en-US" sz="1800" dirty="0">
                <a:solidFill>
                  <a:srgbClr val="0000FF"/>
                </a:solidFill>
                <a:latin typeface="+mn-lt"/>
                <a:ea typeface="华文中宋" pitchFamily="2" charset="-122"/>
              </a:rPr>
              <a:t>设 </a:t>
            </a:r>
            <a:r>
              <a:rPr kumimoji="1" lang="en-US" altLang="zh-CN" sz="1800" i="1" dirty="0">
                <a:solidFill>
                  <a:srgbClr val="0000FF"/>
                </a:solidFill>
                <a:latin typeface="+mn-lt"/>
                <a:ea typeface="华文中宋" pitchFamily="2" charset="-122"/>
              </a:rPr>
              <a:t>S</a:t>
            </a:r>
            <a:r>
              <a:rPr kumimoji="1" lang="en-US" altLang="zh-CN" sz="1800" baseline="30000" dirty="0">
                <a:solidFill>
                  <a:srgbClr val="0000FF"/>
                </a:solidFill>
                <a:latin typeface="+mn-lt"/>
                <a:ea typeface="华文中宋" pitchFamily="2" charset="-122"/>
              </a:rPr>
              <a:t>/</a:t>
            </a:r>
            <a:r>
              <a:rPr kumimoji="1" lang="zh-CN" altLang="en-US" sz="1800" dirty="0">
                <a:solidFill>
                  <a:srgbClr val="0000FF"/>
                </a:solidFill>
                <a:latin typeface="+mn-lt"/>
                <a:ea typeface="华文中宋" pitchFamily="2" charset="-122"/>
              </a:rPr>
              <a:t>系相对惯性系 </a:t>
            </a:r>
            <a:r>
              <a:rPr kumimoji="1" lang="en-US" altLang="zh-CN" sz="1800" i="1" dirty="0">
                <a:solidFill>
                  <a:srgbClr val="0000FF"/>
                </a:solidFill>
                <a:latin typeface="+mn-lt"/>
                <a:ea typeface="华文中宋" pitchFamily="2" charset="-122"/>
              </a:rPr>
              <a:t>S </a:t>
            </a:r>
            <a:r>
              <a:rPr kumimoji="1" lang="zh-CN" altLang="en-US" sz="1800" dirty="0">
                <a:solidFill>
                  <a:srgbClr val="0000FF"/>
                </a:solidFill>
                <a:latin typeface="+mn-lt"/>
                <a:ea typeface="华文中宋" pitchFamily="2" charset="-122"/>
              </a:rPr>
              <a:t>匀速转动</a:t>
            </a:r>
          </a:p>
        </p:txBody>
      </p:sp>
      <p:grpSp>
        <p:nvGrpSpPr>
          <p:cNvPr id="2" name="组合 38"/>
          <p:cNvGrpSpPr>
            <a:grpSpLocks/>
          </p:cNvGrpSpPr>
          <p:nvPr/>
        </p:nvGrpSpPr>
        <p:grpSpPr bwMode="auto">
          <a:xfrm>
            <a:off x="5608638" y="1433513"/>
            <a:ext cx="3284537" cy="2292350"/>
            <a:chOff x="5427663" y="1552575"/>
            <a:chExt cx="3284537" cy="3055938"/>
          </a:xfrm>
        </p:grpSpPr>
        <p:grpSp>
          <p:nvGrpSpPr>
            <p:cNvPr id="25621" name="Group 6"/>
            <p:cNvGrpSpPr>
              <a:grpSpLocks/>
            </p:cNvGrpSpPr>
            <p:nvPr/>
          </p:nvGrpSpPr>
          <p:grpSpPr bwMode="auto">
            <a:xfrm>
              <a:off x="5427663" y="1552575"/>
              <a:ext cx="3284537" cy="3055938"/>
              <a:chOff x="555" y="1302"/>
              <a:chExt cx="2069" cy="1925"/>
            </a:xfrm>
          </p:grpSpPr>
          <p:sp>
            <p:nvSpPr>
              <p:cNvPr id="25623" name="Rectangle 7"/>
              <p:cNvSpPr>
                <a:spLocks noChangeArrowheads="1"/>
              </p:cNvSpPr>
              <p:nvPr/>
            </p:nvSpPr>
            <p:spPr bwMode="auto">
              <a:xfrm>
                <a:off x="678" y="1302"/>
                <a:ext cx="216"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kumimoji="1" lang="en-US" altLang="zh-CN" sz="1800" b="0" i="1">
                    <a:solidFill>
                      <a:srgbClr val="FF0000"/>
                    </a:solidFill>
                    <a:latin typeface="宋体" pitchFamily="2" charset="-122"/>
                    <a:ea typeface="宋体" pitchFamily="2" charset="-122"/>
                    <a:sym typeface="Symbol" pitchFamily="18" charset="2"/>
                  </a:rPr>
                  <a:t></a:t>
                </a:r>
                <a:endParaRPr kumimoji="1" lang="en-US" altLang="zh-CN" sz="1800" b="0" i="1">
                  <a:solidFill>
                    <a:srgbClr val="FF0000"/>
                  </a:solidFill>
                  <a:latin typeface="宋体" pitchFamily="2" charset="-122"/>
                  <a:ea typeface="宋体" pitchFamily="2" charset="-122"/>
                </a:endParaRPr>
              </a:p>
            </p:txBody>
          </p:sp>
          <p:grpSp>
            <p:nvGrpSpPr>
              <p:cNvPr id="25624" name="Group 8"/>
              <p:cNvGrpSpPr>
                <a:grpSpLocks/>
              </p:cNvGrpSpPr>
              <p:nvPr/>
            </p:nvGrpSpPr>
            <p:grpSpPr bwMode="auto">
              <a:xfrm>
                <a:off x="555" y="1366"/>
                <a:ext cx="2069" cy="1861"/>
                <a:chOff x="555" y="1353"/>
                <a:chExt cx="2069" cy="1861"/>
              </a:xfrm>
            </p:grpSpPr>
            <p:sp>
              <p:nvSpPr>
                <p:cNvPr id="25625" name="AutoShape 9" descr="球体"/>
                <p:cNvSpPr>
                  <a:spLocks noChangeArrowheads="1"/>
                </p:cNvSpPr>
                <p:nvPr/>
              </p:nvSpPr>
              <p:spPr bwMode="auto">
                <a:xfrm>
                  <a:off x="1298" y="1905"/>
                  <a:ext cx="652" cy="1309"/>
                </a:xfrm>
                <a:prstGeom prst="parallelogram">
                  <a:avLst>
                    <a:gd name="adj" fmla="val 71806"/>
                  </a:avLst>
                </a:prstGeom>
                <a:pattFill prst="weave">
                  <a:fgClr>
                    <a:schemeClr val="tx1"/>
                  </a:fgClr>
                  <a:bgClr>
                    <a:schemeClr val="bg1"/>
                  </a:bgClr>
                </a:pattFill>
                <a:ln w="9525">
                  <a:solidFill>
                    <a:srgbClr val="002060"/>
                  </a:solidFill>
                  <a:miter lim="800000"/>
                  <a:headEnd/>
                  <a:tailEnd/>
                </a:ln>
              </p:spPr>
              <p:txBody>
                <a:bodyPr anchor="ctr">
                  <a:spAutoFit/>
                </a:bodyPr>
                <a:lstStyle/>
                <a:p>
                  <a:endParaRPr lang="zh-CN" altLang="en-US" sz="1800" b="0">
                    <a:latin typeface="Times New Roman" pitchFamily="18" charset="0"/>
                    <a:ea typeface="宋体" pitchFamily="2" charset="-122"/>
                  </a:endParaRPr>
                </a:p>
              </p:txBody>
            </p:sp>
            <p:sp>
              <p:nvSpPr>
                <p:cNvPr id="23578" name="AutoShape 10"/>
                <p:cNvSpPr>
                  <a:spLocks noChangeArrowheads="1"/>
                </p:cNvSpPr>
                <p:nvPr/>
              </p:nvSpPr>
              <p:spPr bwMode="auto">
                <a:xfrm>
                  <a:off x="1515" y="2210"/>
                  <a:ext cx="214" cy="484"/>
                </a:xfrm>
                <a:prstGeom prst="can">
                  <a:avLst>
                    <a:gd name="adj" fmla="val 40993"/>
                  </a:avLst>
                </a:prstGeom>
                <a:solidFill>
                  <a:schemeClr val="bg2">
                    <a:lumMod val="90000"/>
                  </a:schemeClr>
                </a:solidFill>
                <a:ln w="9525">
                  <a:solidFill>
                    <a:srgbClr val="0000FF"/>
                  </a:solidFill>
                  <a:round/>
                  <a:headEnd/>
                  <a:tailEnd/>
                </a:ln>
              </p:spPr>
              <p:txBody>
                <a:bodyPr anchor="ctr">
                  <a:spAutoFit/>
                </a:bodyPr>
                <a:lstStyle/>
                <a:p>
                  <a:pPr>
                    <a:defRPr/>
                  </a:pPr>
                  <a:endParaRPr lang="zh-CN" altLang="en-US" sz="1800" b="0">
                    <a:latin typeface="Times New Roman" pitchFamily="18" charset="0"/>
                    <a:ea typeface="宋体" pitchFamily="2" charset="-122"/>
                  </a:endParaRPr>
                </a:p>
              </p:txBody>
            </p:sp>
            <p:sp>
              <p:nvSpPr>
                <p:cNvPr id="25627" name="Freeform 11"/>
                <p:cNvSpPr>
                  <a:spLocks/>
                </p:cNvSpPr>
                <p:nvPr/>
              </p:nvSpPr>
              <p:spPr bwMode="auto">
                <a:xfrm rot="-1187932">
                  <a:off x="898" y="1353"/>
                  <a:ext cx="425" cy="28"/>
                </a:xfrm>
                <a:custGeom>
                  <a:avLst/>
                  <a:gdLst>
                    <a:gd name="T0" fmla="*/ 1 w 810"/>
                    <a:gd name="T1" fmla="*/ 0 h 270"/>
                    <a:gd name="T2" fmla="*/ 1 w 810"/>
                    <a:gd name="T3" fmla="*/ 0 h 270"/>
                    <a:gd name="T4" fmla="*/ 0 w 810"/>
                    <a:gd name="T5" fmla="*/ 0 h 270"/>
                    <a:gd name="T6" fmla="*/ 0 60000 65536"/>
                    <a:gd name="T7" fmla="*/ 0 60000 65536"/>
                    <a:gd name="T8" fmla="*/ 0 60000 65536"/>
                    <a:gd name="T9" fmla="*/ 0 w 810"/>
                    <a:gd name="T10" fmla="*/ 0 h 270"/>
                    <a:gd name="T11" fmla="*/ 810 w 810"/>
                    <a:gd name="T12" fmla="*/ 270 h 270"/>
                  </a:gdLst>
                  <a:ahLst/>
                  <a:cxnLst>
                    <a:cxn ang="T6">
                      <a:pos x="T0" y="T1"/>
                    </a:cxn>
                    <a:cxn ang="T7">
                      <a:pos x="T2" y="T3"/>
                    </a:cxn>
                    <a:cxn ang="T8">
                      <a:pos x="T4" y="T5"/>
                    </a:cxn>
                  </a:cxnLst>
                  <a:rect l="T9" t="T10" r="T11" b="T12"/>
                  <a:pathLst>
                    <a:path w="810" h="270">
                      <a:moveTo>
                        <a:pt x="810" y="270"/>
                      </a:moveTo>
                      <a:cubicBezTo>
                        <a:pt x="720" y="195"/>
                        <a:pt x="630" y="120"/>
                        <a:pt x="495" y="75"/>
                      </a:cubicBezTo>
                      <a:cubicBezTo>
                        <a:pt x="360" y="30"/>
                        <a:pt x="180" y="15"/>
                        <a:pt x="0" y="0"/>
                      </a:cubicBezTo>
                    </a:path>
                  </a:pathLst>
                </a:custGeom>
                <a:noFill/>
                <a:ln w="19050">
                  <a:solidFill>
                    <a:srgbClr val="008000"/>
                  </a:solidFill>
                  <a:round/>
                  <a:headEnd/>
                  <a:tailEnd type="arrow" w="med" len="me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23580" name="Oval 12"/>
                <p:cNvSpPr>
                  <a:spLocks noChangeArrowheads="1"/>
                </p:cNvSpPr>
                <p:nvPr/>
              </p:nvSpPr>
              <p:spPr bwMode="auto">
                <a:xfrm>
                  <a:off x="555" y="1718"/>
                  <a:ext cx="2069" cy="436"/>
                </a:xfrm>
                <a:prstGeom prst="ellipse">
                  <a:avLst/>
                </a:prstGeom>
                <a:solidFill>
                  <a:schemeClr val="bg2">
                    <a:lumMod val="90000"/>
                  </a:schemeClr>
                </a:solidFill>
                <a:ln w="9525">
                  <a:solidFill>
                    <a:schemeClr val="tx1"/>
                  </a:solidFill>
                  <a:round/>
                  <a:headEnd/>
                  <a:tailEnd/>
                </a:ln>
              </p:spPr>
              <p:txBody>
                <a:bodyPr anchor="ctr">
                  <a:spAutoFit/>
                </a:bodyPr>
                <a:lstStyle/>
                <a:p>
                  <a:pPr>
                    <a:defRPr/>
                  </a:pPr>
                  <a:endParaRPr lang="zh-CN" altLang="en-US" sz="1800" b="0">
                    <a:latin typeface="Times New Roman" pitchFamily="18" charset="0"/>
                    <a:ea typeface="宋体" pitchFamily="2" charset="-122"/>
                  </a:endParaRPr>
                </a:p>
              </p:txBody>
            </p:sp>
            <p:sp>
              <p:nvSpPr>
                <p:cNvPr id="25629" name="Oval 13"/>
                <p:cNvSpPr>
                  <a:spLocks noChangeArrowheads="1"/>
                </p:cNvSpPr>
                <p:nvPr/>
              </p:nvSpPr>
              <p:spPr bwMode="auto">
                <a:xfrm>
                  <a:off x="555" y="1659"/>
                  <a:ext cx="2069" cy="436"/>
                </a:xfrm>
                <a:prstGeom prst="ellipse">
                  <a:avLst/>
                </a:prstGeom>
                <a:solidFill>
                  <a:schemeClr val="bg1"/>
                </a:solidFill>
                <a:ln w="9525">
                  <a:solidFill>
                    <a:srgbClr val="002060"/>
                  </a:solidFill>
                  <a:round/>
                  <a:headEnd/>
                  <a:tailEnd/>
                </a:ln>
              </p:spPr>
              <p:txBody>
                <a:bodyPr anchor="ctr">
                  <a:spAutoFit/>
                </a:bodyPr>
                <a:lstStyle/>
                <a:p>
                  <a:endParaRPr lang="zh-CN" altLang="en-US" sz="1800" b="0">
                    <a:latin typeface="Times New Roman" pitchFamily="18" charset="0"/>
                    <a:ea typeface="宋体" pitchFamily="2" charset="-122"/>
                  </a:endParaRPr>
                </a:p>
              </p:txBody>
            </p:sp>
            <p:sp>
              <p:nvSpPr>
                <p:cNvPr id="25630" name="Rectangle 14"/>
                <p:cNvSpPr>
                  <a:spLocks noChangeArrowheads="1"/>
                </p:cNvSpPr>
                <p:nvPr/>
              </p:nvSpPr>
              <p:spPr bwMode="auto">
                <a:xfrm>
                  <a:off x="891" y="2455"/>
                  <a:ext cx="197" cy="31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kumimoji="1" lang="en-US" altLang="zh-CN" sz="1800" b="0">
                      <a:solidFill>
                        <a:srgbClr val="0000FF"/>
                      </a:solidFill>
                      <a:latin typeface="Times New Roman" pitchFamily="18" charset="0"/>
                      <a:ea typeface="宋体" pitchFamily="2" charset="-122"/>
                    </a:rPr>
                    <a:t>S</a:t>
                  </a:r>
                </a:p>
              </p:txBody>
            </p:sp>
            <p:sp>
              <p:nvSpPr>
                <p:cNvPr id="25631" name="Rectangle 17"/>
                <p:cNvSpPr>
                  <a:spLocks noChangeArrowheads="1"/>
                </p:cNvSpPr>
                <p:nvPr/>
              </p:nvSpPr>
              <p:spPr bwMode="auto">
                <a:xfrm>
                  <a:off x="2145" y="1618"/>
                  <a:ext cx="315"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r>
                    <a:rPr kumimoji="1" lang="en-US" altLang="zh-CN" sz="1800" b="0" i="1">
                      <a:solidFill>
                        <a:srgbClr val="FF0000"/>
                      </a:solidFill>
                      <a:latin typeface="Times New Roman" pitchFamily="18" charset="0"/>
                      <a:ea typeface="宋体" pitchFamily="2" charset="-122"/>
                    </a:rPr>
                    <a:t>m</a:t>
                  </a:r>
                </a:p>
              </p:txBody>
            </p:sp>
            <p:sp>
              <p:nvSpPr>
                <p:cNvPr id="25632" name="Rectangle 18"/>
                <p:cNvSpPr>
                  <a:spLocks noChangeArrowheads="1"/>
                </p:cNvSpPr>
                <p:nvPr/>
              </p:nvSpPr>
              <p:spPr bwMode="auto">
                <a:xfrm>
                  <a:off x="606" y="1731"/>
                  <a:ext cx="280" cy="31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r>
                    <a:rPr kumimoji="1" lang="en-US" altLang="zh-CN" sz="1800" b="0" i="1">
                      <a:solidFill>
                        <a:srgbClr val="0000FF"/>
                      </a:solidFill>
                      <a:latin typeface="Times New Roman" pitchFamily="18" charset="0"/>
                      <a:ea typeface="宋体" pitchFamily="2" charset="-122"/>
                    </a:rPr>
                    <a:t>S′</a:t>
                  </a:r>
                </a:p>
              </p:txBody>
            </p:sp>
            <p:sp>
              <p:nvSpPr>
                <p:cNvPr id="25633" name="Rectangle 19"/>
                <p:cNvSpPr>
                  <a:spLocks noChangeArrowheads="1"/>
                </p:cNvSpPr>
                <p:nvPr/>
              </p:nvSpPr>
              <p:spPr bwMode="auto">
                <a:xfrm>
                  <a:off x="1394" y="1824"/>
                  <a:ext cx="189"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kumimoji="1" lang="en-US" altLang="zh-CN" sz="1800" b="0" i="1">
                      <a:latin typeface="宋体" pitchFamily="2" charset="-122"/>
                      <a:ea typeface="宋体" pitchFamily="2" charset="-122"/>
                    </a:rPr>
                    <a:t>o</a:t>
                  </a:r>
                </a:p>
              </p:txBody>
            </p:sp>
            <p:sp>
              <p:nvSpPr>
                <p:cNvPr id="25634" name="Oval 21"/>
                <p:cNvSpPr>
                  <a:spLocks noChangeArrowheads="1"/>
                </p:cNvSpPr>
                <p:nvPr/>
              </p:nvSpPr>
              <p:spPr bwMode="auto">
                <a:xfrm>
                  <a:off x="1547" y="1673"/>
                  <a:ext cx="85" cy="436"/>
                </a:xfrm>
                <a:prstGeom prst="ellipse">
                  <a:avLst/>
                </a:prstGeom>
                <a:solidFill>
                  <a:srgbClr val="CC0000"/>
                </a:solidFill>
                <a:ln w="9525">
                  <a:solidFill>
                    <a:schemeClr val="tx1"/>
                  </a:solidFill>
                  <a:round/>
                  <a:headEnd/>
                  <a:tailEnd/>
                </a:ln>
              </p:spPr>
              <p:txBody>
                <a:bodyPr anchor="ctr">
                  <a:spAutoFit/>
                </a:bodyPr>
                <a:lstStyle/>
                <a:p>
                  <a:endParaRPr lang="zh-CN" altLang="en-US" sz="1800" b="0">
                    <a:latin typeface="Times New Roman" pitchFamily="18" charset="0"/>
                    <a:ea typeface="宋体" pitchFamily="2" charset="-122"/>
                  </a:endParaRPr>
                </a:p>
              </p:txBody>
            </p:sp>
            <p:graphicFrame>
              <p:nvGraphicFramePr>
                <p:cNvPr id="25635" name="Object 23"/>
                <p:cNvGraphicFramePr>
                  <a:graphicFrameLocks noChangeAspect="1"/>
                </p:cNvGraphicFramePr>
                <p:nvPr/>
              </p:nvGraphicFramePr>
              <p:xfrm>
                <a:off x="1758" y="1808"/>
                <a:ext cx="166" cy="204"/>
              </p:xfrm>
              <a:graphic>
                <a:graphicData uri="http://schemas.openxmlformats.org/presentationml/2006/ole">
                  <p:oleObj spid="_x0000_s25657" name="Equation" r:id="rId3" imgW="164957" imgH="203024" progId="Equation.DSMT4">
                    <p:embed/>
                  </p:oleObj>
                </a:graphicData>
              </a:graphic>
            </p:graphicFrame>
            <p:sp>
              <p:nvSpPr>
                <p:cNvPr id="3" name="AutoShape 15"/>
                <p:cNvSpPr>
                  <a:spLocks noChangeArrowheads="1"/>
                </p:cNvSpPr>
                <p:nvPr/>
              </p:nvSpPr>
              <p:spPr bwMode="auto">
                <a:xfrm rot="968160">
                  <a:off x="2050" y="1462"/>
                  <a:ext cx="170" cy="403"/>
                </a:xfrm>
                <a:prstGeom prst="cube">
                  <a:avLst>
                    <a:gd name="adj" fmla="val 42255"/>
                  </a:avLst>
                </a:prstGeom>
                <a:solidFill>
                  <a:schemeClr val="accent6">
                    <a:lumMod val="75000"/>
                  </a:schemeClr>
                </a:solidFill>
                <a:ln w="9525">
                  <a:solidFill>
                    <a:schemeClr val="tx1"/>
                  </a:solidFill>
                  <a:miter lim="800000"/>
                  <a:headEnd/>
                  <a:tailEnd/>
                </a:ln>
              </p:spPr>
              <p:txBody>
                <a:bodyPr anchor="ctr">
                  <a:spAutoFit/>
                </a:bodyPr>
                <a:lstStyle/>
                <a:p>
                  <a:pPr>
                    <a:defRPr/>
                  </a:pPr>
                  <a:endParaRPr lang="zh-CN" altLang="en-US" sz="1800" b="0">
                    <a:latin typeface="Times New Roman" pitchFamily="18" charset="0"/>
                    <a:ea typeface="宋体" pitchFamily="2" charset="-122"/>
                  </a:endParaRPr>
                </a:p>
              </p:txBody>
            </p:sp>
            <p:sp>
              <p:nvSpPr>
                <p:cNvPr id="25637" name="Line 16"/>
                <p:cNvSpPr>
                  <a:spLocks noChangeShapeType="1"/>
                </p:cNvSpPr>
                <p:nvPr/>
              </p:nvSpPr>
              <p:spPr bwMode="auto">
                <a:xfrm flipV="1">
                  <a:off x="1604" y="1679"/>
                  <a:ext cx="482" cy="198"/>
                </a:xfrm>
                <a:prstGeom prst="line">
                  <a:avLst/>
                </a:prstGeom>
                <a:noFill/>
                <a:ln w="28575">
                  <a:solidFill>
                    <a:srgbClr val="0000FF"/>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zh-CN" altLang="en-US"/>
                </a:p>
              </p:txBody>
            </p:sp>
            <p:sp>
              <p:nvSpPr>
                <p:cNvPr id="25638" name="Line 22"/>
                <p:cNvSpPr>
                  <a:spLocks noChangeShapeType="1"/>
                </p:cNvSpPr>
                <p:nvPr/>
              </p:nvSpPr>
              <p:spPr bwMode="auto">
                <a:xfrm flipH="1">
                  <a:off x="1870" y="1687"/>
                  <a:ext cx="252" cy="112"/>
                </a:xfrm>
                <a:prstGeom prst="line">
                  <a:avLst/>
                </a:prstGeom>
                <a:noFill/>
                <a:ln w="28575">
                  <a:solidFill>
                    <a:srgbClr val="00B0F0"/>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grpSp>
        </p:grpSp>
        <p:graphicFrame>
          <p:nvGraphicFramePr>
            <p:cNvPr id="25622" name="Object 38"/>
            <p:cNvGraphicFramePr>
              <a:graphicFrameLocks noChangeAspect="1"/>
            </p:cNvGraphicFramePr>
            <p:nvPr/>
          </p:nvGraphicFramePr>
          <p:xfrm>
            <a:off x="7239000" y="2039938"/>
            <a:ext cx="230188" cy="322262"/>
          </p:xfrm>
          <a:graphic>
            <a:graphicData uri="http://schemas.openxmlformats.org/presentationml/2006/ole">
              <p:oleObj spid="_x0000_s25658" name="Equation" r:id="rId4" imgW="126725" imgH="177415" progId="Equation.DSMT4">
                <p:embed/>
              </p:oleObj>
            </a:graphicData>
          </a:graphic>
        </p:graphicFrame>
      </p:grpSp>
      <p:sp>
        <p:nvSpPr>
          <p:cNvPr id="39" name="Text Box 28"/>
          <p:cNvSpPr txBox="1">
            <a:spLocks noChangeArrowheads="1"/>
          </p:cNvSpPr>
          <p:nvPr/>
        </p:nvSpPr>
        <p:spPr bwMode="auto">
          <a:xfrm>
            <a:off x="749300" y="1774825"/>
            <a:ext cx="3573463" cy="368300"/>
          </a:xfrm>
          <a:prstGeom prst="rect">
            <a:avLst/>
          </a:prstGeom>
          <a:noFill/>
          <a:ln w="9525">
            <a:noFill/>
            <a:miter lim="800000"/>
            <a:headEnd/>
            <a:tailEnd/>
          </a:ln>
        </p:spPr>
        <p:txBody>
          <a:bodyPr>
            <a:spAutoFit/>
          </a:bodyPr>
          <a:lstStyle/>
          <a:p>
            <a:pPr algn="l">
              <a:spcBef>
                <a:spcPct val="50000"/>
              </a:spcBef>
              <a:defRPr/>
            </a:pPr>
            <a:r>
              <a:rPr kumimoji="1" lang="en-US" altLang="zh-CN" sz="1800" dirty="0">
                <a:solidFill>
                  <a:srgbClr val="FF0000"/>
                </a:solidFill>
                <a:latin typeface="+mn-lt"/>
                <a:ea typeface="华文中宋" pitchFamily="2" charset="-122"/>
              </a:rPr>
              <a:t>1. </a:t>
            </a:r>
            <a:r>
              <a:rPr kumimoji="1" lang="zh-CN" altLang="en-US" sz="1800" dirty="0">
                <a:solidFill>
                  <a:srgbClr val="FF0000"/>
                </a:solidFill>
                <a:latin typeface="+mn-lt"/>
                <a:ea typeface="华文中宋" pitchFamily="2" charset="-122"/>
              </a:rPr>
              <a:t>物体 </a:t>
            </a:r>
            <a:r>
              <a:rPr kumimoji="1" lang="en-US" altLang="zh-CN" sz="1800" i="1" dirty="0">
                <a:solidFill>
                  <a:srgbClr val="FF0000"/>
                </a:solidFill>
                <a:latin typeface="+mn-lt"/>
                <a:ea typeface="华文中宋" pitchFamily="2" charset="-122"/>
              </a:rPr>
              <a:t>m </a:t>
            </a:r>
            <a:r>
              <a:rPr kumimoji="1" lang="zh-CN" altLang="en-US" sz="1800" dirty="0">
                <a:solidFill>
                  <a:srgbClr val="FF0000"/>
                </a:solidFill>
                <a:latin typeface="+mn-lt"/>
                <a:ea typeface="华文中宋" pitchFamily="2" charset="-122"/>
              </a:rPr>
              <a:t>在 </a:t>
            </a:r>
            <a:r>
              <a:rPr kumimoji="1" lang="en-US" altLang="zh-CN" sz="1800" i="1" dirty="0">
                <a:solidFill>
                  <a:srgbClr val="FF0000"/>
                </a:solidFill>
                <a:latin typeface="+mn-lt"/>
                <a:ea typeface="华文中宋" pitchFamily="2" charset="-122"/>
              </a:rPr>
              <a:t>S</a:t>
            </a:r>
            <a:r>
              <a:rPr kumimoji="1" lang="en-US" altLang="zh-CN" sz="1800" baseline="30000" dirty="0">
                <a:solidFill>
                  <a:srgbClr val="FF0000"/>
                </a:solidFill>
                <a:latin typeface="+mn-lt"/>
                <a:ea typeface="华文中宋" pitchFamily="2" charset="-122"/>
              </a:rPr>
              <a:t>/ </a:t>
            </a:r>
            <a:r>
              <a:rPr kumimoji="1" lang="zh-CN" altLang="en-US" sz="1800" dirty="0">
                <a:solidFill>
                  <a:srgbClr val="FF0000"/>
                </a:solidFill>
                <a:latin typeface="+mn-lt"/>
                <a:ea typeface="华文中宋" pitchFamily="2" charset="-122"/>
              </a:rPr>
              <a:t>中静止</a:t>
            </a:r>
          </a:p>
        </p:txBody>
      </p:sp>
      <p:sp>
        <p:nvSpPr>
          <p:cNvPr id="53" name="Text Box 52"/>
          <p:cNvSpPr txBox="1">
            <a:spLocks noChangeArrowheads="1"/>
          </p:cNvSpPr>
          <p:nvPr/>
        </p:nvSpPr>
        <p:spPr bwMode="auto">
          <a:xfrm>
            <a:off x="1103313" y="2247900"/>
            <a:ext cx="809625"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spcBef>
                <a:spcPct val="50000"/>
              </a:spcBef>
            </a:pPr>
            <a:r>
              <a:rPr kumimoji="1" lang="en-US" altLang="zh-CN" sz="1800" i="1">
                <a:latin typeface="Times New Roman" pitchFamily="18" charset="0"/>
                <a:ea typeface="宋体" pitchFamily="2" charset="-122"/>
              </a:rPr>
              <a:t>S</a:t>
            </a:r>
            <a:r>
              <a:rPr kumimoji="1" lang="zh-CN" altLang="en-US" sz="1800">
                <a:latin typeface="Times New Roman" pitchFamily="18" charset="0"/>
                <a:ea typeface="宋体" pitchFamily="2" charset="-122"/>
              </a:rPr>
              <a:t>：</a:t>
            </a:r>
            <a:endParaRPr kumimoji="1" lang="zh-CN" altLang="en-US" sz="1800" i="1">
              <a:latin typeface="Times New Roman" pitchFamily="18" charset="0"/>
              <a:ea typeface="宋体" pitchFamily="2" charset="-122"/>
            </a:endParaRPr>
          </a:p>
        </p:txBody>
      </p:sp>
      <p:graphicFrame>
        <p:nvGraphicFramePr>
          <p:cNvPr id="54" name="Object 53"/>
          <p:cNvGraphicFramePr>
            <a:graphicFrameLocks noChangeAspect="1"/>
          </p:cNvGraphicFramePr>
          <p:nvPr/>
        </p:nvGraphicFramePr>
        <p:xfrm>
          <a:off x="1885950" y="2270125"/>
          <a:ext cx="1114425" cy="371475"/>
        </p:xfrm>
        <a:graphic>
          <a:graphicData uri="http://schemas.openxmlformats.org/presentationml/2006/ole">
            <p:oleObj spid="_x0000_s25659" name="Equation" r:id="rId5" imgW="571252" imgH="253890" progId="Equation.DSMT4">
              <p:embed/>
            </p:oleObj>
          </a:graphicData>
        </a:graphic>
      </p:graphicFrame>
      <p:sp>
        <p:nvSpPr>
          <p:cNvPr id="49" name="Text Box 50"/>
          <p:cNvSpPr txBox="1">
            <a:spLocks noChangeArrowheads="1"/>
          </p:cNvSpPr>
          <p:nvPr/>
        </p:nvSpPr>
        <p:spPr bwMode="auto">
          <a:xfrm>
            <a:off x="1014413" y="2711450"/>
            <a:ext cx="811212"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spcBef>
                <a:spcPct val="50000"/>
              </a:spcBef>
            </a:pPr>
            <a:r>
              <a:rPr kumimoji="1" lang="en-US" altLang="zh-CN" sz="1800" i="1">
                <a:solidFill>
                  <a:srgbClr val="FF0000"/>
                </a:solidFill>
                <a:latin typeface="Times New Roman" pitchFamily="18" charset="0"/>
                <a:ea typeface="宋体" pitchFamily="2" charset="-122"/>
              </a:rPr>
              <a:t> S</a:t>
            </a:r>
            <a:r>
              <a:rPr kumimoji="1" lang="en-US" altLang="zh-CN" sz="1800" baseline="30000">
                <a:solidFill>
                  <a:srgbClr val="FF0000"/>
                </a:solidFill>
                <a:latin typeface="Times New Roman" pitchFamily="18" charset="0"/>
                <a:ea typeface="宋体" pitchFamily="2" charset="-122"/>
              </a:rPr>
              <a:t>/</a:t>
            </a:r>
            <a:r>
              <a:rPr kumimoji="1" lang="en-US" altLang="zh-CN" sz="1800">
                <a:solidFill>
                  <a:srgbClr val="FF0000"/>
                </a:solidFill>
                <a:latin typeface="Times New Roman" pitchFamily="18" charset="0"/>
                <a:ea typeface="宋体" pitchFamily="2" charset="-122"/>
              </a:rPr>
              <a:t>:</a:t>
            </a:r>
            <a:endParaRPr kumimoji="1" lang="en-US" altLang="zh-CN" sz="1800" baseline="30000">
              <a:solidFill>
                <a:srgbClr val="FF0000"/>
              </a:solidFill>
              <a:latin typeface="Times New Roman" pitchFamily="18" charset="0"/>
              <a:ea typeface="宋体" pitchFamily="2" charset="-122"/>
            </a:endParaRPr>
          </a:p>
        </p:txBody>
      </p:sp>
      <p:graphicFrame>
        <p:nvGraphicFramePr>
          <p:cNvPr id="55" name="Object 51"/>
          <p:cNvGraphicFramePr>
            <a:graphicFrameLocks noChangeAspect="1"/>
          </p:cNvGraphicFramePr>
          <p:nvPr/>
        </p:nvGraphicFramePr>
        <p:xfrm>
          <a:off x="1954213" y="2754313"/>
          <a:ext cx="920750" cy="304800"/>
        </p:xfrm>
        <a:graphic>
          <a:graphicData uri="http://schemas.openxmlformats.org/presentationml/2006/ole">
            <p:oleObj spid="_x0000_s25660" name="Equation" r:id="rId6" imgW="431613" imgH="190417" progId="Equation.DSMT4">
              <p:embed/>
            </p:oleObj>
          </a:graphicData>
        </a:graphic>
      </p:graphicFrame>
      <p:graphicFrame>
        <p:nvGraphicFramePr>
          <p:cNvPr id="11" name="Object 4"/>
          <p:cNvGraphicFramePr>
            <a:graphicFrameLocks noChangeAspect="1"/>
          </p:cNvGraphicFramePr>
          <p:nvPr/>
        </p:nvGraphicFramePr>
        <p:xfrm>
          <a:off x="201613" y="3111500"/>
          <a:ext cx="1535112" cy="612775"/>
        </p:xfrm>
        <a:graphic>
          <a:graphicData uri="http://schemas.openxmlformats.org/presentationml/2006/ole">
            <p:oleObj spid="_x0000_s25661" name="Equation" r:id="rId7" imgW="787400" imgH="419100" progId="Equation.DSMT4">
              <p:embed/>
            </p:oleObj>
          </a:graphicData>
        </a:graphic>
      </p:graphicFrame>
      <p:graphicFrame>
        <p:nvGraphicFramePr>
          <p:cNvPr id="12" name="Object 5"/>
          <p:cNvGraphicFramePr>
            <a:graphicFrameLocks noChangeAspect="1"/>
          </p:cNvGraphicFramePr>
          <p:nvPr/>
        </p:nvGraphicFramePr>
        <p:xfrm>
          <a:off x="1768475" y="3273425"/>
          <a:ext cx="1435100" cy="333375"/>
        </p:xfrm>
        <a:graphic>
          <a:graphicData uri="http://schemas.openxmlformats.org/presentationml/2006/ole">
            <p:oleObj spid="_x0000_s25662" name="Equation" r:id="rId8" imgW="736600" imgH="228600" progId="Equation.DSMT4">
              <p:embed/>
            </p:oleObj>
          </a:graphicData>
        </a:graphic>
      </p:graphicFrame>
      <p:graphicFrame>
        <p:nvGraphicFramePr>
          <p:cNvPr id="13" name="对象 4"/>
          <p:cNvGraphicFramePr>
            <a:graphicFrameLocks noChangeAspect="1"/>
          </p:cNvGraphicFramePr>
          <p:nvPr/>
        </p:nvGraphicFramePr>
        <p:xfrm>
          <a:off x="3490913" y="3249613"/>
          <a:ext cx="1873250" cy="336550"/>
        </p:xfrm>
        <a:graphic>
          <a:graphicData uri="http://schemas.openxmlformats.org/presentationml/2006/ole">
            <p:oleObj spid="_x0000_s25663" name="Equation" r:id="rId9" imgW="901309" imgH="215806" progId="Equation.DSMT4">
              <p:embed/>
            </p:oleObj>
          </a:graphicData>
        </a:graphic>
      </p:graphicFrame>
      <p:grpSp>
        <p:nvGrpSpPr>
          <p:cNvPr id="6" name="Group 56"/>
          <p:cNvGrpSpPr>
            <a:grpSpLocks/>
          </p:cNvGrpSpPr>
          <p:nvPr/>
        </p:nvGrpSpPr>
        <p:grpSpPr bwMode="auto">
          <a:xfrm>
            <a:off x="1484313" y="3683000"/>
            <a:ext cx="2511425" cy="401638"/>
            <a:chOff x="2833" y="2339"/>
            <a:chExt cx="1582" cy="336"/>
          </a:xfrm>
        </p:grpSpPr>
        <p:sp>
          <p:nvSpPr>
            <p:cNvPr id="25619" name="Text Box 57"/>
            <p:cNvSpPr txBox="1">
              <a:spLocks noChangeArrowheads="1"/>
            </p:cNvSpPr>
            <p:nvPr/>
          </p:nvSpPr>
          <p:spPr bwMode="auto">
            <a:xfrm>
              <a:off x="2833" y="2339"/>
              <a:ext cx="426" cy="3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spcBef>
                  <a:spcPct val="50000"/>
                </a:spcBef>
              </a:pPr>
              <a:r>
                <a:rPr kumimoji="1" lang="zh-CN" altLang="en-US" sz="1800">
                  <a:solidFill>
                    <a:srgbClr val="000000"/>
                  </a:solidFill>
                  <a:latin typeface="华文中宋" pitchFamily="2" charset="-122"/>
                  <a:ea typeface="华文中宋" pitchFamily="2" charset="-122"/>
                </a:rPr>
                <a:t>令</a:t>
              </a:r>
            </a:p>
          </p:txBody>
        </p:sp>
        <p:graphicFrame>
          <p:nvGraphicFramePr>
            <p:cNvPr id="25620" name="Object 58"/>
            <p:cNvGraphicFramePr>
              <a:graphicFrameLocks noChangeAspect="1"/>
            </p:cNvGraphicFramePr>
            <p:nvPr/>
          </p:nvGraphicFramePr>
          <p:xfrm>
            <a:off x="3524" y="2365"/>
            <a:ext cx="891" cy="310"/>
          </p:xfrm>
          <a:graphic>
            <a:graphicData uri="http://schemas.openxmlformats.org/presentationml/2006/ole">
              <p:oleObj spid="_x0000_s25664" name="Equation" r:id="rId10" imgW="723586" imgH="253890" progId="Equation.DSMT4">
                <p:embed/>
              </p:oleObj>
            </a:graphicData>
          </a:graphic>
        </p:graphicFrame>
      </p:grpSp>
      <p:grpSp>
        <p:nvGrpSpPr>
          <p:cNvPr id="7" name="Group 61"/>
          <p:cNvGrpSpPr>
            <a:grpSpLocks/>
          </p:cNvGrpSpPr>
          <p:nvPr/>
        </p:nvGrpSpPr>
        <p:grpSpPr bwMode="auto">
          <a:xfrm>
            <a:off x="8193088" y="1389063"/>
            <a:ext cx="495300" cy="433387"/>
            <a:chOff x="2058" y="1637"/>
            <a:chExt cx="312" cy="364"/>
          </a:xfrm>
        </p:grpSpPr>
        <p:sp>
          <p:nvSpPr>
            <p:cNvPr id="25617" name="Line 62"/>
            <p:cNvSpPr>
              <a:spLocks noChangeShapeType="1"/>
            </p:cNvSpPr>
            <p:nvPr/>
          </p:nvSpPr>
          <p:spPr bwMode="auto">
            <a:xfrm flipV="1">
              <a:off x="2058" y="1859"/>
              <a:ext cx="312" cy="142"/>
            </a:xfrm>
            <a:prstGeom prst="line">
              <a:avLst/>
            </a:prstGeom>
            <a:noFill/>
            <a:ln w="38100">
              <a:solidFill>
                <a:srgbClr val="FF0066"/>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zh-CN" altLang="en-US"/>
            </a:p>
          </p:txBody>
        </p:sp>
        <p:graphicFrame>
          <p:nvGraphicFramePr>
            <p:cNvPr id="25618" name="Object 63"/>
            <p:cNvGraphicFramePr>
              <a:graphicFrameLocks noChangeAspect="1"/>
            </p:cNvGraphicFramePr>
            <p:nvPr/>
          </p:nvGraphicFramePr>
          <p:xfrm>
            <a:off x="2110" y="1637"/>
            <a:ext cx="201" cy="267"/>
          </p:xfrm>
          <a:graphic>
            <a:graphicData uri="http://schemas.openxmlformats.org/presentationml/2006/ole">
              <p:oleObj spid="_x0000_s25665" name="Equation" r:id="rId11" imgW="190417" imgH="253890" progId="Equation.DSMT4">
                <p:embed/>
              </p:oleObj>
            </a:graphicData>
          </a:graphic>
        </p:graphicFrame>
      </p:grpSp>
      <p:sp>
        <p:nvSpPr>
          <p:cNvPr id="65" name="Text Box 59"/>
          <p:cNvSpPr txBox="1">
            <a:spLocks noChangeArrowheads="1"/>
          </p:cNvSpPr>
          <p:nvPr/>
        </p:nvSpPr>
        <p:spPr bwMode="auto">
          <a:xfrm>
            <a:off x="5610225" y="3635375"/>
            <a:ext cx="215423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kumimoji="1" lang="zh-CN" altLang="en-US" sz="1800">
                <a:solidFill>
                  <a:srgbClr val="0000FF"/>
                </a:solidFill>
                <a:latin typeface="华文中宋" pitchFamily="2" charset="-122"/>
                <a:ea typeface="华文中宋" pitchFamily="2" charset="-122"/>
              </a:rPr>
              <a:t>惯性离心力</a:t>
            </a:r>
          </a:p>
        </p:txBody>
      </p:sp>
      <p:sp>
        <p:nvSpPr>
          <p:cNvPr id="66" name="Text Box 60"/>
          <p:cNvSpPr txBox="1">
            <a:spLocks noChangeArrowheads="1"/>
          </p:cNvSpPr>
          <p:nvPr/>
        </p:nvSpPr>
        <p:spPr bwMode="auto">
          <a:xfrm>
            <a:off x="995363" y="4195763"/>
            <a:ext cx="7392987" cy="369887"/>
          </a:xfrm>
          <a:prstGeom prst="rect">
            <a:avLst/>
          </a:prstGeom>
          <a:noFill/>
          <a:ln w="9525">
            <a:noFill/>
            <a:miter lim="800000"/>
            <a:headEnd/>
            <a:tailEnd/>
          </a:ln>
        </p:spPr>
        <p:txBody>
          <a:bodyPr>
            <a:spAutoFit/>
          </a:bodyPr>
          <a:lstStyle/>
          <a:p>
            <a:pPr algn="l">
              <a:defRPr/>
            </a:pPr>
            <a:r>
              <a:rPr kumimoji="1" lang="en-US" altLang="zh-CN" sz="1800" i="1" dirty="0">
                <a:latin typeface="+mn-lt"/>
                <a:ea typeface="华文中宋" pitchFamily="2" charset="-122"/>
              </a:rPr>
              <a:t>S</a:t>
            </a:r>
            <a:r>
              <a:rPr kumimoji="1" lang="en-US" altLang="zh-CN" sz="1800" baseline="30000" dirty="0">
                <a:latin typeface="+mn-lt"/>
                <a:ea typeface="华文中宋" pitchFamily="2" charset="-122"/>
              </a:rPr>
              <a:t>/</a:t>
            </a:r>
            <a:r>
              <a:rPr kumimoji="1" lang="zh-CN" altLang="en-US" sz="1800" dirty="0">
                <a:latin typeface="+mn-lt"/>
                <a:ea typeface="华文中宋" pitchFamily="2" charset="-122"/>
              </a:rPr>
              <a:t>中，向心力与惯性离心力平衡， </a:t>
            </a:r>
            <a:r>
              <a:rPr kumimoji="1" lang="en-US" altLang="zh-CN" sz="1800" i="1" dirty="0">
                <a:latin typeface="Times New Roman" pitchFamily="18" charset="0"/>
                <a:ea typeface="华文中宋" pitchFamily="2" charset="-122"/>
                <a:cs typeface="Times New Roman" pitchFamily="18" charset="0"/>
              </a:rPr>
              <a:t>m</a:t>
            </a:r>
            <a:r>
              <a:rPr kumimoji="1" lang="en-US" altLang="zh-CN" sz="1800" i="1" dirty="0">
                <a:latin typeface="+mn-lt"/>
                <a:ea typeface="华文中宋" pitchFamily="2" charset="-122"/>
              </a:rPr>
              <a:t> </a:t>
            </a:r>
            <a:r>
              <a:rPr kumimoji="1" lang="zh-CN" altLang="en-US" sz="1800" dirty="0">
                <a:latin typeface="+mn-lt"/>
                <a:ea typeface="华文中宋" pitchFamily="2" charset="-122"/>
              </a:rPr>
              <a:t>静止。</a:t>
            </a:r>
          </a:p>
        </p:txBody>
      </p:sp>
      <p:sp>
        <p:nvSpPr>
          <p:cNvPr id="25616" name="Text Box 2"/>
          <p:cNvSpPr>
            <a:spLocks noChangeArrowheads="1"/>
          </p:cNvSpPr>
          <p:nvPr/>
        </p:nvSpPr>
        <p:spPr bwMode="auto">
          <a:xfrm>
            <a:off x="828675" y="876300"/>
            <a:ext cx="3095625" cy="400050"/>
          </a:xfrm>
          <a:prstGeom prst="homePlate">
            <a:avLst>
              <a:gd name="adj" fmla="val 50047"/>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buFont typeface="Arial" charset="0"/>
              <a:buNone/>
            </a:pPr>
            <a:r>
              <a:rPr lang="zh-CN" altLang="en-US" sz="2000">
                <a:solidFill>
                  <a:srgbClr val="FFFFFF"/>
                </a:solidFill>
                <a:latin typeface="微软雅黑" pitchFamily="34" charset="-122"/>
                <a:ea typeface="微软雅黑" pitchFamily="34" charset="-122"/>
              </a:rPr>
              <a:t>二、匀速转动的非惯性系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5029"/>
                                        </p:tgtEl>
                                        <p:attrNameLst>
                                          <p:attrName>style.visibility</p:attrName>
                                        </p:attrNameLst>
                                      </p:cBhvr>
                                      <p:to>
                                        <p:strVal val="visible"/>
                                      </p:to>
                                    </p:set>
                                    <p:animEffect transition="in" filter="wipe(left)">
                                      <p:cBhvr>
                                        <p:cTn id="7" dur="500"/>
                                        <p:tgtEl>
                                          <p:spTgt spid="3850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9"/>
                                        </p:tgtEl>
                                        <p:attrNameLst>
                                          <p:attrName>style.visibility</p:attrName>
                                        </p:attrNameLst>
                                      </p:cBhvr>
                                      <p:to>
                                        <p:strVal val="visible"/>
                                      </p:to>
                                    </p:set>
                                    <p:animEffect transition="in" filter="wipe(left)">
                                      <p:cBhvr>
                                        <p:cTn id="18" dur="500"/>
                                        <p:tgtEl>
                                          <p:spTgt spid="3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53"/>
                                        </p:tgtEl>
                                        <p:attrNameLst>
                                          <p:attrName>style.visibility</p:attrName>
                                        </p:attrNameLst>
                                      </p:cBhvr>
                                      <p:to>
                                        <p:strVal val="visible"/>
                                      </p:to>
                                    </p:set>
                                    <p:animEffect transition="in" filter="wipe(left)">
                                      <p:cBhvr>
                                        <p:cTn id="23" dur="500"/>
                                        <p:tgtEl>
                                          <p:spTgt spid="5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54"/>
                                        </p:tgtEl>
                                        <p:attrNameLst>
                                          <p:attrName>style.visibility</p:attrName>
                                        </p:attrNameLst>
                                      </p:cBhvr>
                                      <p:to>
                                        <p:strVal val="visible"/>
                                      </p:to>
                                    </p:set>
                                    <p:animEffect transition="in" filter="wipe(left)">
                                      <p:cBhvr>
                                        <p:cTn id="28" dur="500"/>
                                        <p:tgtEl>
                                          <p:spTgt spid="5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49"/>
                                        </p:tgtEl>
                                        <p:attrNameLst>
                                          <p:attrName>style.visibility</p:attrName>
                                        </p:attrNameLst>
                                      </p:cBhvr>
                                      <p:to>
                                        <p:strVal val="visible"/>
                                      </p:to>
                                    </p:set>
                                    <p:animEffect transition="in" filter="wipe(left)">
                                      <p:cBhvr>
                                        <p:cTn id="33" dur="500"/>
                                        <p:tgtEl>
                                          <p:spTgt spid="4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55"/>
                                        </p:tgtEl>
                                        <p:attrNameLst>
                                          <p:attrName>style.visibility</p:attrName>
                                        </p:attrNameLst>
                                      </p:cBhvr>
                                      <p:to>
                                        <p:strVal val="visible"/>
                                      </p:to>
                                    </p:set>
                                    <p:animEffect transition="in" filter="wipe(left)">
                                      <p:cBhvr>
                                        <p:cTn id="38" dur="500"/>
                                        <p:tgtEl>
                                          <p:spTgt spid="55"/>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500"/>
                                        <p:tgtEl>
                                          <p:spTgt spid="1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wipe(left)">
                                      <p:cBhvr>
                                        <p:cTn id="48" dur="500"/>
                                        <p:tgtEl>
                                          <p:spTgt spid="1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wipe(left)">
                                      <p:cBhvr>
                                        <p:cTn id="53" dur="500"/>
                                        <p:tgtEl>
                                          <p:spTgt spid="13"/>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6"/>
                                        </p:tgtEl>
                                        <p:attrNameLst>
                                          <p:attrName>style.visibility</p:attrName>
                                        </p:attrNameLst>
                                      </p:cBhvr>
                                      <p:to>
                                        <p:strVal val="visible"/>
                                      </p:to>
                                    </p:set>
                                    <p:animEffect transition="in" filter="wipe(left)">
                                      <p:cBhvr>
                                        <p:cTn id="58" dur="500"/>
                                        <p:tgtEl>
                                          <p:spTgt spid="6"/>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4" fill="hold" nodeType="click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wipe(down)">
                                      <p:cBhvr>
                                        <p:cTn id="63" dur="500"/>
                                        <p:tgtEl>
                                          <p:spTgt spid="7"/>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65"/>
                                        </p:tgtEl>
                                        <p:attrNameLst>
                                          <p:attrName>style.visibility</p:attrName>
                                        </p:attrNameLst>
                                      </p:cBhvr>
                                      <p:to>
                                        <p:strVal val="visible"/>
                                      </p:to>
                                    </p:set>
                                    <p:animEffect transition="in" filter="wipe(left)">
                                      <p:cBhvr>
                                        <p:cTn id="68" dur="500"/>
                                        <p:tgtEl>
                                          <p:spTgt spid="65"/>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66"/>
                                        </p:tgtEl>
                                        <p:attrNameLst>
                                          <p:attrName>style.visibility</p:attrName>
                                        </p:attrNameLst>
                                      </p:cBhvr>
                                      <p:to>
                                        <p:strVal val="visible"/>
                                      </p:to>
                                    </p:set>
                                    <p:animEffect transition="in" filter="wipe(left)">
                                      <p:cBhvr>
                                        <p:cTn id="73"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29" grpId="0" autoUpdateAnimBg="0"/>
      <p:bldP spid="39" grpId="0"/>
      <p:bldP spid="53" grpId="0" autoUpdateAnimBg="0"/>
      <p:bldP spid="49" grpId="0"/>
      <p:bldP spid="65" grpId="0"/>
      <p:bldP spid="6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 Box 28"/>
          <p:cNvSpPr txBox="1">
            <a:spLocks noChangeArrowheads="1"/>
          </p:cNvSpPr>
          <p:nvPr/>
        </p:nvSpPr>
        <p:spPr bwMode="auto">
          <a:xfrm>
            <a:off x="684213" y="835025"/>
            <a:ext cx="4356100" cy="368300"/>
          </a:xfrm>
          <a:prstGeom prst="rect">
            <a:avLst/>
          </a:prstGeom>
          <a:noFill/>
          <a:ln w="9525">
            <a:noFill/>
            <a:miter lim="800000"/>
            <a:headEnd/>
            <a:tailEnd/>
          </a:ln>
        </p:spPr>
        <p:txBody>
          <a:bodyPr>
            <a:spAutoFit/>
          </a:bodyPr>
          <a:lstStyle/>
          <a:p>
            <a:pPr algn="l">
              <a:spcBef>
                <a:spcPct val="50000"/>
              </a:spcBef>
              <a:defRPr/>
            </a:pPr>
            <a:r>
              <a:rPr kumimoji="1" lang="en-US" altLang="zh-CN" sz="1800" dirty="0">
                <a:solidFill>
                  <a:srgbClr val="FF0000"/>
                </a:solidFill>
                <a:latin typeface="+mn-lt"/>
                <a:ea typeface="华文中宋" pitchFamily="2" charset="-122"/>
              </a:rPr>
              <a:t>2.</a:t>
            </a:r>
            <a:r>
              <a:rPr kumimoji="1" lang="zh-CN" altLang="en-US" sz="1800" dirty="0">
                <a:solidFill>
                  <a:srgbClr val="FF0000"/>
                </a:solidFill>
                <a:latin typeface="+mn-lt"/>
                <a:ea typeface="华文中宋" pitchFamily="2" charset="-122"/>
              </a:rPr>
              <a:t>物体 </a:t>
            </a:r>
            <a:r>
              <a:rPr kumimoji="1" lang="en-US" altLang="zh-CN" sz="1800" i="1" dirty="0">
                <a:solidFill>
                  <a:srgbClr val="FF0000"/>
                </a:solidFill>
                <a:latin typeface="+mn-lt"/>
                <a:ea typeface="华文中宋" pitchFamily="2" charset="-122"/>
              </a:rPr>
              <a:t>m </a:t>
            </a:r>
            <a:r>
              <a:rPr kumimoji="1" lang="zh-CN" altLang="en-US" sz="1800" dirty="0">
                <a:solidFill>
                  <a:srgbClr val="FF0000"/>
                </a:solidFill>
                <a:latin typeface="+mn-lt"/>
                <a:ea typeface="华文中宋" pitchFamily="2" charset="-122"/>
              </a:rPr>
              <a:t>在 </a:t>
            </a:r>
            <a:r>
              <a:rPr kumimoji="1" lang="en-US" altLang="zh-CN" sz="1800" i="1" dirty="0">
                <a:solidFill>
                  <a:srgbClr val="FF0000"/>
                </a:solidFill>
                <a:latin typeface="+mn-lt"/>
                <a:ea typeface="华文中宋" pitchFamily="2" charset="-122"/>
              </a:rPr>
              <a:t>S</a:t>
            </a:r>
            <a:r>
              <a:rPr kumimoji="1" lang="en-US" altLang="zh-CN" sz="1800" baseline="30000" dirty="0">
                <a:solidFill>
                  <a:srgbClr val="FF0000"/>
                </a:solidFill>
                <a:latin typeface="+mn-lt"/>
                <a:ea typeface="华文中宋" pitchFamily="2" charset="-122"/>
              </a:rPr>
              <a:t>/ </a:t>
            </a:r>
            <a:r>
              <a:rPr kumimoji="1" lang="zh-CN" altLang="en-US" sz="1800" dirty="0">
                <a:solidFill>
                  <a:srgbClr val="FF0000"/>
                </a:solidFill>
                <a:latin typeface="+mn-lt"/>
                <a:ea typeface="华文中宋" pitchFamily="2" charset="-122"/>
              </a:rPr>
              <a:t>中运动有</a:t>
            </a:r>
            <a:r>
              <a:rPr kumimoji="1" lang="zh-CN" altLang="en-US" sz="1800" i="1" dirty="0">
                <a:solidFill>
                  <a:srgbClr val="FF0000"/>
                </a:solidFill>
                <a:latin typeface="+mn-lt"/>
                <a:ea typeface="华文中宋" pitchFamily="2" charset="-122"/>
                <a:sym typeface="Symbol" pitchFamily="18" charset="2"/>
              </a:rPr>
              <a:t></a:t>
            </a:r>
            <a:r>
              <a:rPr kumimoji="1" lang="zh-CN" altLang="en-US" sz="1800" dirty="0">
                <a:solidFill>
                  <a:srgbClr val="FF0000"/>
                </a:solidFill>
                <a:latin typeface="+mn-lt"/>
                <a:ea typeface="华文中宋" pitchFamily="2" charset="-122"/>
              </a:rPr>
              <a:t> </a:t>
            </a:r>
            <a:r>
              <a:rPr kumimoji="1" lang="en-US" altLang="zh-CN" sz="1800" baseline="30000" dirty="0">
                <a:solidFill>
                  <a:srgbClr val="FF0000"/>
                </a:solidFill>
                <a:latin typeface="+mn-lt"/>
                <a:ea typeface="华文中宋" pitchFamily="2" charset="-122"/>
              </a:rPr>
              <a:t>/ </a:t>
            </a:r>
            <a:endParaRPr kumimoji="1" lang="zh-CN" altLang="en-US" sz="1800" dirty="0">
              <a:solidFill>
                <a:srgbClr val="FF0000"/>
              </a:solidFill>
              <a:latin typeface="+mn-lt"/>
              <a:ea typeface="华文中宋" pitchFamily="2" charset="-122"/>
            </a:endParaRPr>
          </a:p>
        </p:txBody>
      </p:sp>
      <p:grpSp>
        <p:nvGrpSpPr>
          <p:cNvPr id="2" name="组合 40"/>
          <p:cNvGrpSpPr>
            <a:grpSpLocks/>
          </p:cNvGrpSpPr>
          <p:nvPr/>
        </p:nvGrpSpPr>
        <p:grpSpPr bwMode="auto">
          <a:xfrm>
            <a:off x="6126163" y="973138"/>
            <a:ext cx="2909887" cy="2124075"/>
            <a:chOff x="5532439" y="1844679"/>
            <a:chExt cx="2909888" cy="2832105"/>
          </a:xfrm>
        </p:grpSpPr>
        <p:grpSp>
          <p:nvGrpSpPr>
            <p:cNvPr id="26654" name="Group 8"/>
            <p:cNvGrpSpPr>
              <a:grpSpLocks/>
            </p:cNvGrpSpPr>
            <p:nvPr/>
          </p:nvGrpSpPr>
          <p:grpSpPr bwMode="auto">
            <a:xfrm>
              <a:off x="5532439" y="1844679"/>
              <a:ext cx="2909888" cy="2832105"/>
              <a:chOff x="480" y="1956"/>
              <a:chExt cx="1833" cy="1784"/>
            </a:xfrm>
          </p:grpSpPr>
          <p:sp>
            <p:nvSpPr>
              <p:cNvPr id="26656" name="AutoShape 9" descr="球体"/>
              <p:cNvSpPr>
                <a:spLocks noChangeArrowheads="1"/>
              </p:cNvSpPr>
              <p:nvPr/>
            </p:nvSpPr>
            <p:spPr bwMode="auto">
              <a:xfrm>
                <a:off x="1123" y="2431"/>
                <a:ext cx="652" cy="1309"/>
              </a:xfrm>
              <a:prstGeom prst="parallelogram">
                <a:avLst>
                  <a:gd name="adj" fmla="val 71806"/>
                </a:avLst>
              </a:prstGeom>
              <a:pattFill prst="weave">
                <a:fgClr>
                  <a:schemeClr val="tx1"/>
                </a:fgClr>
                <a:bgClr>
                  <a:schemeClr val="bg1"/>
                </a:bgClr>
              </a:pattFill>
              <a:ln w="9525">
                <a:solidFill>
                  <a:srgbClr val="002060"/>
                </a:solidFill>
                <a:miter lim="800000"/>
                <a:headEnd/>
                <a:tailEnd/>
              </a:ln>
            </p:spPr>
            <p:txBody>
              <a:bodyPr anchor="ctr">
                <a:spAutoFit/>
              </a:bodyPr>
              <a:lstStyle/>
              <a:p>
                <a:endParaRPr lang="zh-CN" altLang="en-US" sz="1800" b="0">
                  <a:latin typeface="Times New Roman" pitchFamily="18" charset="0"/>
                  <a:ea typeface="宋体" pitchFamily="2" charset="-122"/>
                </a:endParaRPr>
              </a:p>
            </p:txBody>
          </p:sp>
          <p:sp>
            <p:nvSpPr>
              <p:cNvPr id="59" name="AutoShape 10"/>
              <p:cNvSpPr>
                <a:spLocks noChangeArrowheads="1"/>
              </p:cNvSpPr>
              <p:nvPr/>
            </p:nvSpPr>
            <p:spPr bwMode="auto">
              <a:xfrm>
                <a:off x="1361" y="2776"/>
                <a:ext cx="162" cy="467"/>
              </a:xfrm>
              <a:prstGeom prst="can">
                <a:avLst>
                  <a:gd name="adj" fmla="val 48841"/>
                </a:avLst>
              </a:prstGeom>
              <a:solidFill>
                <a:schemeClr val="bg2">
                  <a:lumMod val="90000"/>
                </a:schemeClr>
              </a:solidFill>
              <a:ln w="9525">
                <a:solidFill>
                  <a:schemeClr val="tx1"/>
                </a:solidFill>
                <a:round/>
                <a:headEnd/>
                <a:tailEnd/>
              </a:ln>
            </p:spPr>
            <p:txBody>
              <a:bodyPr anchor="ctr">
                <a:spAutoFit/>
              </a:bodyPr>
              <a:lstStyle/>
              <a:p>
                <a:pPr>
                  <a:defRPr/>
                </a:pPr>
                <a:endParaRPr lang="zh-CN" altLang="en-US" sz="1800" b="0">
                  <a:latin typeface="Times New Roman" pitchFamily="18" charset="0"/>
                  <a:ea typeface="宋体" pitchFamily="2" charset="-122"/>
                </a:endParaRPr>
              </a:p>
            </p:txBody>
          </p:sp>
          <p:grpSp>
            <p:nvGrpSpPr>
              <p:cNvPr id="26658" name="Group 11"/>
              <p:cNvGrpSpPr>
                <a:grpSpLocks/>
              </p:cNvGrpSpPr>
              <p:nvPr/>
            </p:nvGrpSpPr>
            <p:grpSpPr bwMode="auto">
              <a:xfrm>
                <a:off x="584" y="2354"/>
                <a:ext cx="1729" cy="501"/>
                <a:chOff x="2568" y="1616"/>
                <a:chExt cx="1729" cy="501"/>
              </a:xfrm>
            </p:grpSpPr>
            <p:sp>
              <p:nvSpPr>
                <p:cNvPr id="76" name="Oval 12"/>
                <p:cNvSpPr>
                  <a:spLocks noChangeArrowheads="1"/>
                </p:cNvSpPr>
                <p:nvPr/>
              </p:nvSpPr>
              <p:spPr bwMode="auto">
                <a:xfrm>
                  <a:off x="2586" y="1682"/>
                  <a:ext cx="1705" cy="435"/>
                </a:xfrm>
                <a:prstGeom prst="ellipse">
                  <a:avLst/>
                </a:prstGeom>
                <a:solidFill>
                  <a:schemeClr val="bg2">
                    <a:lumMod val="90000"/>
                  </a:schemeClr>
                </a:solidFill>
                <a:ln w="9525">
                  <a:solidFill>
                    <a:srgbClr val="002060"/>
                  </a:solidFill>
                  <a:round/>
                  <a:headEnd/>
                  <a:tailEnd/>
                </a:ln>
              </p:spPr>
              <p:txBody>
                <a:bodyPr anchor="ctr">
                  <a:spAutoFit/>
                </a:bodyPr>
                <a:lstStyle/>
                <a:p>
                  <a:pPr>
                    <a:defRPr/>
                  </a:pPr>
                  <a:endParaRPr lang="zh-CN" altLang="en-US" sz="1800" b="0">
                    <a:latin typeface="Times New Roman" pitchFamily="18" charset="0"/>
                    <a:ea typeface="宋体" pitchFamily="2" charset="-122"/>
                  </a:endParaRPr>
                </a:p>
              </p:txBody>
            </p:sp>
            <p:sp>
              <p:nvSpPr>
                <p:cNvPr id="26675" name="Oval 13"/>
                <p:cNvSpPr>
                  <a:spLocks noChangeArrowheads="1"/>
                </p:cNvSpPr>
                <p:nvPr/>
              </p:nvSpPr>
              <p:spPr bwMode="auto">
                <a:xfrm>
                  <a:off x="2568" y="1616"/>
                  <a:ext cx="1729" cy="436"/>
                </a:xfrm>
                <a:prstGeom prst="ellipse">
                  <a:avLst/>
                </a:prstGeom>
                <a:solidFill>
                  <a:schemeClr val="bg1"/>
                </a:solidFill>
                <a:ln w="12700">
                  <a:solidFill>
                    <a:srgbClr val="0070C0"/>
                  </a:solidFill>
                  <a:round/>
                  <a:headEnd/>
                  <a:tailEnd/>
                </a:ln>
              </p:spPr>
              <p:txBody>
                <a:bodyPr anchor="ctr">
                  <a:spAutoFit/>
                </a:bodyPr>
                <a:lstStyle/>
                <a:p>
                  <a:endParaRPr lang="zh-CN" altLang="en-US" sz="1800" b="0">
                    <a:latin typeface="Times New Roman" pitchFamily="18" charset="0"/>
                    <a:ea typeface="宋体" pitchFamily="2" charset="-122"/>
                  </a:endParaRPr>
                </a:p>
              </p:txBody>
            </p:sp>
          </p:grpSp>
          <p:sp>
            <p:nvSpPr>
              <p:cNvPr id="26659" name="Rectangle 14"/>
              <p:cNvSpPr>
                <a:spLocks noChangeArrowheads="1"/>
              </p:cNvSpPr>
              <p:nvPr/>
            </p:nvSpPr>
            <p:spPr bwMode="auto">
              <a:xfrm>
                <a:off x="875" y="3052"/>
                <a:ext cx="223"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r>
                  <a:rPr kumimoji="1" lang="en-US" altLang="zh-CN" sz="1800" b="0" i="1">
                    <a:solidFill>
                      <a:srgbClr val="0000FF"/>
                    </a:solidFill>
                    <a:latin typeface="Times New Roman" pitchFamily="18" charset="0"/>
                    <a:ea typeface="宋体" pitchFamily="2" charset="-122"/>
                  </a:rPr>
                  <a:t>S</a:t>
                </a:r>
              </a:p>
            </p:txBody>
          </p:sp>
          <p:sp>
            <p:nvSpPr>
              <p:cNvPr id="26660" name="Rectangle 15"/>
              <p:cNvSpPr>
                <a:spLocks noChangeArrowheads="1"/>
              </p:cNvSpPr>
              <p:nvPr/>
            </p:nvSpPr>
            <p:spPr bwMode="auto">
              <a:xfrm>
                <a:off x="1137" y="2722"/>
                <a:ext cx="216"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kumimoji="1" lang="en-US" altLang="zh-CN" sz="1800" b="0" i="1">
                    <a:solidFill>
                      <a:srgbClr val="0000FF"/>
                    </a:solidFill>
                    <a:latin typeface="Symbol" pitchFamily="18" charset="2"/>
                    <a:ea typeface="宋体" pitchFamily="2" charset="-122"/>
                  </a:rPr>
                  <a:t>w</a:t>
                </a:r>
                <a:endParaRPr kumimoji="1" lang="en-US" altLang="zh-CN" sz="1800" b="0">
                  <a:solidFill>
                    <a:srgbClr val="0000FF"/>
                  </a:solidFill>
                  <a:latin typeface="宋体" pitchFamily="2" charset="-122"/>
                  <a:ea typeface="宋体" pitchFamily="2" charset="-122"/>
                </a:endParaRPr>
              </a:p>
            </p:txBody>
          </p:sp>
          <p:sp>
            <p:nvSpPr>
              <p:cNvPr id="26661" name="Rectangle 16"/>
              <p:cNvSpPr>
                <a:spLocks noChangeArrowheads="1"/>
              </p:cNvSpPr>
              <p:nvPr/>
            </p:nvSpPr>
            <p:spPr bwMode="auto">
              <a:xfrm>
                <a:off x="1888" y="2233"/>
                <a:ext cx="315"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r>
                  <a:rPr kumimoji="1" lang="en-US" altLang="zh-CN" sz="1800" b="0" i="1">
                    <a:solidFill>
                      <a:srgbClr val="FF0000"/>
                    </a:solidFill>
                    <a:latin typeface="Times New Roman" pitchFamily="18" charset="0"/>
                    <a:ea typeface="宋体" pitchFamily="2" charset="-122"/>
                  </a:rPr>
                  <a:t>m</a:t>
                </a:r>
              </a:p>
            </p:txBody>
          </p:sp>
          <p:sp>
            <p:nvSpPr>
              <p:cNvPr id="65" name="Oval 17"/>
              <p:cNvSpPr>
                <a:spLocks noChangeArrowheads="1"/>
              </p:cNvSpPr>
              <p:nvPr/>
            </p:nvSpPr>
            <p:spPr bwMode="auto">
              <a:xfrm>
                <a:off x="896" y="2325"/>
                <a:ext cx="1105" cy="436"/>
              </a:xfrm>
              <a:prstGeom prst="ellipse">
                <a:avLst/>
              </a:prstGeom>
              <a:solidFill>
                <a:schemeClr val="bg1"/>
              </a:solidFill>
              <a:ln w="9525">
                <a:solidFill>
                  <a:schemeClr val="accent5">
                    <a:lumMod val="20000"/>
                    <a:lumOff val="80000"/>
                  </a:schemeClr>
                </a:solidFill>
                <a:round/>
                <a:headEnd/>
                <a:tailEnd/>
              </a:ln>
              <a:scene3d>
                <a:camera prst="orthographicFront"/>
                <a:lightRig rig="threePt" dir="t"/>
              </a:scene3d>
              <a:sp3d>
                <a:bevelT prst="slope"/>
              </a:sp3d>
            </p:spPr>
            <p:txBody>
              <a:bodyPr anchor="ctr">
                <a:spAutoFit/>
              </a:bodyPr>
              <a:lstStyle/>
              <a:p>
                <a:pPr>
                  <a:defRPr/>
                </a:pPr>
                <a:endParaRPr lang="zh-CN" altLang="en-US" sz="1800" b="0">
                  <a:latin typeface="Times New Roman" pitchFamily="18" charset="0"/>
                  <a:ea typeface="宋体" charset="-122"/>
                </a:endParaRPr>
              </a:p>
            </p:txBody>
          </p:sp>
          <p:sp>
            <p:nvSpPr>
              <p:cNvPr id="26665" name="Freeform 19"/>
              <p:cNvSpPr>
                <a:spLocks/>
              </p:cNvSpPr>
              <p:nvPr/>
            </p:nvSpPr>
            <p:spPr bwMode="auto">
              <a:xfrm rot="-10044850">
                <a:off x="721" y="2651"/>
                <a:ext cx="448" cy="162"/>
              </a:xfrm>
              <a:custGeom>
                <a:avLst/>
                <a:gdLst>
                  <a:gd name="T0" fmla="*/ 1 w 810"/>
                  <a:gd name="T1" fmla="*/ 1 h 270"/>
                  <a:gd name="T2" fmla="*/ 1 w 810"/>
                  <a:gd name="T3" fmla="*/ 1 h 270"/>
                  <a:gd name="T4" fmla="*/ 0 w 810"/>
                  <a:gd name="T5" fmla="*/ 0 h 270"/>
                  <a:gd name="T6" fmla="*/ 0 60000 65536"/>
                  <a:gd name="T7" fmla="*/ 0 60000 65536"/>
                  <a:gd name="T8" fmla="*/ 0 60000 65536"/>
                  <a:gd name="T9" fmla="*/ 0 w 810"/>
                  <a:gd name="T10" fmla="*/ 0 h 270"/>
                  <a:gd name="T11" fmla="*/ 810 w 810"/>
                  <a:gd name="T12" fmla="*/ 270 h 270"/>
                </a:gdLst>
                <a:ahLst/>
                <a:cxnLst>
                  <a:cxn ang="T6">
                    <a:pos x="T0" y="T1"/>
                  </a:cxn>
                  <a:cxn ang="T7">
                    <a:pos x="T2" y="T3"/>
                  </a:cxn>
                  <a:cxn ang="T8">
                    <a:pos x="T4" y="T5"/>
                  </a:cxn>
                </a:cxnLst>
                <a:rect l="T9" t="T10" r="T11" b="T12"/>
                <a:pathLst>
                  <a:path w="810" h="270">
                    <a:moveTo>
                      <a:pt x="810" y="270"/>
                    </a:moveTo>
                    <a:cubicBezTo>
                      <a:pt x="720" y="195"/>
                      <a:pt x="630" y="120"/>
                      <a:pt x="495" y="75"/>
                    </a:cubicBezTo>
                    <a:cubicBezTo>
                      <a:pt x="360" y="30"/>
                      <a:pt x="180" y="15"/>
                      <a:pt x="0" y="0"/>
                    </a:cubicBezTo>
                  </a:path>
                </a:pathLst>
              </a:custGeom>
              <a:noFill/>
              <a:ln w="19050">
                <a:solidFill>
                  <a:srgbClr val="008000"/>
                </a:solidFill>
                <a:round/>
                <a:headEnd/>
                <a:tailEnd type="arrow" w="med" len="me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26666" name="Line 20"/>
              <p:cNvSpPr>
                <a:spLocks noChangeShapeType="1"/>
              </p:cNvSpPr>
              <p:nvPr/>
            </p:nvSpPr>
            <p:spPr bwMode="auto">
              <a:xfrm flipV="1">
                <a:off x="1463" y="2415"/>
                <a:ext cx="397" cy="114"/>
              </a:xfrm>
              <a:prstGeom prst="line">
                <a:avLst/>
              </a:prstGeom>
              <a:noFill/>
              <a:ln w="28575">
                <a:solidFill>
                  <a:srgbClr val="0000FF"/>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zh-CN" altLang="en-US"/>
              </a:p>
            </p:txBody>
          </p:sp>
          <p:sp>
            <p:nvSpPr>
              <p:cNvPr id="26667" name="Rectangle 21"/>
              <p:cNvSpPr>
                <a:spLocks noChangeArrowheads="1"/>
              </p:cNvSpPr>
              <p:nvPr/>
            </p:nvSpPr>
            <p:spPr bwMode="auto">
              <a:xfrm>
                <a:off x="602" y="2760"/>
                <a:ext cx="216" cy="310"/>
              </a:xfrm>
              <a:prstGeom prst="rect">
                <a:avLst/>
              </a:prstGeom>
              <a:solidFill>
                <a:schemeClr val="bg1">
                  <a:alpha val="72156"/>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kumimoji="1" lang="en-US" altLang="zh-CN" sz="1800" b="0" i="1">
                    <a:solidFill>
                      <a:srgbClr val="0000FF"/>
                    </a:solidFill>
                    <a:latin typeface="Times New Roman" pitchFamily="18" charset="0"/>
                    <a:ea typeface="宋体" pitchFamily="2" charset="-122"/>
                  </a:rPr>
                  <a:t>S</a:t>
                </a:r>
                <a:r>
                  <a:rPr kumimoji="1" lang="en-US" altLang="zh-CN" sz="1800" b="0" i="1" baseline="30000">
                    <a:solidFill>
                      <a:srgbClr val="0000FF"/>
                    </a:solidFill>
                    <a:latin typeface="Times New Roman" pitchFamily="18" charset="0"/>
                    <a:ea typeface="宋体" pitchFamily="2" charset="-122"/>
                  </a:rPr>
                  <a:t>/</a:t>
                </a:r>
              </a:p>
            </p:txBody>
          </p:sp>
          <p:sp>
            <p:nvSpPr>
              <p:cNvPr id="26668" name="Rectangle 22"/>
              <p:cNvSpPr>
                <a:spLocks noChangeArrowheads="1"/>
              </p:cNvSpPr>
              <p:nvPr/>
            </p:nvSpPr>
            <p:spPr bwMode="auto">
              <a:xfrm>
                <a:off x="1255" y="2431"/>
                <a:ext cx="189"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kumimoji="1" lang="en-US" altLang="zh-CN" sz="1800" b="0" i="1">
                    <a:latin typeface="宋体" pitchFamily="2" charset="-122"/>
                    <a:ea typeface="宋体" pitchFamily="2" charset="-122"/>
                  </a:rPr>
                  <a:t>o</a:t>
                </a:r>
              </a:p>
            </p:txBody>
          </p:sp>
          <p:sp>
            <p:nvSpPr>
              <p:cNvPr id="26669" name="Oval 24"/>
              <p:cNvSpPr>
                <a:spLocks noChangeArrowheads="1"/>
              </p:cNvSpPr>
              <p:nvPr/>
            </p:nvSpPr>
            <p:spPr bwMode="auto">
              <a:xfrm>
                <a:off x="1831" y="2182"/>
                <a:ext cx="85" cy="436"/>
              </a:xfrm>
              <a:prstGeom prst="ellipse">
                <a:avLst/>
              </a:prstGeom>
              <a:solidFill>
                <a:srgbClr val="00B0F0"/>
              </a:solidFill>
              <a:ln w="9525">
                <a:solidFill>
                  <a:schemeClr val="tx1"/>
                </a:solidFill>
                <a:round/>
                <a:headEnd/>
                <a:tailEnd/>
              </a:ln>
            </p:spPr>
            <p:txBody>
              <a:bodyPr anchor="ctr">
                <a:spAutoFit/>
              </a:bodyPr>
              <a:lstStyle/>
              <a:p>
                <a:endParaRPr lang="zh-CN" altLang="en-US" sz="1800" b="0">
                  <a:latin typeface="Times New Roman" pitchFamily="18" charset="0"/>
                  <a:ea typeface="宋体" pitchFamily="2" charset="-122"/>
                </a:endParaRPr>
              </a:p>
            </p:txBody>
          </p:sp>
          <p:sp>
            <p:nvSpPr>
              <p:cNvPr id="26670" name="Oval 25"/>
              <p:cNvSpPr>
                <a:spLocks noChangeArrowheads="1"/>
              </p:cNvSpPr>
              <p:nvPr/>
            </p:nvSpPr>
            <p:spPr bwMode="auto">
              <a:xfrm>
                <a:off x="1423" y="2321"/>
                <a:ext cx="56" cy="436"/>
              </a:xfrm>
              <a:prstGeom prst="ellipse">
                <a:avLst/>
              </a:prstGeom>
              <a:solidFill>
                <a:schemeClr val="bg1"/>
              </a:solidFill>
              <a:ln w="9525">
                <a:solidFill>
                  <a:schemeClr val="tx1"/>
                </a:solidFill>
                <a:round/>
                <a:headEnd/>
                <a:tailEnd/>
              </a:ln>
            </p:spPr>
            <p:txBody>
              <a:bodyPr anchor="ctr">
                <a:spAutoFit/>
              </a:bodyPr>
              <a:lstStyle/>
              <a:p>
                <a:endParaRPr lang="zh-CN" altLang="en-US" sz="1800" b="0">
                  <a:latin typeface="Times New Roman" pitchFamily="18" charset="0"/>
                  <a:ea typeface="宋体" pitchFamily="2" charset="-122"/>
                </a:endParaRPr>
              </a:p>
            </p:txBody>
          </p:sp>
          <p:sp>
            <p:nvSpPr>
              <p:cNvPr id="26671" name="AutoShape 26"/>
              <p:cNvSpPr>
                <a:spLocks noChangeArrowheads="1"/>
              </p:cNvSpPr>
              <p:nvPr/>
            </p:nvSpPr>
            <p:spPr bwMode="auto">
              <a:xfrm>
                <a:off x="480" y="1956"/>
                <a:ext cx="675" cy="217"/>
              </a:xfrm>
              <a:prstGeom prst="wedgeRoundRectCallout">
                <a:avLst>
                  <a:gd name="adj1" fmla="val 45292"/>
                  <a:gd name="adj2" fmla="val 119546"/>
                  <a:gd name="adj3" fmla="val 16667"/>
                </a:avLst>
              </a:prstGeom>
              <a:noFill/>
              <a:ln w="9525">
                <a:solidFill>
                  <a:srgbClr val="0000FF"/>
                </a:solidFill>
                <a:miter lim="800000"/>
                <a:headEnd/>
                <a:tailEnd/>
              </a:ln>
              <a:extLst>
                <a:ext uri="{909E8E84-426E-40DD-AFC4-6F175D3DCCD1}">
                  <a14:hiddenFill xmlns:a14="http://schemas.microsoft.com/office/drawing/2010/main" xmlns="">
                    <a:solidFill>
                      <a:srgbClr val="FFFFFF"/>
                    </a:solidFill>
                  </a14:hiddenFill>
                </a:ext>
              </a:extLst>
            </p:spPr>
            <p:txBody>
              <a:bodyPr/>
              <a:lstStyle/>
              <a:p>
                <a:r>
                  <a:rPr kumimoji="1" lang="zh-CN" altLang="en-US" sz="1500" b="0">
                    <a:solidFill>
                      <a:srgbClr val="FF0000"/>
                    </a:solidFill>
                    <a:latin typeface="华文中宋" pitchFamily="2" charset="-122"/>
                    <a:ea typeface="华文中宋" pitchFamily="2" charset="-122"/>
                  </a:rPr>
                  <a:t>光滑凹槽</a:t>
                </a:r>
              </a:p>
            </p:txBody>
          </p:sp>
          <p:sp>
            <p:nvSpPr>
              <p:cNvPr id="26672" name="Line 27"/>
              <p:cNvSpPr>
                <a:spLocks noChangeShapeType="1"/>
              </p:cNvSpPr>
              <p:nvPr/>
            </p:nvSpPr>
            <p:spPr bwMode="auto">
              <a:xfrm flipH="1" flipV="1">
                <a:off x="1625" y="2170"/>
                <a:ext cx="227" cy="199"/>
              </a:xfrm>
              <a:prstGeom prst="line">
                <a:avLst/>
              </a:prstGeom>
              <a:noFill/>
              <a:ln w="28575">
                <a:solidFill>
                  <a:srgbClr val="CC00CC"/>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zh-CN" altLang="en-US"/>
              </a:p>
            </p:txBody>
          </p:sp>
          <p:sp>
            <p:nvSpPr>
              <p:cNvPr id="26673" name="Rectangle 28"/>
              <p:cNvSpPr>
                <a:spLocks noChangeArrowheads="1"/>
              </p:cNvSpPr>
              <p:nvPr/>
            </p:nvSpPr>
            <p:spPr bwMode="auto">
              <a:xfrm>
                <a:off x="1586" y="1959"/>
                <a:ext cx="264"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kumimoji="1" lang="en-US" altLang="zh-CN" sz="1800" b="0" i="1">
                    <a:solidFill>
                      <a:srgbClr val="000000"/>
                    </a:solidFill>
                    <a:latin typeface="Times New Roman" pitchFamily="18" charset="0"/>
                    <a:ea typeface="宋体" pitchFamily="2" charset="-122"/>
                    <a:sym typeface="Symbol" pitchFamily="18" charset="2"/>
                  </a:rPr>
                  <a:t></a:t>
                </a:r>
                <a:r>
                  <a:rPr kumimoji="1" lang="en-US" altLang="zh-CN" sz="1800" b="0">
                    <a:latin typeface="Times New Roman" pitchFamily="18" charset="0"/>
                    <a:ea typeface="宋体" pitchFamily="2" charset="-122"/>
                  </a:rPr>
                  <a:t> </a:t>
                </a:r>
                <a:r>
                  <a:rPr kumimoji="1" lang="en-US" altLang="zh-CN" sz="1800" b="0" baseline="30000">
                    <a:solidFill>
                      <a:srgbClr val="000000"/>
                    </a:solidFill>
                    <a:latin typeface="Times New Roman" pitchFamily="18" charset="0"/>
                    <a:ea typeface="宋体" pitchFamily="2" charset="-122"/>
                  </a:rPr>
                  <a:t>/</a:t>
                </a:r>
              </a:p>
            </p:txBody>
          </p:sp>
        </p:grpSp>
        <p:graphicFrame>
          <p:nvGraphicFramePr>
            <p:cNvPr id="26655" name="Object 6"/>
            <p:cNvGraphicFramePr>
              <a:graphicFrameLocks noChangeAspect="1"/>
            </p:cNvGraphicFramePr>
            <p:nvPr/>
          </p:nvGraphicFramePr>
          <p:xfrm>
            <a:off x="7327902" y="2641601"/>
            <a:ext cx="241300" cy="339725"/>
          </p:xfrm>
          <a:graphic>
            <a:graphicData uri="http://schemas.openxmlformats.org/presentationml/2006/ole">
              <p:oleObj spid="_x0000_s26702" name="Equation" r:id="rId3" imgW="126725" imgH="177415" progId="Equation.DSMT4">
                <p:embed/>
              </p:oleObj>
            </a:graphicData>
          </a:graphic>
        </p:graphicFrame>
      </p:grpSp>
      <p:sp>
        <p:nvSpPr>
          <p:cNvPr id="79" name="Text Box 36"/>
          <p:cNvSpPr txBox="1">
            <a:spLocks noChangeArrowheads="1"/>
          </p:cNvSpPr>
          <p:nvPr/>
        </p:nvSpPr>
        <p:spPr bwMode="auto">
          <a:xfrm>
            <a:off x="909638" y="1454150"/>
            <a:ext cx="85407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spcBef>
                <a:spcPct val="50000"/>
              </a:spcBef>
            </a:pPr>
            <a:r>
              <a:rPr kumimoji="1" lang="en-US" altLang="zh-CN" sz="1800" i="1">
                <a:latin typeface="Times New Roman" pitchFamily="18" charset="0"/>
                <a:ea typeface="宋体" pitchFamily="2" charset="-122"/>
              </a:rPr>
              <a:t>S</a:t>
            </a:r>
            <a:r>
              <a:rPr kumimoji="1" lang="en-US" altLang="zh-CN" sz="1800">
                <a:latin typeface="Times New Roman" pitchFamily="18" charset="0"/>
                <a:ea typeface="宋体" pitchFamily="2" charset="-122"/>
              </a:rPr>
              <a:t>:</a:t>
            </a:r>
          </a:p>
        </p:txBody>
      </p:sp>
      <p:graphicFrame>
        <p:nvGraphicFramePr>
          <p:cNvPr id="80" name="Object 3"/>
          <p:cNvGraphicFramePr>
            <a:graphicFrameLocks noChangeAspect="1"/>
          </p:cNvGraphicFramePr>
          <p:nvPr/>
        </p:nvGraphicFramePr>
        <p:xfrm>
          <a:off x="1403350" y="1419225"/>
          <a:ext cx="1241425" cy="493713"/>
        </p:xfrm>
        <a:graphic>
          <a:graphicData uri="http://schemas.openxmlformats.org/presentationml/2006/ole">
            <p:oleObj spid="_x0000_s26703" name="Equation" r:id="rId4" imgW="787400" imgH="419100" progId="Equation.DSMT4">
              <p:embed/>
            </p:oleObj>
          </a:graphicData>
        </a:graphic>
      </p:graphicFrame>
      <p:sp>
        <p:nvSpPr>
          <p:cNvPr id="82" name="Text Box 34"/>
          <p:cNvSpPr txBox="1">
            <a:spLocks noChangeArrowheads="1"/>
          </p:cNvSpPr>
          <p:nvPr/>
        </p:nvSpPr>
        <p:spPr bwMode="auto">
          <a:xfrm>
            <a:off x="3563938" y="1462088"/>
            <a:ext cx="949325"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spcBef>
                <a:spcPct val="50000"/>
              </a:spcBef>
            </a:pPr>
            <a:r>
              <a:rPr kumimoji="1" lang="en-US" altLang="zh-CN" sz="1800" i="1">
                <a:solidFill>
                  <a:srgbClr val="FF0000"/>
                </a:solidFill>
                <a:latin typeface="Times New Roman" pitchFamily="18" charset="0"/>
                <a:ea typeface="宋体" pitchFamily="2" charset="-122"/>
              </a:rPr>
              <a:t>S</a:t>
            </a:r>
            <a:r>
              <a:rPr kumimoji="1" lang="en-US" altLang="zh-CN" sz="1800" baseline="30000">
                <a:solidFill>
                  <a:srgbClr val="FF0000"/>
                </a:solidFill>
                <a:latin typeface="宋体" pitchFamily="2" charset="-122"/>
                <a:ea typeface="宋体" pitchFamily="2" charset="-122"/>
              </a:rPr>
              <a:t>/</a:t>
            </a:r>
            <a:r>
              <a:rPr kumimoji="1" lang="en-US" altLang="zh-CN" sz="1800">
                <a:solidFill>
                  <a:srgbClr val="FF0000"/>
                </a:solidFill>
                <a:latin typeface="Times New Roman" pitchFamily="18" charset="0"/>
                <a:ea typeface="宋体" pitchFamily="2" charset="-122"/>
              </a:rPr>
              <a:t>:</a:t>
            </a:r>
          </a:p>
        </p:txBody>
      </p:sp>
      <p:graphicFrame>
        <p:nvGraphicFramePr>
          <p:cNvPr id="83" name="Object 35"/>
          <p:cNvGraphicFramePr>
            <a:graphicFrameLocks noChangeAspect="1"/>
          </p:cNvGraphicFramePr>
          <p:nvPr/>
        </p:nvGraphicFramePr>
        <p:xfrm>
          <a:off x="4362450" y="1355725"/>
          <a:ext cx="962025" cy="577850"/>
        </p:xfrm>
        <a:graphic>
          <a:graphicData uri="http://schemas.openxmlformats.org/presentationml/2006/ole">
            <p:oleObj spid="_x0000_s26704" name="Equation" r:id="rId5" imgW="520700" imgH="419100" progId="Equation.DSMT4">
              <p:embed/>
            </p:oleObj>
          </a:graphicData>
        </a:graphic>
      </p:graphicFrame>
      <p:graphicFrame>
        <p:nvGraphicFramePr>
          <p:cNvPr id="84" name="Object 56"/>
          <p:cNvGraphicFramePr>
            <a:graphicFrameLocks noChangeAspect="1"/>
          </p:cNvGraphicFramePr>
          <p:nvPr/>
        </p:nvGraphicFramePr>
        <p:xfrm>
          <a:off x="1022350" y="2006600"/>
          <a:ext cx="1965325" cy="493713"/>
        </p:xfrm>
        <a:graphic>
          <a:graphicData uri="http://schemas.openxmlformats.org/presentationml/2006/ole">
            <p:oleObj spid="_x0000_s26705" name="Equation" r:id="rId6" imgW="1244600" imgH="419100" progId="Equation.DSMT4">
              <p:embed/>
            </p:oleObj>
          </a:graphicData>
        </a:graphic>
      </p:graphicFrame>
      <p:graphicFrame>
        <p:nvGraphicFramePr>
          <p:cNvPr id="4" name="Object 40"/>
          <p:cNvGraphicFramePr>
            <a:graphicFrameLocks noChangeAspect="1"/>
          </p:cNvGraphicFramePr>
          <p:nvPr/>
        </p:nvGraphicFramePr>
        <p:xfrm>
          <a:off x="1258888" y="2441575"/>
          <a:ext cx="3517900" cy="566738"/>
        </p:xfrm>
        <a:graphic>
          <a:graphicData uri="http://schemas.openxmlformats.org/presentationml/2006/ole">
            <p:oleObj spid="_x0000_s26706" name="Equation" r:id="rId7" imgW="1879600" imgH="419100" progId="Equation.DSMT4">
              <p:embed/>
            </p:oleObj>
          </a:graphicData>
        </a:graphic>
      </p:graphicFrame>
      <p:graphicFrame>
        <p:nvGraphicFramePr>
          <p:cNvPr id="85" name="Object 41"/>
          <p:cNvGraphicFramePr>
            <a:graphicFrameLocks noChangeAspect="1"/>
          </p:cNvGraphicFramePr>
          <p:nvPr/>
        </p:nvGraphicFramePr>
        <p:xfrm>
          <a:off x="1449388" y="3027363"/>
          <a:ext cx="4017962" cy="515937"/>
        </p:xfrm>
        <a:graphic>
          <a:graphicData uri="http://schemas.openxmlformats.org/presentationml/2006/ole">
            <p:oleObj spid="_x0000_s26707" name="Equation" r:id="rId8" imgW="2349500" imgH="419100" progId="Equation.DSMT4">
              <p:embed/>
            </p:oleObj>
          </a:graphicData>
        </a:graphic>
      </p:graphicFrame>
      <p:grpSp>
        <p:nvGrpSpPr>
          <p:cNvPr id="7" name="Group 47"/>
          <p:cNvGrpSpPr>
            <a:grpSpLocks/>
          </p:cNvGrpSpPr>
          <p:nvPr/>
        </p:nvGrpSpPr>
        <p:grpSpPr bwMode="auto">
          <a:xfrm>
            <a:off x="1703388" y="3455988"/>
            <a:ext cx="1501775" cy="368300"/>
            <a:chOff x="1116" y="3719"/>
            <a:chExt cx="946" cy="310"/>
          </a:xfrm>
        </p:grpSpPr>
        <p:sp>
          <p:nvSpPr>
            <p:cNvPr id="26652" name="Text Box 44"/>
            <p:cNvSpPr txBox="1">
              <a:spLocks noChangeArrowheads="1"/>
            </p:cNvSpPr>
            <p:nvPr/>
          </p:nvSpPr>
          <p:spPr bwMode="auto">
            <a:xfrm>
              <a:off x="1116" y="3719"/>
              <a:ext cx="946"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spcBef>
                  <a:spcPct val="50000"/>
                </a:spcBef>
              </a:pPr>
              <a:r>
                <a:rPr kumimoji="1" lang="zh-CN" altLang="en-US" sz="1800">
                  <a:solidFill>
                    <a:srgbClr val="0000FF"/>
                  </a:solidFill>
                  <a:latin typeface="华文中宋" pitchFamily="2" charset="-122"/>
                  <a:ea typeface="华文中宋" pitchFamily="2" charset="-122"/>
                </a:rPr>
                <a:t>惯性离心力</a:t>
              </a:r>
            </a:p>
          </p:txBody>
        </p:sp>
        <p:sp>
          <p:nvSpPr>
            <p:cNvPr id="26653" name="Line 46"/>
            <p:cNvSpPr>
              <a:spLocks noChangeShapeType="1"/>
            </p:cNvSpPr>
            <p:nvPr/>
          </p:nvSpPr>
          <p:spPr bwMode="auto">
            <a:xfrm>
              <a:off x="1261" y="3719"/>
              <a:ext cx="510" cy="0"/>
            </a:xfrm>
            <a:prstGeom prst="line">
              <a:avLst/>
            </a:prstGeom>
            <a:noFill/>
            <a:ln w="28575">
              <a:solidFill>
                <a:srgbClr val="FF00FF"/>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grpSp>
      <p:grpSp>
        <p:nvGrpSpPr>
          <p:cNvPr id="8" name="组合 88"/>
          <p:cNvGrpSpPr>
            <a:grpSpLocks/>
          </p:cNvGrpSpPr>
          <p:nvPr/>
        </p:nvGrpSpPr>
        <p:grpSpPr bwMode="auto">
          <a:xfrm>
            <a:off x="7258050" y="3071813"/>
            <a:ext cx="1722438" cy="1084262"/>
            <a:chOff x="6432961" y="4205018"/>
            <a:chExt cx="1722794" cy="1443328"/>
          </a:xfrm>
        </p:grpSpPr>
        <p:sp>
          <p:nvSpPr>
            <p:cNvPr id="26640" name="Line 38"/>
            <p:cNvSpPr>
              <a:spLocks noChangeShapeType="1"/>
            </p:cNvSpPr>
            <p:nvPr/>
          </p:nvSpPr>
          <p:spPr bwMode="auto">
            <a:xfrm flipV="1">
              <a:off x="6821995" y="4230407"/>
              <a:ext cx="0" cy="1276350"/>
            </a:xfrm>
            <a:prstGeom prst="line">
              <a:avLst/>
            </a:prstGeom>
            <a:noFill/>
            <a:ln w="28575">
              <a:solidFill>
                <a:srgbClr val="0000FF"/>
              </a:solidFill>
              <a:round/>
              <a:headEnd/>
              <a:tailEnd type="triangle" w="sm" len="lg"/>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26641" name="Line 39"/>
            <p:cNvSpPr>
              <a:spLocks noChangeShapeType="1"/>
            </p:cNvSpPr>
            <p:nvPr/>
          </p:nvSpPr>
          <p:spPr bwMode="auto">
            <a:xfrm flipV="1">
              <a:off x="6831208" y="4992135"/>
              <a:ext cx="1009486" cy="514635"/>
            </a:xfrm>
            <a:prstGeom prst="line">
              <a:avLst/>
            </a:prstGeom>
            <a:noFill/>
            <a:ln w="9525">
              <a:solidFill>
                <a:srgbClr val="0000FF"/>
              </a:solidFill>
              <a:round/>
              <a:headEnd/>
              <a:tailEnd type="triangle" w="sm" len="lg"/>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26642" name="Line 41"/>
            <p:cNvSpPr>
              <a:spLocks noChangeShapeType="1"/>
            </p:cNvSpPr>
            <p:nvPr/>
          </p:nvSpPr>
          <p:spPr bwMode="auto">
            <a:xfrm flipH="1" flipV="1">
              <a:off x="6469317" y="5163680"/>
              <a:ext cx="361891" cy="343090"/>
            </a:xfrm>
            <a:prstGeom prst="line">
              <a:avLst/>
            </a:prstGeom>
            <a:noFill/>
            <a:ln w="28575">
              <a:solidFill>
                <a:srgbClr val="FF3300"/>
              </a:solidFill>
              <a:prstDash val="sysDot"/>
              <a:round/>
              <a:headEnd/>
              <a:tailEnd type="triangle" w="sm" len="lg"/>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26643" name="Text Box 48"/>
            <p:cNvSpPr txBox="1">
              <a:spLocks noChangeArrowheads="1"/>
            </p:cNvSpPr>
            <p:nvPr/>
          </p:nvSpPr>
          <p:spPr bwMode="auto">
            <a:xfrm>
              <a:off x="7772252" y="4793821"/>
              <a:ext cx="383503" cy="53300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spcBef>
                  <a:spcPct val="50000"/>
                </a:spcBef>
              </a:pPr>
              <a:r>
                <a:rPr kumimoji="1" lang="en-US" altLang="zh-CN" sz="2000" i="1">
                  <a:latin typeface="Times New Roman" pitchFamily="18" charset="0"/>
                  <a:ea typeface="宋体" pitchFamily="2" charset="-122"/>
                </a:rPr>
                <a:t>m</a:t>
              </a:r>
            </a:p>
          </p:txBody>
        </p:sp>
        <p:graphicFrame>
          <p:nvGraphicFramePr>
            <p:cNvPr id="26644" name="Object 49"/>
            <p:cNvGraphicFramePr>
              <a:graphicFrameLocks noChangeAspect="1"/>
            </p:cNvGraphicFramePr>
            <p:nvPr/>
          </p:nvGraphicFramePr>
          <p:xfrm>
            <a:off x="7082468" y="4932170"/>
            <a:ext cx="214277" cy="260494"/>
          </p:xfrm>
          <a:graphic>
            <a:graphicData uri="http://schemas.openxmlformats.org/presentationml/2006/ole">
              <p:oleObj spid="_x0000_s26708" name="Equation" r:id="rId9" imgW="164957" imgH="203024" progId="Equation.DSMT4">
                <p:embed/>
              </p:oleObj>
            </a:graphicData>
          </a:graphic>
        </p:graphicFrame>
        <p:graphicFrame>
          <p:nvGraphicFramePr>
            <p:cNvPr id="26645" name="对象 3"/>
            <p:cNvGraphicFramePr>
              <a:graphicFrameLocks noChangeAspect="1"/>
            </p:cNvGraphicFramePr>
            <p:nvPr/>
          </p:nvGraphicFramePr>
          <p:xfrm>
            <a:off x="6432961" y="4891789"/>
            <a:ext cx="231814" cy="266461"/>
          </p:xfrm>
          <a:graphic>
            <a:graphicData uri="http://schemas.openxmlformats.org/presentationml/2006/ole">
              <p:oleObj spid="_x0000_s26709" name="Equation" r:id="rId10" imgW="164957" imgH="190335" progId="Equation.DSMT4">
                <p:embed/>
              </p:oleObj>
            </a:graphicData>
          </a:graphic>
        </p:graphicFrame>
        <p:graphicFrame>
          <p:nvGraphicFramePr>
            <p:cNvPr id="26646" name="对象 30"/>
            <p:cNvGraphicFramePr>
              <a:graphicFrameLocks noChangeAspect="1"/>
            </p:cNvGraphicFramePr>
            <p:nvPr/>
          </p:nvGraphicFramePr>
          <p:xfrm>
            <a:off x="7582507" y="4477823"/>
            <a:ext cx="195295" cy="266461"/>
          </p:xfrm>
          <a:graphic>
            <a:graphicData uri="http://schemas.openxmlformats.org/presentationml/2006/ole">
              <p:oleObj spid="_x0000_s26710" name="Equation" r:id="rId11" imgW="139639" imgH="190417" progId="Equation.DSMT4">
                <p:embed/>
              </p:oleObj>
            </a:graphicData>
          </a:graphic>
        </p:graphicFrame>
        <p:graphicFrame>
          <p:nvGraphicFramePr>
            <p:cNvPr id="26647" name="对象 4"/>
            <p:cNvGraphicFramePr>
              <a:graphicFrameLocks noChangeAspect="1"/>
            </p:cNvGraphicFramePr>
            <p:nvPr/>
          </p:nvGraphicFramePr>
          <p:xfrm>
            <a:off x="6888651" y="4205018"/>
            <a:ext cx="274685" cy="344179"/>
          </p:xfrm>
          <a:graphic>
            <a:graphicData uri="http://schemas.openxmlformats.org/presentationml/2006/ole">
              <p:oleObj spid="_x0000_s26711" name="Equation" r:id="rId12" imgW="152334" imgH="190417" progId="Equation.DSMT4">
                <p:embed/>
              </p:oleObj>
            </a:graphicData>
          </a:graphic>
        </p:graphicFrame>
        <p:graphicFrame>
          <p:nvGraphicFramePr>
            <p:cNvPr id="26648" name="对象 5"/>
            <p:cNvGraphicFramePr>
              <a:graphicFrameLocks noChangeAspect="1"/>
            </p:cNvGraphicFramePr>
            <p:nvPr/>
          </p:nvGraphicFramePr>
          <p:xfrm>
            <a:off x="7090298" y="5345406"/>
            <a:ext cx="217524" cy="302940"/>
          </p:xfrm>
          <a:graphic>
            <a:graphicData uri="http://schemas.openxmlformats.org/presentationml/2006/ole">
              <p:oleObj spid="_x0000_s26712" name="Equation" r:id="rId13" imgW="126725" imgH="177415" progId="Equation.DSMT4">
                <p:embed/>
              </p:oleObj>
            </a:graphicData>
          </a:graphic>
        </p:graphicFrame>
        <p:sp>
          <p:nvSpPr>
            <p:cNvPr id="99" name="椭圆 98"/>
            <p:cNvSpPr/>
            <p:nvPr/>
          </p:nvSpPr>
          <p:spPr>
            <a:xfrm>
              <a:off x="7804844" y="4948871"/>
              <a:ext cx="76216" cy="76076"/>
            </a:xfrm>
            <a:prstGeom prst="ellipse">
              <a:avLst/>
            </a:prstGeom>
            <a:solidFill>
              <a:srgbClr val="99FF6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800" b="0"/>
            </a:p>
          </p:txBody>
        </p:sp>
        <p:sp>
          <p:nvSpPr>
            <p:cNvPr id="26650" name="Line 40"/>
            <p:cNvSpPr>
              <a:spLocks noChangeShapeType="1"/>
            </p:cNvSpPr>
            <p:nvPr/>
          </p:nvSpPr>
          <p:spPr bwMode="auto">
            <a:xfrm flipH="1" flipV="1">
              <a:off x="7459756" y="4649045"/>
              <a:ext cx="361891" cy="343090"/>
            </a:xfrm>
            <a:prstGeom prst="line">
              <a:avLst/>
            </a:prstGeom>
            <a:noFill/>
            <a:ln w="28575">
              <a:solidFill>
                <a:srgbClr val="FF3300"/>
              </a:solidFill>
              <a:round/>
              <a:headEnd/>
              <a:tailEnd type="triangle" w="sm" len="lg"/>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26651" name="Line 47"/>
            <p:cNvSpPr>
              <a:spLocks noChangeShapeType="1"/>
            </p:cNvSpPr>
            <p:nvPr/>
          </p:nvSpPr>
          <p:spPr bwMode="auto">
            <a:xfrm flipH="1">
              <a:off x="7212146" y="4973075"/>
              <a:ext cx="590454" cy="304969"/>
            </a:xfrm>
            <a:prstGeom prst="line">
              <a:avLst/>
            </a:prstGeom>
            <a:noFill/>
            <a:ln w="28575">
              <a:solidFill>
                <a:srgbClr val="FF0000"/>
              </a:solidFill>
              <a:round/>
              <a:headEnd/>
              <a:tailEnd type="triangle" w="sm" len="lg"/>
            </a:ln>
            <a:extLst>
              <a:ext uri="{909E8E84-426E-40DD-AFC4-6F175D3DCCD1}">
                <a14:hiddenFill xmlns:a14="http://schemas.microsoft.com/office/drawing/2010/main" xmlns="">
                  <a:noFill/>
                </a14:hiddenFill>
              </a:ext>
            </a:extLst>
          </p:spPr>
          <p:txBody>
            <a:bodyPr wrap="none" anchor="ctr"/>
            <a:lstStyle/>
            <a:p>
              <a:endParaRPr lang="zh-CN" altLang="en-US"/>
            </a:p>
          </p:txBody>
        </p:sp>
      </p:grpSp>
      <p:graphicFrame>
        <p:nvGraphicFramePr>
          <p:cNvPr id="5" name="Object 50"/>
          <p:cNvGraphicFramePr>
            <a:graphicFrameLocks noChangeAspect="1"/>
          </p:cNvGraphicFramePr>
          <p:nvPr/>
        </p:nvGraphicFramePr>
        <p:xfrm>
          <a:off x="3079750" y="3789363"/>
          <a:ext cx="2511425" cy="295275"/>
        </p:xfrm>
        <a:graphic>
          <a:graphicData uri="http://schemas.openxmlformats.org/presentationml/2006/ole">
            <p:oleObj spid="_x0000_s26713" name="Equation" r:id="rId14" imgW="1397000" imgH="228600" progId="Equation.DSMT4">
              <p:embed/>
            </p:oleObj>
          </a:graphicData>
        </a:graphic>
      </p:graphicFrame>
      <p:sp>
        <p:nvSpPr>
          <p:cNvPr id="102" name="Text Box 4"/>
          <p:cNvSpPr txBox="1">
            <a:spLocks noChangeArrowheads="1"/>
          </p:cNvSpPr>
          <p:nvPr/>
        </p:nvSpPr>
        <p:spPr bwMode="auto">
          <a:xfrm>
            <a:off x="1720850" y="4156075"/>
            <a:ext cx="1338263"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FF"/>
                </a:solidFill>
                <a:latin typeface="华文中宋" pitchFamily="2" charset="-122"/>
                <a:ea typeface="华文中宋" pitchFamily="2" charset="-122"/>
              </a:rPr>
              <a:t>科里奥利力</a:t>
            </a:r>
          </a:p>
        </p:txBody>
      </p:sp>
      <p:graphicFrame>
        <p:nvGraphicFramePr>
          <p:cNvPr id="103" name="对象 80"/>
          <p:cNvGraphicFramePr>
            <a:graphicFrameLocks noChangeAspect="1"/>
          </p:cNvGraphicFramePr>
          <p:nvPr/>
        </p:nvGraphicFramePr>
        <p:xfrm>
          <a:off x="3379788" y="4176713"/>
          <a:ext cx="1627187" cy="339725"/>
        </p:xfrm>
        <a:graphic>
          <a:graphicData uri="http://schemas.openxmlformats.org/presentationml/2006/ole">
            <p:oleObj spid="_x0000_s26714" name="Equation" r:id="rId15" imgW="914400" imgH="2540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left)">
                                      <p:cBhvr>
                                        <p:cTn id="7" dur="500"/>
                                        <p:tgtEl>
                                          <p:spTgt spid="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79"/>
                                        </p:tgtEl>
                                        <p:attrNameLst>
                                          <p:attrName>style.visibility</p:attrName>
                                        </p:attrNameLst>
                                      </p:cBhvr>
                                      <p:to>
                                        <p:strVal val="visible"/>
                                      </p:to>
                                    </p:set>
                                    <p:animEffect transition="in" filter="wipe(left)">
                                      <p:cBhvr>
                                        <p:cTn id="18" dur="500"/>
                                        <p:tgtEl>
                                          <p:spTgt spid="7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80"/>
                                        </p:tgtEl>
                                        <p:attrNameLst>
                                          <p:attrName>style.visibility</p:attrName>
                                        </p:attrNameLst>
                                      </p:cBhvr>
                                      <p:to>
                                        <p:strVal val="visible"/>
                                      </p:to>
                                    </p:set>
                                    <p:animEffect transition="in" filter="wipe(left)">
                                      <p:cBhvr>
                                        <p:cTn id="23" dur="500"/>
                                        <p:tgtEl>
                                          <p:spTgt spid="8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82"/>
                                        </p:tgtEl>
                                        <p:attrNameLst>
                                          <p:attrName>style.visibility</p:attrName>
                                        </p:attrNameLst>
                                      </p:cBhvr>
                                      <p:to>
                                        <p:strVal val="visible"/>
                                      </p:to>
                                    </p:set>
                                    <p:animEffect transition="in" filter="wipe(left)">
                                      <p:cBhvr>
                                        <p:cTn id="28" dur="500"/>
                                        <p:tgtEl>
                                          <p:spTgt spid="8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83"/>
                                        </p:tgtEl>
                                        <p:attrNameLst>
                                          <p:attrName>style.visibility</p:attrName>
                                        </p:attrNameLst>
                                      </p:cBhvr>
                                      <p:to>
                                        <p:strVal val="visible"/>
                                      </p:to>
                                    </p:set>
                                    <p:animEffect transition="in" filter="wipe(left)">
                                      <p:cBhvr>
                                        <p:cTn id="33" dur="500"/>
                                        <p:tgtEl>
                                          <p:spTgt spid="8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84"/>
                                        </p:tgtEl>
                                        <p:attrNameLst>
                                          <p:attrName>style.visibility</p:attrName>
                                        </p:attrNameLst>
                                      </p:cBhvr>
                                      <p:to>
                                        <p:strVal val="visible"/>
                                      </p:to>
                                    </p:set>
                                    <p:animEffect transition="in" filter="wipe(left)">
                                      <p:cBhvr>
                                        <p:cTn id="38" dur="500"/>
                                        <p:tgtEl>
                                          <p:spTgt spid="8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wipe(left)">
                                      <p:cBhvr>
                                        <p:cTn id="43" dur="500"/>
                                        <p:tgtEl>
                                          <p:spTgt spid="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85"/>
                                        </p:tgtEl>
                                        <p:attrNameLst>
                                          <p:attrName>style.visibility</p:attrName>
                                        </p:attrNameLst>
                                      </p:cBhvr>
                                      <p:to>
                                        <p:strVal val="visible"/>
                                      </p:to>
                                    </p:set>
                                    <p:animEffect transition="in" filter="wipe(left)">
                                      <p:cBhvr>
                                        <p:cTn id="48" dur="500"/>
                                        <p:tgtEl>
                                          <p:spTgt spid="8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wipe(left)">
                                      <p:cBhvr>
                                        <p:cTn id="53" dur="500"/>
                                        <p:tgtEl>
                                          <p:spTgt spid="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53" presetClass="entr" presetSubtype="16" fill="hold" nodeType="clickEffect">
                                  <p:stCondLst>
                                    <p:cond delay="0"/>
                                  </p:stCondLst>
                                  <p:childTnLst>
                                    <p:set>
                                      <p:cBhvr>
                                        <p:cTn id="57" dur="1" fill="hold">
                                          <p:stCondLst>
                                            <p:cond delay="0"/>
                                          </p:stCondLst>
                                        </p:cTn>
                                        <p:tgtEl>
                                          <p:spTgt spid="8"/>
                                        </p:tgtEl>
                                        <p:attrNameLst>
                                          <p:attrName>style.visibility</p:attrName>
                                        </p:attrNameLst>
                                      </p:cBhvr>
                                      <p:to>
                                        <p:strVal val="visible"/>
                                      </p:to>
                                    </p:set>
                                    <p:anim calcmode="lin" valueType="num">
                                      <p:cBhvr>
                                        <p:cTn id="58" dur="500" fill="hold"/>
                                        <p:tgtEl>
                                          <p:spTgt spid="8"/>
                                        </p:tgtEl>
                                        <p:attrNameLst>
                                          <p:attrName>ppt_w</p:attrName>
                                        </p:attrNameLst>
                                      </p:cBhvr>
                                      <p:tavLst>
                                        <p:tav tm="0">
                                          <p:val>
                                            <p:fltVal val="0"/>
                                          </p:val>
                                        </p:tav>
                                        <p:tav tm="100000">
                                          <p:val>
                                            <p:strVal val="#ppt_w"/>
                                          </p:val>
                                        </p:tav>
                                      </p:tavLst>
                                    </p:anim>
                                    <p:anim calcmode="lin" valueType="num">
                                      <p:cBhvr>
                                        <p:cTn id="59" dur="500" fill="hold"/>
                                        <p:tgtEl>
                                          <p:spTgt spid="8"/>
                                        </p:tgtEl>
                                        <p:attrNameLst>
                                          <p:attrName>ppt_h</p:attrName>
                                        </p:attrNameLst>
                                      </p:cBhvr>
                                      <p:tavLst>
                                        <p:tav tm="0">
                                          <p:val>
                                            <p:fltVal val="0"/>
                                          </p:val>
                                        </p:tav>
                                        <p:tav tm="100000">
                                          <p:val>
                                            <p:strVal val="#ppt_h"/>
                                          </p:val>
                                        </p:tav>
                                      </p:tavLst>
                                    </p:anim>
                                    <p:animEffect transition="in" filter="fade">
                                      <p:cBhvr>
                                        <p:cTn id="60" dur="500"/>
                                        <p:tgtEl>
                                          <p:spTgt spid="8"/>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5"/>
                                        </p:tgtEl>
                                        <p:attrNameLst>
                                          <p:attrName>style.visibility</p:attrName>
                                        </p:attrNameLst>
                                      </p:cBhvr>
                                      <p:to>
                                        <p:strVal val="visible"/>
                                      </p:to>
                                    </p:set>
                                    <p:animEffect transition="in" filter="wipe(left)">
                                      <p:cBhvr>
                                        <p:cTn id="65" dur="500"/>
                                        <p:tgtEl>
                                          <p:spTgt spid="5"/>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02"/>
                                        </p:tgtEl>
                                        <p:attrNameLst>
                                          <p:attrName>style.visibility</p:attrName>
                                        </p:attrNameLst>
                                      </p:cBhvr>
                                      <p:to>
                                        <p:strVal val="visible"/>
                                      </p:to>
                                    </p:set>
                                    <p:animEffect transition="in" filter="wipe(left)">
                                      <p:cBhvr>
                                        <p:cTn id="70" dur="500"/>
                                        <p:tgtEl>
                                          <p:spTgt spid="102"/>
                                        </p:tgtEl>
                                      </p:cBhvr>
                                    </p:animEffect>
                                  </p:childTnLst>
                                </p:cTn>
                              </p:par>
                            </p:childTnLst>
                          </p:cTn>
                        </p:par>
                        <p:par>
                          <p:cTn id="71" fill="hold" nodeType="afterGroup">
                            <p:stCondLst>
                              <p:cond delay="500"/>
                            </p:stCondLst>
                            <p:childTnLst>
                              <p:par>
                                <p:cTn id="72" presetID="22" presetClass="entr" presetSubtype="8" fill="hold" nodeType="afterEffect">
                                  <p:stCondLst>
                                    <p:cond delay="0"/>
                                  </p:stCondLst>
                                  <p:childTnLst>
                                    <p:set>
                                      <p:cBhvr>
                                        <p:cTn id="73" dur="1" fill="hold">
                                          <p:stCondLst>
                                            <p:cond delay="0"/>
                                          </p:stCondLst>
                                        </p:cTn>
                                        <p:tgtEl>
                                          <p:spTgt spid="103"/>
                                        </p:tgtEl>
                                        <p:attrNameLst>
                                          <p:attrName>style.visibility</p:attrName>
                                        </p:attrNameLst>
                                      </p:cBhvr>
                                      <p:to>
                                        <p:strVal val="visible"/>
                                      </p:to>
                                    </p:set>
                                    <p:animEffect transition="in" filter="wipe(left)">
                                      <p:cBhvr>
                                        <p:cTn id="74"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79" grpId="0" autoUpdateAnimBg="0"/>
      <p:bldP spid="82" grpId="0"/>
      <p:bldP spid="10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57"/>
          <p:cNvSpPr>
            <a:spLocks noChangeArrowheads="1"/>
          </p:cNvSpPr>
          <p:nvPr/>
        </p:nvSpPr>
        <p:spPr bwMode="auto">
          <a:xfrm>
            <a:off x="860425" y="917575"/>
            <a:ext cx="7340600" cy="646113"/>
          </a:xfrm>
          <a:prstGeom prst="rect">
            <a:avLst/>
          </a:prstGeom>
          <a:noFill/>
          <a:ln>
            <a:noFill/>
          </a:ln>
          <a:extLst/>
        </p:spPr>
        <p:txBody>
          <a:bodyPr anchor="ctr">
            <a:spAutoFit/>
          </a:bodyPr>
          <a:lstStyle/>
          <a:p>
            <a:pPr algn="l">
              <a:defRPr/>
            </a:pPr>
            <a:r>
              <a:rPr kumimoji="1" lang="en-US" altLang="zh-CN" sz="1800" dirty="0">
                <a:latin typeface="+mn-lt"/>
                <a:ea typeface="华文中宋" pitchFamily="2" charset="-122"/>
              </a:rPr>
              <a:t>      </a:t>
            </a:r>
            <a:r>
              <a:rPr kumimoji="1" lang="zh-CN" altLang="en-US" sz="1800" dirty="0">
                <a:latin typeface="+mn-lt"/>
                <a:ea typeface="华文中宋" pitchFamily="2" charset="-122"/>
              </a:rPr>
              <a:t>可以证明，一般情况下，在匀速转动参考系</a:t>
            </a:r>
            <a:r>
              <a:rPr kumimoji="1" lang="en-GB" altLang="zh-CN" sz="1800" i="1" dirty="0">
                <a:latin typeface="+mn-lt"/>
                <a:ea typeface="华文中宋" pitchFamily="2" charset="-122"/>
              </a:rPr>
              <a:t>S</a:t>
            </a:r>
            <a:r>
              <a:rPr kumimoji="1" lang="en-GB" altLang="zh-CN" sz="1800" i="1" dirty="0">
                <a:latin typeface="+mn-lt"/>
                <a:ea typeface="华文中宋" pitchFamily="2" charset="-122"/>
                <a:sym typeface="Symbol" pitchFamily="18" charset="2"/>
              </a:rPr>
              <a:t> </a:t>
            </a:r>
            <a:r>
              <a:rPr kumimoji="1" lang="zh-CN" altLang="en-US" sz="1800" dirty="0">
                <a:latin typeface="+mn-lt"/>
                <a:ea typeface="华文中宋" pitchFamily="2" charset="-122"/>
              </a:rPr>
              <a:t>中，都要附加一个科里奥利力</a:t>
            </a:r>
          </a:p>
        </p:txBody>
      </p:sp>
      <p:sp>
        <p:nvSpPr>
          <p:cNvPr id="34" name="Text Box 53"/>
          <p:cNvSpPr txBox="1">
            <a:spLocks noChangeArrowheads="1"/>
          </p:cNvSpPr>
          <p:nvPr/>
        </p:nvSpPr>
        <p:spPr bwMode="auto">
          <a:xfrm>
            <a:off x="852488" y="1700213"/>
            <a:ext cx="2251075" cy="369887"/>
          </a:xfrm>
          <a:prstGeom prst="rect">
            <a:avLst/>
          </a:prstGeom>
          <a:noFill/>
          <a:ln w="9525">
            <a:noFill/>
            <a:miter lim="800000"/>
            <a:headEnd/>
            <a:tailEnd/>
          </a:ln>
        </p:spPr>
        <p:txBody>
          <a:bodyPr anchor="ctr">
            <a:spAutoFit/>
          </a:bodyPr>
          <a:lstStyle/>
          <a:p>
            <a:pPr algn="l">
              <a:spcBef>
                <a:spcPct val="50000"/>
              </a:spcBef>
              <a:defRPr/>
            </a:pPr>
            <a:r>
              <a:rPr kumimoji="1" lang="zh-CN" altLang="en-US" sz="1800" dirty="0">
                <a:solidFill>
                  <a:srgbClr val="0000FF"/>
                </a:solidFill>
                <a:latin typeface="+mn-lt"/>
                <a:ea typeface="华文中宋" pitchFamily="2" charset="-122"/>
              </a:rPr>
              <a:t>总惯性力：</a:t>
            </a:r>
          </a:p>
        </p:txBody>
      </p:sp>
      <p:graphicFrame>
        <p:nvGraphicFramePr>
          <p:cNvPr id="35" name="Object 54"/>
          <p:cNvGraphicFramePr>
            <a:graphicFrameLocks noChangeAspect="1"/>
          </p:cNvGraphicFramePr>
          <p:nvPr/>
        </p:nvGraphicFramePr>
        <p:xfrm>
          <a:off x="3006725" y="1708150"/>
          <a:ext cx="3203575" cy="430213"/>
        </p:xfrm>
        <a:graphic>
          <a:graphicData uri="http://schemas.openxmlformats.org/presentationml/2006/ole">
            <p:oleObj spid="_x0000_s27661" name="Equation" r:id="rId3" imgW="1409088" imgH="253890" progId="Equation.DSMT4">
              <p:embed/>
            </p:oleObj>
          </a:graphicData>
        </a:graphic>
      </p:graphicFrame>
      <p:sp>
        <p:nvSpPr>
          <p:cNvPr id="36" name="Text Box 55"/>
          <p:cNvSpPr txBox="1">
            <a:spLocks noChangeArrowheads="1"/>
          </p:cNvSpPr>
          <p:nvPr/>
        </p:nvSpPr>
        <p:spPr bwMode="auto">
          <a:xfrm>
            <a:off x="1273175" y="2206625"/>
            <a:ext cx="4365625" cy="369888"/>
          </a:xfrm>
          <a:prstGeom prst="rect">
            <a:avLst/>
          </a:prstGeom>
          <a:noFill/>
          <a:ln w="9525">
            <a:noFill/>
            <a:miter lim="800000"/>
            <a:headEnd/>
            <a:tailEnd/>
          </a:ln>
        </p:spPr>
        <p:txBody>
          <a:bodyPr anchor="ctr">
            <a:spAutoFit/>
          </a:bodyPr>
          <a:lstStyle/>
          <a:p>
            <a:pPr algn="l">
              <a:spcBef>
                <a:spcPct val="50000"/>
              </a:spcBef>
              <a:defRPr/>
            </a:pPr>
            <a:r>
              <a:rPr kumimoji="1" lang="en-US" altLang="zh-CN" sz="1800" i="1" dirty="0">
                <a:latin typeface="+mn-lt"/>
                <a:ea typeface="华文中宋" pitchFamily="2" charset="-122"/>
              </a:rPr>
              <a:t>S</a:t>
            </a:r>
            <a:r>
              <a:rPr kumimoji="1" lang="en-US" altLang="zh-CN" sz="1800" i="1" dirty="0">
                <a:latin typeface="+mn-lt"/>
                <a:ea typeface="华文中宋" pitchFamily="2" charset="-122"/>
                <a:sym typeface="Symbol" pitchFamily="18" charset="2"/>
              </a:rPr>
              <a:t> </a:t>
            </a:r>
            <a:r>
              <a:rPr kumimoji="1" lang="zh-CN" altLang="en-US" sz="1800" dirty="0">
                <a:latin typeface="+mn-lt"/>
                <a:ea typeface="华文中宋" pitchFamily="2" charset="-122"/>
              </a:rPr>
              <a:t>中牛顿第二定律为：</a:t>
            </a:r>
            <a:endParaRPr kumimoji="1" lang="zh-CN" altLang="en-US" sz="1800" dirty="0">
              <a:solidFill>
                <a:srgbClr val="000000"/>
              </a:solidFill>
              <a:latin typeface="+mn-lt"/>
              <a:ea typeface="华文中宋" pitchFamily="2" charset="-122"/>
            </a:endParaRPr>
          </a:p>
        </p:txBody>
      </p:sp>
      <p:graphicFrame>
        <p:nvGraphicFramePr>
          <p:cNvPr id="37" name="Object 56"/>
          <p:cNvGraphicFramePr>
            <a:graphicFrameLocks noChangeAspect="1"/>
          </p:cNvGraphicFramePr>
          <p:nvPr/>
        </p:nvGraphicFramePr>
        <p:xfrm>
          <a:off x="3076575" y="2713038"/>
          <a:ext cx="1944688" cy="431800"/>
        </p:xfrm>
        <a:graphic>
          <a:graphicData uri="http://schemas.openxmlformats.org/presentationml/2006/ole">
            <p:oleObj spid="_x0000_s27662" name="Equation" r:id="rId4" imgW="850531" imgH="253890" progId="Equation.DSMT4">
              <p:embed/>
            </p:oleObj>
          </a:graphicData>
        </a:graphic>
      </p:graphicFrame>
      <p:sp>
        <p:nvSpPr>
          <p:cNvPr id="38" name="Text Box 60"/>
          <p:cNvSpPr txBox="1">
            <a:spLocks noChangeArrowheads="1"/>
          </p:cNvSpPr>
          <p:nvPr/>
        </p:nvSpPr>
        <p:spPr bwMode="auto">
          <a:xfrm>
            <a:off x="895350" y="3282950"/>
            <a:ext cx="6985000" cy="368300"/>
          </a:xfrm>
          <a:prstGeom prst="rect">
            <a:avLst/>
          </a:prstGeom>
          <a:noFill/>
          <a:ln w="9525">
            <a:noFill/>
            <a:miter lim="800000"/>
            <a:headEnd/>
            <a:tailEnd/>
          </a:ln>
        </p:spPr>
        <p:txBody>
          <a:bodyPr anchor="ctr">
            <a:spAutoFit/>
          </a:bodyPr>
          <a:lstStyle/>
          <a:p>
            <a:pPr algn="l">
              <a:spcBef>
                <a:spcPct val="50000"/>
              </a:spcBef>
              <a:defRPr/>
            </a:pPr>
            <a:r>
              <a:rPr kumimoji="1" lang="en-US" altLang="zh-CN" sz="1800" dirty="0">
                <a:latin typeface="+mn-lt"/>
                <a:ea typeface="华文中宋" pitchFamily="2" charset="-122"/>
              </a:rPr>
              <a:t>       </a:t>
            </a:r>
            <a:r>
              <a:rPr kumimoji="1" lang="zh-CN" altLang="en-US" sz="1800" dirty="0">
                <a:latin typeface="+mn-lt"/>
                <a:ea typeface="华文中宋" pitchFamily="2" charset="-122"/>
              </a:rPr>
              <a:t>在转动的非惯性系 </a:t>
            </a:r>
            <a:r>
              <a:rPr kumimoji="1" lang="en-US" altLang="zh-CN" sz="1800" i="1" dirty="0">
                <a:latin typeface="+mn-lt"/>
                <a:ea typeface="华文中宋" pitchFamily="2" charset="-122"/>
              </a:rPr>
              <a:t>S</a:t>
            </a:r>
            <a:r>
              <a:rPr kumimoji="1" lang="en-US" altLang="zh-CN" sz="1800" baseline="30000" dirty="0">
                <a:latin typeface="+mn-lt"/>
                <a:ea typeface="华文中宋" pitchFamily="2" charset="-122"/>
              </a:rPr>
              <a:t>/</a:t>
            </a:r>
            <a:r>
              <a:rPr kumimoji="1" lang="zh-CN" altLang="en-US" sz="1800" dirty="0">
                <a:latin typeface="+mn-lt"/>
                <a:ea typeface="华文中宋" pitchFamily="2" charset="-122"/>
              </a:rPr>
              <a:t>中，牛顿第二定律形式上成立。</a:t>
            </a:r>
          </a:p>
        </p:txBody>
      </p:sp>
      <p:sp>
        <p:nvSpPr>
          <p:cNvPr id="25" name="Text Box 50"/>
          <p:cNvSpPr txBox="1">
            <a:spLocks noChangeArrowheads="1"/>
          </p:cNvSpPr>
          <p:nvPr/>
        </p:nvSpPr>
        <p:spPr bwMode="auto">
          <a:xfrm>
            <a:off x="847725" y="3797300"/>
            <a:ext cx="6910388" cy="646113"/>
          </a:xfrm>
          <a:prstGeom prst="rect">
            <a:avLst/>
          </a:prstGeom>
          <a:noFill/>
          <a:ln w="9525">
            <a:noFill/>
            <a:miter lim="800000"/>
            <a:headEnd/>
            <a:tailEnd/>
          </a:ln>
        </p:spPr>
        <p:txBody>
          <a:bodyPr>
            <a:spAutoFit/>
          </a:bodyPr>
          <a:lstStyle/>
          <a:p>
            <a:pPr algn="l">
              <a:defRPr/>
            </a:pPr>
            <a:r>
              <a:rPr lang="zh-CN" altLang="en-US" sz="1800" dirty="0">
                <a:solidFill>
                  <a:srgbClr val="0000FF"/>
                </a:solidFill>
                <a:latin typeface="+mn-lt"/>
                <a:ea typeface="华文中宋" pitchFamily="2" charset="-122"/>
              </a:rPr>
              <a:t>必须注意：</a:t>
            </a:r>
          </a:p>
          <a:p>
            <a:pPr algn="l">
              <a:defRPr/>
            </a:pPr>
            <a:r>
              <a:rPr lang="en-US" altLang="zh-CN" sz="1800" dirty="0">
                <a:latin typeface="+mn-lt"/>
                <a:ea typeface="华文中宋" pitchFamily="2" charset="-122"/>
              </a:rPr>
              <a:t>(1) </a:t>
            </a:r>
            <a:r>
              <a:rPr lang="zh-CN" altLang="en-US" sz="1800" dirty="0">
                <a:latin typeface="+mn-lt"/>
                <a:ea typeface="华文中宋" pitchFamily="2" charset="-122"/>
              </a:rPr>
              <a:t>在非惯性系中受力分析时，须加上惯性力的作用。</a:t>
            </a:r>
            <a:endParaRPr lang="en-US" altLang="zh-CN" sz="1800" dirty="0">
              <a:latin typeface="+mn-lt"/>
              <a:ea typeface="华文中宋"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500"/>
                                        <p:tgtEl>
                                          <p:spTgt spid="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left)">
                                      <p:cBhvr>
                                        <p:cTn id="12" dur="500"/>
                                        <p:tgtEl>
                                          <p:spTgt spid="3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wipe(left)">
                                      <p:cBhvr>
                                        <p:cTn id="17" dur="500"/>
                                        <p:tgtEl>
                                          <p:spTgt spid="3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left)">
                                      <p:cBhvr>
                                        <p:cTn id="22" dur="500"/>
                                        <p:tgtEl>
                                          <p:spTgt spid="3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left)">
                                      <p:cBhvr>
                                        <p:cTn id="27" dur="500"/>
                                        <p:tgtEl>
                                          <p:spTgt spid="3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wipe(left)">
                                      <p:cBhvr>
                                        <p:cTn id="32" dur="500"/>
                                        <p:tgtEl>
                                          <p:spTgt spid="3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5">
                                            <p:txEl>
                                              <p:pRg st="0" end="0"/>
                                            </p:txEl>
                                          </p:spTgt>
                                        </p:tgtEl>
                                        <p:attrNameLst>
                                          <p:attrName>style.visibility</p:attrName>
                                        </p:attrNameLst>
                                      </p:cBhvr>
                                      <p:to>
                                        <p:strVal val="visible"/>
                                      </p:to>
                                    </p:set>
                                    <p:animEffect transition="in" filter="wipe(left)">
                                      <p:cBhvr>
                                        <p:cTn id="37" dur="500"/>
                                        <p:tgtEl>
                                          <p:spTgt spid="25">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5">
                                            <p:txEl>
                                              <p:pRg st="1" end="1"/>
                                            </p:txEl>
                                          </p:spTgt>
                                        </p:tgtEl>
                                        <p:attrNameLst>
                                          <p:attrName>style.visibility</p:attrName>
                                        </p:attrNameLst>
                                      </p:cBhvr>
                                      <p:to>
                                        <p:strVal val="visible"/>
                                      </p:to>
                                    </p:set>
                                    <p:animEffect transition="in" filter="wipe(left)">
                                      <p:cBhvr>
                                        <p:cTn id="42" dur="500"/>
                                        <p:tgtEl>
                                          <p:spTgt spid="2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utoUpdateAnimBg="0"/>
      <p:bldP spid="34" grpId="0" autoUpdateAnimBg="0"/>
      <p:bldP spid="36" grpId="0" autoUpdateAnimBg="0"/>
      <p:bldP spid="38" grpId="0" autoUpdateAnimBg="0"/>
      <p:bldP spid="2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14" name="Text Box 50"/>
          <p:cNvSpPr txBox="1">
            <a:spLocks noChangeArrowheads="1"/>
          </p:cNvSpPr>
          <p:nvPr/>
        </p:nvSpPr>
        <p:spPr bwMode="auto">
          <a:xfrm>
            <a:off x="885825" y="1438275"/>
            <a:ext cx="7080250" cy="922338"/>
          </a:xfrm>
          <a:prstGeom prst="rect">
            <a:avLst/>
          </a:prstGeom>
          <a:noFill/>
          <a:ln w="9525">
            <a:noFill/>
            <a:miter lim="800000"/>
            <a:headEnd/>
            <a:tailEnd/>
          </a:ln>
        </p:spPr>
        <p:txBody>
          <a:bodyPr>
            <a:spAutoFit/>
          </a:bodyPr>
          <a:lstStyle/>
          <a:p>
            <a:pPr algn="l">
              <a:lnSpc>
                <a:spcPct val="150000"/>
              </a:lnSpc>
              <a:defRPr/>
            </a:pPr>
            <a:r>
              <a:rPr lang="en-US" altLang="zh-CN" sz="1800" dirty="0">
                <a:latin typeface="+mn-lt"/>
                <a:ea typeface="华文中宋" pitchFamily="2" charset="-122"/>
              </a:rPr>
              <a:t>(2) </a:t>
            </a:r>
            <a:r>
              <a:rPr lang="zh-CN" altLang="en-US" sz="1800" dirty="0">
                <a:latin typeface="+mn-lt"/>
                <a:ea typeface="华文中宋" pitchFamily="2" charset="-122"/>
              </a:rPr>
              <a:t>惯性力不是物体间的相互作用，故无施力物体，无反作用力</a:t>
            </a:r>
            <a:r>
              <a:rPr lang="en-US" altLang="zh-CN" sz="1800" dirty="0">
                <a:latin typeface="+mn-lt"/>
                <a:ea typeface="华文中宋" pitchFamily="2" charset="-122"/>
              </a:rPr>
              <a:t>，</a:t>
            </a:r>
            <a:r>
              <a:rPr kumimoji="1" lang="zh-CN" altLang="en-US" sz="1800" dirty="0">
                <a:latin typeface="+mn-lt"/>
                <a:ea typeface="华文中宋" pitchFamily="2" charset="-122"/>
              </a:rPr>
              <a:t>但有真实的效果</a:t>
            </a:r>
            <a:r>
              <a:rPr kumimoji="1" lang="en-US" altLang="zh-CN" sz="1800" dirty="0">
                <a:latin typeface="+mn-lt"/>
                <a:ea typeface="华文中宋" pitchFamily="2" charset="-122"/>
              </a:rPr>
              <a:t>.</a:t>
            </a:r>
            <a:endParaRPr lang="en-US" altLang="zh-CN" sz="1800" dirty="0">
              <a:latin typeface="+mn-lt"/>
              <a:ea typeface="华文中宋" pitchFamily="2" charset="-122"/>
            </a:endParaRPr>
          </a:p>
        </p:txBody>
      </p:sp>
      <p:sp>
        <p:nvSpPr>
          <p:cNvPr id="4" name="Text Box 50"/>
          <p:cNvSpPr txBox="1">
            <a:spLocks noChangeArrowheads="1"/>
          </p:cNvSpPr>
          <p:nvPr/>
        </p:nvSpPr>
        <p:spPr bwMode="auto">
          <a:xfrm>
            <a:off x="923925" y="2413000"/>
            <a:ext cx="7080250" cy="879475"/>
          </a:xfrm>
          <a:prstGeom prst="rect">
            <a:avLst/>
          </a:prstGeom>
          <a:noFill/>
          <a:ln w="9525">
            <a:noFill/>
            <a:miter lim="800000"/>
            <a:headEnd/>
            <a:tailEnd/>
          </a:ln>
        </p:spPr>
        <p:txBody>
          <a:bodyPr>
            <a:spAutoFit/>
          </a:bodyPr>
          <a:lstStyle/>
          <a:p>
            <a:pPr algn="l">
              <a:lnSpc>
                <a:spcPct val="150000"/>
              </a:lnSpc>
              <a:defRPr/>
            </a:pPr>
            <a:r>
              <a:rPr lang="en-US" altLang="zh-CN" sz="1800" dirty="0">
                <a:latin typeface="+mn-lt"/>
                <a:ea typeface="华文中宋" pitchFamily="2" charset="-122"/>
              </a:rPr>
              <a:t>(3) </a:t>
            </a:r>
            <a:r>
              <a:rPr lang="zh-CN" altLang="en-US" sz="1800" dirty="0">
                <a:latin typeface="+mn-lt"/>
                <a:ea typeface="华文中宋" pitchFamily="2" charset="-122"/>
              </a:rPr>
              <a:t>惯性力仅是参考系非惯性运动的表现，</a:t>
            </a:r>
            <a:r>
              <a:rPr kumimoji="1" lang="zh-CN" altLang="en-US" sz="1800" dirty="0">
                <a:latin typeface="+mn-lt"/>
                <a:ea typeface="华文中宋" pitchFamily="2" charset="-122"/>
              </a:rPr>
              <a:t>本质上是物体惯性的体现</a:t>
            </a:r>
            <a:r>
              <a:rPr kumimoji="1" lang="en-US" altLang="zh-CN" sz="1800" dirty="0">
                <a:latin typeface="+mn-lt"/>
                <a:ea typeface="华文中宋" pitchFamily="2" charset="-122"/>
              </a:rPr>
              <a:t>,  </a:t>
            </a:r>
            <a:r>
              <a:rPr lang="zh-CN" altLang="en-US" sz="1800" dirty="0">
                <a:latin typeface="+mn-lt"/>
                <a:ea typeface="华文中宋" pitchFamily="2" charset="-122"/>
              </a:rPr>
              <a:t>其具体形式与非惯性运动的形式有关</a:t>
            </a:r>
            <a:r>
              <a:rPr lang="en-US" altLang="zh-CN" sz="1800" dirty="0">
                <a:latin typeface="+mn-lt"/>
                <a:ea typeface="华文中宋"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914">
                                            <p:txEl>
                                              <p:pRg st="0" end="0"/>
                                            </p:txEl>
                                          </p:spTgt>
                                        </p:tgtEl>
                                        <p:attrNameLst>
                                          <p:attrName>style.visibility</p:attrName>
                                        </p:attrNameLst>
                                      </p:cBhvr>
                                      <p:to>
                                        <p:strVal val="visible"/>
                                      </p:to>
                                    </p:set>
                                    <p:animEffect transition="in" filter="wipe(left)">
                                      <p:cBhvr>
                                        <p:cTn id="7" dur="500"/>
                                        <p:tgtEl>
                                          <p:spTgt spid="3691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14" grpId="0" build="p"/>
      <p:bldP spid="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6"/>
          <p:cNvGrpSpPr>
            <a:grpSpLocks/>
          </p:cNvGrpSpPr>
          <p:nvPr/>
        </p:nvGrpSpPr>
        <p:grpSpPr bwMode="auto">
          <a:xfrm>
            <a:off x="623888" y="893763"/>
            <a:ext cx="7653337" cy="646112"/>
            <a:chOff x="605263" y="420803"/>
            <a:chExt cx="7652617" cy="862376"/>
          </a:xfrm>
        </p:grpSpPr>
        <p:sp>
          <p:nvSpPr>
            <p:cNvPr id="106500" name="Text Box 4"/>
            <p:cNvSpPr txBox="1">
              <a:spLocks noChangeArrowheads="1"/>
            </p:cNvSpPr>
            <p:nvPr/>
          </p:nvSpPr>
          <p:spPr bwMode="auto">
            <a:xfrm>
              <a:off x="605263" y="420803"/>
              <a:ext cx="7652617" cy="862376"/>
            </a:xfrm>
            <a:prstGeom prst="rect">
              <a:avLst/>
            </a:prstGeom>
            <a:noFill/>
            <a:ln w="9525">
              <a:noFill/>
              <a:miter lim="800000"/>
              <a:headEnd/>
              <a:tailEnd/>
            </a:ln>
          </p:spPr>
          <p:txBody>
            <a:bodyPr>
              <a:spAutoFit/>
            </a:bodyPr>
            <a:lstStyle/>
            <a:p>
              <a:pPr algn="l">
                <a:defRPr/>
              </a:pPr>
              <a:r>
                <a:rPr kumimoji="1" lang="zh-CN" altLang="en-US" sz="1800" dirty="0">
                  <a:solidFill>
                    <a:srgbClr val="0000FF"/>
                  </a:solidFill>
                  <a:latin typeface="+mn-lt"/>
                  <a:ea typeface="华文中宋" pitchFamily="2" charset="-122"/>
                </a:rPr>
                <a:t>例</a:t>
              </a:r>
              <a:r>
                <a:rPr kumimoji="1" lang="en-US" altLang="zh-CN" sz="1800" dirty="0">
                  <a:solidFill>
                    <a:srgbClr val="0000FF"/>
                  </a:solidFill>
                  <a:latin typeface="+mn-lt"/>
                  <a:ea typeface="华文中宋" pitchFamily="2" charset="-122"/>
                </a:rPr>
                <a:t>: </a:t>
              </a:r>
              <a:r>
                <a:rPr lang="zh-CN" altLang="en-US" sz="1800" dirty="0">
                  <a:solidFill>
                    <a:srgbClr val="0000FF"/>
                  </a:solidFill>
                  <a:latin typeface="+mn-lt"/>
                  <a:ea typeface="华文中宋" pitchFamily="2" charset="-122"/>
                </a:rPr>
                <a:t>升降机内有一倾角为</a:t>
              </a:r>
              <a:r>
                <a:rPr lang="zh-CN" altLang="en-US" sz="1800" i="1" dirty="0">
                  <a:solidFill>
                    <a:srgbClr val="0000FF"/>
                  </a:solidFill>
                  <a:latin typeface="+mn-lt"/>
                  <a:ea typeface="华文中宋" pitchFamily="2" charset="-122"/>
                  <a:sym typeface="Symbol" pitchFamily="18" charset="2"/>
                </a:rPr>
                <a:t></a:t>
              </a:r>
              <a:r>
                <a:rPr lang="zh-CN" altLang="en-US" sz="1800" dirty="0">
                  <a:solidFill>
                    <a:srgbClr val="0000FF"/>
                  </a:solidFill>
                  <a:latin typeface="+mn-lt"/>
                  <a:ea typeface="华文中宋" pitchFamily="2" charset="-122"/>
                </a:rPr>
                <a:t> 的固定光滑斜面，当升降机以匀加速度     上升时，质量为</a:t>
              </a:r>
              <a:r>
                <a:rPr lang="en-US" altLang="zh-CN" sz="1800" i="1" dirty="0">
                  <a:solidFill>
                    <a:srgbClr val="0000FF"/>
                  </a:solidFill>
                  <a:latin typeface="+mn-lt"/>
                  <a:ea typeface="华文中宋" pitchFamily="2" charset="-122"/>
                </a:rPr>
                <a:t>m</a:t>
              </a:r>
              <a:r>
                <a:rPr lang="zh-CN" altLang="en-US" sz="1800" dirty="0">
                  <a:solidFill>
                    <a:srgbClr val="0000FF"/>
                  </a:solidFill>
                  <a:latin typeface="+mn-lt"/>
                  <a:ea typeface="华文中宋" pitchFamily="2" charset="-122"/>
                </a:rPr>
                <a:t>的物体沿斜面滑下，试以升降机为参考系，求</a:t>
              </a:r>
              <a:r>
                <a:rPr lang="en-US" altLang="zh-CN" sz="1800" i="1" dirty="0">
                  <a:solidFill>
                    <a:srgbClr val="0000FF"/>
                  </a:solidFill>
                  <a:latin typeface="+mn-lt"/>
                  <a:ea typeface="华文中宋" pitchFamily="2" charset="-122"/>
                </a:rPr>
                <a:t>m</a:t>
              </a:r>
              <a:r>
                <a:rPr lang="zh-CN" altLang="en-US" sz="1800" dirty="0">
                  <a:solidFill>
                    <a:srgbClr val="0000FF"/>
                  </a:solidFill>
                  <a:latin typeface="+mn-lt"/>
                  <a:ea typeface="华文中宋" pitchFamily="2" charset="-122"/>
                </a:rPr>
                <a:t>对地面的加速度    。 </a:t>
              </a:r>
            </a:p>
          </p:txBody>
        </p:sp>
        <p:graphicFrame>
          <p:nvGraphicFramePr>
            <p:cNvPr id="29741" name="Object 5"/>
            <p:cNvGraphicFramePr>
              <a:graphicFrameLocks noChangeAspect="1"/>
            </p:cNvGraphicFramePr>
            <p:nvPr/>
          </p:nvGraphicFramePr>
          <p:xfrm>
            <a:off x="7145048" y="435372"/>
            <a:ext cx="357153" cy="495272"/>
          </p:xfrm>
          <a:graphic>
            <a:graphicData uri="http://schemas.openxmlformats.org/presentationml/2006/ole">
              <p:oleObj spid="_x0000_s29769" name="Equation" r:id="rId3" imgW="165028" imgH="228501" progId="Equation.DSMT4">
                <p:embed/>
              </p:oleObj>
            </a:graphicData>
          </a:graphic>
        </p:graphicFrame>
        <p:graphicFrame>
          <p:nvGraphicFramePr>
            <p:cNvPr id="29742" name="Object 6"/>
            <p:cNvGraphicFramePr>
              <a:graphicFrameLocks noChangeAspect="1"/>
            </p:cNvGraphicFramePr>
            <p:nvPr/>
          </p:nvGraphicFramePr>
          <p:xfrm>
            <a:off x="7921883" y="806150"/>
            <a:ext cx="303183" cy="412726"/>
          </p:xfrm>
          <a:graphic>
            <a:graphicData uri="http://schemas.openxmlformats.org/presentationml/2006/ole">
              <p:oleObj spid="_x0000_s29770" name="Equation" r:id="rId4" imgW="139639" imgH="190417" progId="Equation.DSMT4">
                <p:embed/>
              </p:oleObj>
            </a:graphicData>
          </a:graphic>
        </p:graphicFrame>
      </p:grpSp>
      <p:grpSp>
        <p:nvGrpSpPr>
          <p:cNvPr id="3" name="组合 61"/>
          <p:cNvGrpSpPr>
            <a:grpSpLocks/>
          </p:cNvGrpSpPr>
          <p:nvPr/>
        </p:nvGrpSpPr>
        <p:grpSpPr bwMode="auto">
          <a:xfrm>
            <a:off x="6292850" y="1392238"/>
            <a:ext cx="1531938" cy="1655762"/>
            <a:chOff x="6208742" y="1846536"/>
            <a:chExt cx="1530661" cy="2207493"/>
          </a:xfrm>
        </p:grpSpPr>
        <p:sp>
          <p:nvSpPr>
            <p:cNvPr id="9" name="Rectangle 10"/>
            <p:cNvSpPr>
              <a:spLocks noChangeArrowheads="1"/>
            </p:cNvSpPr>
            <p:nvPr/>
          </p:nvSpPr>
          <p:spPr bwMode="auto">
            <a:xfrm rot="12804605">
              <a:off x="6748042" y="3071980"/>
              <a:ext cx="242686" cy="182018"/>
            </a:xfrm>
            <a:prstGeom prst="rect">
              <a:avLst/>
            </a:prstGeom>
            <a:solidFill>
              <a:schemeClr val="accent6">
                <a:lumMod val="20000"/>
                <a:lumOff val="80000"/>
              </a:schemeClr>
            </a:solidFill>
            <a:ln w="19050">
              <a:solidFill>
                <a:srgbClr val="00B0F0"/>
              </a:solidFill>
              <a:miter lim="800000"/>
              <a:headEnd/>
              <a:tailEnd/>
            </a:ln>
          </p:spPr>
          <p:txBody>
            <a:bodyPr wrap="none" anchor="ctr"/>
            <a:lstStyle/>
            <a:p>
              <a:pPr>
                <a:defRPr/>
              </a:pPr>
              <a:endParaRPr lang="zh-CN" altLang="en-US" sz="1800" b="0">
                <a:latin typeface="+mn-lt"/>
                <a:ea typeface="华文中宋" pitchFamily="2" charset="-122"/>
              </a:endParaRPr>
            </a:p>
          </p:txBody>
        </p:sp>
        <p:sp>
          <p:nvSpPr>
            <p:cNvPr id="106505" name="Rectangle 13"/>
            <p:cNvSpPr>
              <a:spLocks noChangeArrowheads="1"/>
            </p:cNvSpPr>
            <p:nvPr/>
          </p:nvSpPr>
          <p:spPr bwMode="auto">
            <a:xfrm>
              <a:off x="6208742" y="2346026"/>
              <a:ext cx="1527489" cy="1536568"/>
            </a:xfrm>
            <a:prstGeom prst="rect">
              <a:avLst/>
            </a:prstGeom>
            <a:noFill/>
            <a:ln w="12700">
              <a:solidFill>
                <a:schemeClr val="tx1"/>
              </a:solidFill>
              <a:miter lim="800000"/>
              <a:headEnd/>
              <a:tailEnd/>
            </a:ln>
          </p:spPr>
          <p:txBody>
            <a:bodyPr wrap="none" anchor="ctr"/>
            <a:lstStyle/>
            <a:p>
              <a:pPr>
                <a:defRPr/>
              </a:pPr>
              <a:endParaRPr lang="zh-CN" altLang="en-US" sz="1800" b="0">
                <a:latin typeface="+mn-lt"/>
                <a:ea typeface="华文中宋" pitchFamily="2" charset="-122"/>
              </a:endParaRPr>
            </a:p>
          </p:txBody>
        </p:sp>
        <p:sp>
          <p:nvSpPr>
            <p:cNvPr id="106506" name="Rectangle 15"/>
            <p:cNvSpPr>
              <a:spLocks noChangeArrowheads="1"/>
            </p:cNvSpPr>
            <p:nvPr/>
          </p:nvSpPr>
          <p:spPr bwMode="auto">
            <a:xfrm>
              <a:off x="7265136" y="3603218"/>
              <a:ext cx="291857" cy="450811"/>
            </a:xfrm>
            <a:prstGeom prst="rect">
              <a:avLst/>
            </a:prstGeom>
            <a:noFill/>
            <a:ln w="9525">
              <a:noFill/>
              <a:miter lim="800000"/>
              <a:headEnd/>
              <a:tailEnd/>
            </a:ln>
          </p:spPr>
          <p:txBody>
            <a:bodyPr wrap="none">
              <a:spAutoFit/>
            </a:bodyPr>
            <a:lstStyle/>
            <a:p>
              <a:pPr algn="l">
                <a:defRPr/>
              </a:pPr>
              <a:r>
                <a:rPr lang="en-US" altLang="zh-CN" sz="1600" b="0" i="1">
                  <a:latin typeface="+mn-lt"/>
                  <a:ea typeface="华文中宋" pitchFamily="2" charset="-122"/>
                  <a:sym typeface="Symbol" pitchFamily="18" charset="2"/>
                </a:rPr>
                <a:t></a:t>
              </a:r>
            </a:p>
          </p:txBody>
        </p:sp>
        <p:sp>
          <p:nvSpPr>
            <p:cNvPr id="106507" name="Line 16"/>
            <p:cNvSpPr>
              <a:spLocks noChangeShapeType="1"/>
            </p:cNvSpPr>
            <p:nvPr/>
          </p:nvSpPr>
          <p:spPr bwMode="auto">
            <a:xfrm flipV="1">
              <a:off x="6976452" y="1890982"/>
              <a:ext cx="0" cy="448695"/>
            </a:xfrm>
            <a:prstGeom prst="line">
              <a:avLst/>
            </a:prstGeom>
            <a:noFill/>
            <a:ln w="9525">
              <a:solidFill>
                <a:schemeClr val="tx1"/>
              </a:solidFill>
              <a:round/>
              <a:headEnd/>
              <a:tailEnd type="triangle" w="med" len="med"/>
            </a:ln>
          </p:spPr>
          <p:txBody>
            <a:bodyPr/>
            <a:lstStyle/>
            <a:p>
              <a:pPr>
                <a:defRPr/>
              </a:pPr>
              <a:endParaRPr lang="zh-CN" altLang="en-US">
                <a:latin typeface="+mn-lt"/>
                <a:ea typeface="华文中宋" pitchFamily="2" charset="-122"/>
              </a:endParaRPr>
            </a:p>
          </p:txBody>
        </p:sp>
        <p:sp>
          <p:nvSpPr>
            <p:cNvPr id="106508" name="Freeform 20"/>
            <p:cNvSpPr>
              <a:spLocks/>
            </p:cNvSpPr>
            <p:nvPr/>
          </p:nvSpPr>
          <p:spPr bwMode="auto">
            <a:xfrm>
              <a:off x="7510994" y="3730207"/>
              <a:ext cx="44413" cy="137571"/>
            </a:xfrm>
            <a:custGeom>
              <a:avLst/>
              <a:gdLst>
                <a:gd name="T0" fmla="*/ 2147483647 w 28"/>
                <a:gd name="T1" fmla="*/ 0 h 86"/>
                <a:gd name="T2" fmla="*/ 0 w 28"/>
                <a:gd name="T3" fmla="*/ 2147483647 h 86"/>
                <a:gd name="T4" fmla="*/ 0 60000 65536"/>
                <a:gd name="T5" fmla="*/ 0 60000 65536"/>
                <a:gd name="T6" fmla="*/ 0 w 28"/>
                <a:gd name="T7" fmla="*/ 0 h 86"/>
                <a:gd name="T8" fmla="*/ 28 w 28"/>
                <a:gd name="T9" fmla="*/ 86 h 86"/>
              </a:gdLst>
              <a:ahLst/>
              <a:cxnLst>
                <a:cxn ang="T4">
                  <a:pos x="T0" y="T1"/>
                </a:cxn>
                <a:cxn ang="T5">
                  <a:pos x="T2" y="T3"/>
                </a:cxn>
              </a:cxnLst>
              <a:rect l="T6" t="T7" r="T8" b="T9"/>
              <a:pathLst>
                <a:path w="28" h="86">
                  <a:moveTo>
                    <a:pt x="28" y="0"/>
                  </a:moveTo>
                  <a:cubicBezTo>
                    <a:pt x="28" y="0"/>
                    <a:pt x="14" y="43"/>
                    <a:pt x="0" y="86"/>
                  </a:cubicBezTo>
                </a:path>
              </a:pathLst>
            </a:custGeom>
            <a:noFill/>
            <a:ln w="9525">
              <a:solidFill>
                <a:srgbClr val="FF00FF"/>
              </a:solidFill>
              <a:round/>
              <a:headEnd/>
              <a:tailEnd/>
            </a:ln>
          </p:spPr>
          <p:txBody>
            <a:bodyPr/>
            <a:lstStyle/>
            <a:p>
              <a:pPr>
                <a:defRPr/>
              </a:pPr>
              <a:endParaRPr lang="zh-CN" altLang="en-US">
                <a:latin typeface="+mn-lt"/>
                <a:ea typeface="华文中宋" pitchFamily="2" charset="-122"/>
              </a:endParaRPr>
            </a:p>
          </p:txBody>
        </p:sp>
        <p:graphicFrame>
          <p:nvGraphicFramePr>
            <p:cNvPr id="29738" name="Object 22"/>
            <p:cNvGraphicFramePr>
              <a:graphicFrameLocks noChangeAspect="1"/>
            </p:cNvGraphicFramePr>
            <p:nvPr/>
          </p:nvGraphicFramePr>
          <p:xfrm>
            <a:off x="7035141" y="1846536"/>
            <a:ext cx="279167" cy="387405"/>
          </p:xfrm>
          <a:graphic>
            <a:graphicData uri="http://schemas.openxmlformats.org/presentationml/2006/ole">
              <p:oleObj spid="_x0000_s29771" name="Equation" r:id="rId5" imgW="165028" imgH="228501" progId="Equation.DSMT4">
                <p:embed/>
              </p:oleObj>
            </a:graphicData>
          </a:graphic>
        </p:graphicFrame>
        <p:cxnSp>
          <p:nvCxnSpPr>
            <p:cNvPr id="15" name="直接连接符 14"/>
            <p:cNvCxnSpPr/>
            <p:nvPr/>
          </p:nvCxnSpPr>
          <p:spPr>
            <a:xfrm>
              <a:off x="6208742" y="2885729"/>
              <a:ext cx="1530661" cy="96935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grpSp>
      <p:sp>
        <p:nvSpPr>
          <p:cNvPr id="16" name="Rectangle 57"/>
          <p:cNvSpPr>
            <a:spLocks noChangeArrowheads="1"/>
          </p:cNvSpPr>
          <p:nvPr/>
        </p:nvSpPr>
        <p:spPr bwMode="auto">
          <a:xfrm>
            <a:off x="874713" y="1617663"/>
            <a:ext cx="3819525" cy="369887"/>
          </a:xfrm>
          <a:prstGeom prst="rect">
            <a:avLst/>
          </a:prstGeom>
          <a:noFill/>
          <a:ln w="9525">
            <a:noFill/>
            <a:miter lim="800000"/>
            <a:headEnd/>
            <a:tailEnd/>
          </a:ln>
        </p:spPr>
        <p:txBody>
          <a:bodyPr>
            <a:spAutoFit/>
          </a:bodyPr>
          <a:lstStyle/>
          <a:p>
            <a:pPr algn="l">
              <a:defRPr/>
            </a:pPr>
            <a:r>
              <a:rPr lang="zh-CN" altLang="en-US" sz="1800" dirty="0">
                <a:solidFill>
                  <a:srgbClr val="FF0000"/>
                </a:solidFill>
                <a:latin typeface="+mn-lt"/>
                <a:ea typeface="华文中宋" pitchFamily="2" charset="-122"/>
              </a:rPr>
              <a:t>解：</a:t>
            </a:r>
            <a:r>
              <a:rPr lang="zh-CN" altLang="en-US" sz="1800" dirty="0">
                <a:latin typeface="+mn-lt"/>
                <a:ea typeface="华文中宋" pitchFamily="2" charset="-122"/>
              </a:rPr>
              <a:t>非惯性系 </a:t>
            </a:r>
            <a:r>
              <a:rPr lang="en-US" altLang="zh-CN" sz="1800" i="1" dirty="0">
                <a:latin typeface="+mn-lt"/>
                <a:ea typeface="华文中宋" pitchFamily="2" charset="-122"/>
              </a:rPr>
              <a:t>x</a:t>
            </a:r>
            <a:r>
              <a:rPr lang="en-US" altLang="zh-CN" sz="1800" baseline="30000" dirty="0">
                <a:latin typeface="+mn-lt"/>
                <a:ea typeface="华文中宋" pitchFamily="2" charset="-122"/>
              </a:rPr>
              <a:t>/</a:t>
            </a:r>
            <a:r>
              <a:rPr lang="en-US" altLang="zh-CN" sz="1800" i="1" dirty="0">
                <a:latin typeface="+mn-lt"/>
                <a:ea typeface="华文中宋" pitchFamily="2" charset="-122"/>
              </a:rPr>
              <a:t>o</a:t>
            </a:r>
            <a:r>
              <a:rPr lang="en-US" altLang="zh-CN" sz="1800" baseline="30000" dirty="0">
                <a:latin typeface="+mn-lt"/>
                <a:ea typeface="华文中宋" pitchFamily="2" charset="-122"/>
              </a:rPr>
              <a:t>/</a:t>
            </a:r>
            <a:r>
              <a:rPr lang="en-US" altLang="zh-CN" sz="1800" i="1" dirty="0">
                <a:latin typeface="+mn-lt"/>
                <a:ea typeface="华文中宋" pitchFamily="2" charset="-122"/>
              </a:rPr>
              <a:t>y</a:t>
            </a:r>
            <a:r>
              <a:rPr lang="en-US" altLang="zh-CN" sz="1800" baseline="30000" dirty="0">
                <a:latin typeface="+mn-lt"/>
                <a:ea typeface="华文中宋" pitchFamily="2" charset="-122"/>
              </a:rPr>
              <a:t>/</a:t>
            </a:r>
            <a:r>
              <a:rPr lang="zh-CN" altLang="en-US" sz="1800" dirty="0">
                <a:latin typeface="+mn-lt"/>
                <a:ea typeface="华文中宋" pitchFamily="2" charset="-122"/>
              </a:rPr>
              <a:t>中</a:t>
            </a:r>
          </a:p>
        </p:txBody>
      </p:sp>
      <p:grpSp>
        <p:nvGrpSpPr>
          <p:cNvPr id="4" name="组合 93"/>
          <p:cNvGrpSpPr>
            <a:grpSpLocks/>
          </p:cNvGrpSpPr>
          <p:nvPr/>
        </p:nvGrpSpPr>
        <p:grpSpPr bwMode="auto">
          <a:xfrm>
            <a:off x="5969000" y="1454150"/>
            <a:ext cx="2419350" cy="1779588"/>
            <a:chOff x="5638341" y="1975715"/>
            <a:chExt cx="2420304" cy="2371776"/>
          </a:xfrm>
        </p:grpSpPr>
        <p:sp>
          <p:nvSpPr>
            <p:cNvPr id="106513" name="Text Box 44"/>
            <p:cNvSpPr txBox="1">
              <a:spLocks noChangeArrowheads="1"/>
            </p:cNvSpPr>
            <p:nvPr/>
          </p:nvSpPr>
          <p:spPr bwMode="auto">
            <a:xfrm>
              <a:off x="7720375" y="3759308"/>
              <a:ext cx="338270" cy="450658"/>
            </a:xfrm>
            <a:prstGeom prst="rect">
              <a:avLst/>
            </a:prstGeom>
            <a:noFill/>
            <a:ln w="9525">
              <a:noFill/>
              <a:miter lim="800000"/>
              <a:headEnd/>
              <a:tailEnd/>
            </a:ln>
          </p:spPr>
          <p:txBody>
            <a:bodyPr wrap="none">
              <a:spAutoFit/>
            </a:bodyPr>
            <a:lstStyle/>
            <a:p>
              <a:pPr algn="l">
                <a:defRPr/>
              </a:pPr>
              <a:r>
                <a:rPr lang="en-US" altLang="zh-CN" sz="1600" i="1">
                  <a:latin typeface="+mn-lt"/>
                  <a:ea typeface="华文中宋" pitchFamily="2" charset="-122"/>
                </a:rPr>
                <a:t>x</a:t>
              </a:r>
              <a:r>
                <a:rPr lang="en-US" altLang="zh-CN" sz="1600" baseline="30000">
                  <a:latin typeface="+mn-lt"/>
                  <a:ea typeface="华文中宋" pitchFamily="2" charset="-122"/>
                </a:rPr>
                <a:t>/</a:t>
              </a:r>
              <a:endParaRPr lang="en-US" altLang="zh-CN" sz="1600">
                <a:latin typeface="+mn-lt"/>
                <a:ea typeface="华文中宋" pitchFamily="2" charset="-122"/>
              </a:endParaRPr>
            </a:p>
          </p:txBody>
        </p:sp>
        <p:sp>
          <p:nvSpPr>
            <p:cNvPr id="106514" name="Text Box 45"/>
            <p:cNvSpPr txBox="1">
              <a:spLocks noChangeArrowheads="1"/>
            </p:cNvSpPr>
            <p:nvPr/>
          </p:nvSpPr>
          <p:spPr bwMode="auto">
            <a:xfrm>
              <a:off x="5917851" y="1975715"/>
              <a:ext cx="339859" cy="450659"/>
            </a:xfrm>
            <a:prstGeom prst="rect">
              <a:avLst/>
            </a:prstGeom>
            <a:noFill/>
            <a:ln w="9525">
              <a:noFill/>
              <a:miter lim="800000"/>
              <a:headEnd/>
              <a:tailEnd/>
            </a:ln>
          </p:spPr>
          <p:txBody>
            <a:bodyPr wrap="none">
              <a:spAutoFit/>
            </a:bodyPr>
            <a:lstStyle/>
            <a:p>
              <a:pPr algn="l">
                <a:defRPr/>
              </a:pPr>
              <a:r>
                <a:rPr lang="en-US" altLang="zh-CN" sz="1600" i="1">
                  <a:latin typeface="+mn-lt"/>
                  <a:ea typeface="华文中宋" pitchFamily="2" charset="-122"/>
                </a:rPr>
                <a:t>y</a:t>
              </a:r>
              <a:r>
                <a:rPr lang="en-US" altLang="zh-CN" sz="1600" baseline="30000">
                  <a:latin typeface="+mn-lt"/>
                  <a:ea typeface="华文中宋" pitchFamily="2" charset="-122"/>
                </a:rPr>
                <a:t>/</a:t>
              </a:r>
              <a:endParaRPr lang="en-US" altLang="zh-CN" sz="1600">
                <a:latin typeface="+mn-lt"/>
                <a:ea typeface="华文中宋" pitchFamily="2" charset="-122"/>
              </a:endParaRPr>
            </a:p>
          </p:txBody>
        </p:sp>
        <p:sp>
          <p:nvSpPr>
            <p:cNvPr id="106515" name="Text Box 51"/>
            <p:cNvSpPr txBox="1">
              <a:spLocks noChangeArrowheads="1"/>
            </p:cNvSpPr>
            <p:nvPr/>
          </p:nvSpPr>
          <p:spPr bwMode="auto">
            <a:xfrm>
              <a:off x="5638341" y="3896832"/>
              <a:ext cx="381150" cy="450659"/>
            </a:xfrm>
            <a:prstGeom prst="rect">
              <a:avLst/>
            </a:prstGeom>
            <a:noFill/>
            <a:ln w="9525">
              <a:noFill/>
              <a:miter lim="800000"/>
              <a:headEnd/>
              <a:tailEnd/>
            </a:ln>
          </p:spPr>
          <p:txBody>
            <a:bodyPr wrap="none">
              <a:spAutoFit/>
            </a:bodyPr>
            <a:lstStyle/>
            <a:p>
              <a:pPr algn="l">
                <a:defRPr/>
              </a:pPr>
              <a:r>
                <a:rPr lang="en-US" altLang="zh-CN" sz="1600" i="1">
                  <a:latin typeface="+mn-lt"/>
                  <a:ea typeface="华文中宋" pitchFamily="2" charset="-122"/>
                </a:rPr>
                <a:t>O</a:t>
              </a:r>
              <a:r>
                <a:rPr lang="en-US" altLang="zh-CN" sz="1600" baseline="30000">
                  <a:latin typeface="+mn-lt"/>
                  <a:ea typeface="华文中宋" pitchFamily="2" charset="-122"/>
                </a:rPr>
                <a:t>/</a:t>
              </a:r>
              <a:endParaRPr lang="en-US" altLang="zh-CN" sz="1600">
                <a:latin typeface="+mn-lt"/>
                <a:ea typeface="华文中宋" pitchFamily="2" charset="-122"/>
              </a:endParaRPr>
            </a:p>
          </p:txBody>
        </p:sp>
        <p:cxnSp>
          <p:nvCxnSpPr>
            <p:cNvPr id="25" name="直接箭头连接符 24"/>
            <p:cNvCxnSpPr/>
            <p:nvPr/>
          </p:nvCxnSpPr>
          <p:spPr>
            <a:xfrm flipV="1">
              <a:off x="5928969" y="2094198"/>
              <a:ext cx="0" cy="1874570"/>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5938497" y="3968768"/>
              <a:ext cx="1858107" cy="0"/>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grpSp>
      <p:grpSp>
        <p:nvGrpSpPr>
          <p:cNvPr id="5" name="Group 94"/>
          <p:cNvGrpSpPr>
            <a:grpSpLocks/>
          </p:cNvGrpSpPr>
          <p:nvPr/>
        </p:nvGrpSpPr>
        <p:grpSpPr bwMode="auto">
          <a:xfrm>
            <a:off x="1114425" y="2049463"/>
            <a:ext cx="2478088" cy="369887"/>
            <a:chOff x="669" y="3209"/>
            <a:chExt cx="1583" cy="300"/>
          </a:xfrm>
        </p:grpSpPr>
        <p:sp>
          <p:nvSpPr>
            <p:cNvPr id="106519" name="Rectangle 95"/>
            <p:cNvSpPr>
              <a:spLocks noChangeArrowheads="1"/>
            </p:cNvSpPr>
            <p:nvPr/>
          </p:nvSpPr>
          <p:spPr bwMode="auto">
            <a:xfrm>
              <a:off x="669" y="3209"/>
              <a:ext cx="1417" cy="300"/>
            </a:xfrm>
            <a:prstGeom prst="rect">
              <a:avLst/>
            </a:prstGeom>
            <a:noFill/>
            <a:ln w="9525">
              <a:noFill/>
              <a:miter lim="800000"/>
              <a:headEnd/>
              <a:tailEnd/>
            </a:ln>
          </p:spPr>
          <p:txBody>
            <a:bodyPr wrap="none">
              <a:spAutoFit/>
            </a:bodyPr>
            <a:lstStyle/>
            <a:p>
              <a:pPr algn="l">
                <a:defRPr/>
              </a:pPr>
              <a:r>
                <a:rPr lang="zh-CN" altLang="en-US" sz="1800" dirty="0">
                  <a:latin typeface="+mn-lt"/>
                  <a:ea typeface="华文中宋" pitchFamily="2" charset="-122"/>
                </a:rPr>
                <a:t>设</a:t>
              </a:r>
              <a:r>
                <a:rPr lang="en-US" altLang="zh-CN" sz="1800" i="1" dirty="0">
                  <a:latin typeface="+mn-lt"/>
                  <a:ea typeface="华文中宋" pitchFamily="2" charset="-122"/>
                </a:rPr>
                <a:t>m</a:t>
              </a:r>
              <a:r>
                <a:rPr lang="zh-CN" altLang="en-US" sz="1800" dirty="0">
                  <a:latin typeface="+mn-lt"/>
                  <a:ea typeface="华文中宋" pitchFamily="2" charset="-122"/>
                </a:rPr>
                <a:t>沿斜面加速度为</a:t>
              </a:r>
            </a:p>
          </p:txBody>
        </p:sp>
        <p:graphicFrame>
          <p:nvGraphicFramePr>
            <p:cNvPr id="29727" name="Object 96"/>
            <p:cNvGraphicFramePr>
              <a:graphicFrameLocks noChangeAspect="1"/>
            </p:cNvGraphicFramePr>
            <p:nvPr/>
          </p:nvGraphicFramePr>
          <p:xfrm>
            <a:off x="2050" y="3239"/>
            <a:ext cx="202" cy="226"/>
          </p:xfrm>
          <a:graphic>
            <a:graphicData uri="http://schemas.openxmlformats.org/presentationml/2006/ole">
              <p:oleObj spid="_x0000_s29772" name="Equation" r:id="rId6" imgW="164814" imgH="177492" progId="Equation.DSMT4">
                <p:embed/>
              </p:oleObj>
            </a:graphicData>
          </a:graphic>
        </p:graphicFrame>
      </p:grpSp>
      <p:grpSp>
        <p:nvGrpSpPr>
          <p:cNvPr id="6" name="组合 97"/>
          <p:cNvGrpSpPr>
            <a:grpSpLocks/>
          </p:cNvGrpSpPr>
          <p:nvPr/>
        </p:nvGrpSpPr>
        <p:grpSpPr bwMode="auto">
          <a:xfrm>
            <a:off x="7070725" y="2319338"/>
            <a:ext cx="500063" cy="274637"/>
            <a:chOff x="7315201" y="4930335"/>
            <a:chExt cx="501060" cy="367528"/>
          </a:xfrm>
        </p:grpSpPr>
        <p:sp>
          <p:nvSpPr>
            <p:cNvPr id="106522" name="Line 39"/>
            <p:cNvSpPr>
              <a:spLocks noChangeShapeType="1"/>
            </p:cNvSpPr>
            <p:nvPr/>
          </p:nvSpPr>
          <p:spPr bwMode="auto">
            <a:xfrm>
              <a:off x="7315201" y="5072672"/>
              <a:ext cx="348356" cy="225191"/>
            </a:xfrm>
            <a:prstGeom prst="line">
              <a:avLst/>
            </a:prstGeom>
            <a:noFill/>
            <a:ln w="9525">
              <a:solidFill>
                <a:srgbClr val="0070C0"/>
              </a:solidFill>
              <a:prstDash val="sysDash"/>
              <a:round/>
              <a:headEnd/>
              <a:tailEnd type="triangle" w="med" len="med"/>
            </a:ln>
          </p:spPr>
          <p:txBody>
            <a:bodyPr/>
            <a:lstStyle/>
            <a:p>
              <a:pPr>
                <a:defRPr/>
              </a:pPr>
              <a:endParaRPr lang="zh-CN" altLang="en-US">
                <a:latin typeface="+mn-lt"/>
                <a:ea typeface="华文中宋" pitchFamily="2" charset="-122"/>
              </a:endParaRPr>
            </a:p>
          </p:txBody>
        </p:sp>
        <p:graphicFrame>
          <p:nvGraphicFramePr>
            <p:cNvPr id="29725" name="Object 41"/>
            <p:cNvGraphicFramePr>
              <a:graphicFrameLocks noChangeAspect="1"/>
            </p:cNvGraphicFramePr>
            <p:nvPr/>
          </p:nvGraphicFramePr>
          <p:xfrm>
            <a:off x="7568117" y="4930335"/>
            <a:ext cx="248144" cy="289567"/>
          </p:xfrm>
          <a:graphic>
            <a:graphicData uri="http://schemas.openxmlformats.org/presentationml/2006/ole">
              <p:oleObj spid="_x0000_s29773" name="Equation" r:id="rId7" imgW="164957" imgH="190335" progId="Equation.DSMT4">
                <p:embed/>
              </p:oleObj>
            </a:graphicData>
          </a:graphic>
        </p:graphicFrame>
      </p:grpSp>
      <p:grpSp>
        <p:nvGrpSpPr>
          <p:cNvPr id="7" name="Group 88"/>
          <p:cNvGrpSpPr>
            <a:grpSpLocks/>
          </p:cNvGrpSpPr>
          <p:nvPr/>
        </p:nvGrpSpPr>
        <p:grpSpPr bwMode="auto">
          <a:xfrm>
            <a:off x="1258888" y="2463800"/>
            <a:ext cx="2697162" cy="387350"/>
            <a:chOff x="-324" y="1891"/>
            <a:chExt cx="1699" cy="326"/>
          </a:xfrm>
        </p:grpSpPr>
        <p:graphicFrame>
          <p:nvGraphicFramePr>
            <p:cNvPr id="29722" name="Object 89"/>
            <p:cNvGraphicFramePr>
              <a:graphicFrameLocks noChangeAspect="1"/>
            </p:cNvGraphicFramePr>
            <p:nvPr/>
          </p:nvGraphicFramePr>
          <p:xfrm>
            <a:off x="674" y="1891"/>
            <a:ext cx="701" cy="287"/>
          </p:xfrm>
          <a:graphic>
            <a:graphicData uri="http://schemas.openxmlformats.org/presentationml/2006/ole">
              <p:oleObj spid="_x0000_s29774" name="Equation" r:id="rId8" imgW="596900" imgH="241300" progId="Equation.DSMT4">
                <p:embed/>
              </p:oleObj>
            </a:graphicData>
          </a:graphic>
        </p:graphicFrame>
        <p:sp>
          <p:nvSpPr>
            <p:cNvPr id="106526" name="Rectangle 90"/>
            <p:cNvSpPr>
              <a:spLocks noChangeArrowheads="1"/>
            </p:cNvSpPr>
            <p:nvPr/>
          </p:nvSpPr>
          <p:spPr bwMode="auto">
            <a:xfrm>
              <a:off x="-324" y="1907"/>
              <a:ext cx="1417" cy="310"/>
            </a:xfrm>
            <a:prstGeom prst="rect">
              <a:avLst/>
            </a:prstGeom>
            <a:noFill/>
            <a:ln w="9525">
              <a:noFill/>
              <a:miter lim="800000"/>
              <a:headEnd/>
              <a:tailEnd/>
            </a:ln>
          </p:spPr>
          <p:txBody>
            <a:bodyPr>
              <a:spAutoFit/>
            </a:bodyPr>
            <a:lstStyle/>
            <a:p>
              <a:pPr algn="l">
                <a:defRPr/>
              </a:pPr>
              <a:r>
                <a:rPr lang="en-US" altLang="zh-CN" sz="1800" i="1" dirty="0">
                  <a:latin typeface="+mn-lt"/>
                  <a:ea typeface="华文中宋" pitchFamily="2" charset="-122"/>
                </a:rPr>
                <a:t>m</a:t>
              </a:r>
              <a:r>
                <a:rPr lang="zh-CN" altLang="en-US" sz="1800" dirty="0">
                  <a:latin typeface="+mn-lt"/>
                  <a:ea typeface="华文中宋" pitchFamily="2" charset="-122"/>
                </a:rPr>
                <a:t>受真实力：</a:t>
              </a:r>
            </a:p>
          </p:txBody>
        </p:sp>
      </p:grpSp>
      <p:grpSp>
        <p:nvGrpSpPr>
          <p:cNvPr id="8" name="组合 71"/>
          <p:cNvGrpSpPr>
            <a:grpSpLocks/>
          </p:cNvGrpSpPr>
          <p:nvPr/>
        </p:nvGrpSpPr>
        <p:grpSpPr bwMode="auto">
          <a:xfrm>
            <a:off x="6827838" y="1970088"/>
            <a:ext cx="647700" cy="928687"/>
            <a:chOff x="6733652" y="2551619"/>
            <a:chExt cx="647994" cy="1237040"/>
          </a:xfrm>
        </p:grpSpPr>
        <p:sp>
          <p:nvSpPr>
            <p:cNvPr id="106528" name="Line 38"/>
            <p:cNvSpPr>
              <a:spLocks noChangeShapeType="1"/>
            </p:cNvSpPr>
            <p:nvPr/>
          </p:nvSpPr>
          <p:spPr bwMode="auto">
            <a:xfrm flipV="1">
              <a:off x="6870239" y="2667921"/>
              <a:ext cx="246174" cy="410232"/>
            </a:xfrm>
            <a:prstGeom prst="line">
              <a:avLst/>
            </a:prstGeom>
            <a:noFill/>
            <a:ln w="28575">
              <a:solidFill>
                <a:srgbClr val="0000FF"/>
              </a:solidFill>
              <a:round/>
              <a:headEnd/>
              <a:tailEnd type="triangle" w="med" len="med"/>
            </a:ln>
          </p:spPr>
          <p:txBody>
            <a:bodyPr/>
            <a:lstStyle/>
            <a:p>
              <a:pPr>
                <a:defRPr/>
              </a:pPr>
              <a:endParaRPr lang="zh-CN" altLang="en-US">
                <a:latin typeface="+mn-lt"/>
                <a:ea typeface="华文中宋" pitchFamily="2" charset="-122"/>
              </a:endParaRPr>
            </a:p>
          </p:txBody>
        </p:sp>
        <p:sp>
          <p:nvSpPr>
            <p:cNvPr id="106529" name="Line 40"/>
            <p:cNvSpPr>
              <a:spLocks noChangeShapeType="1"/>
            </p:cNvSpPr>
            <p:nvPr/>
          </p:nvSpPr>
          <p:spPr bwMode="auto">
            <a:xfrm>
              <a:off x="6870239" y="3067581"/>
              <a:ext cx="0" cy="505389"/>
            </a:xfrm>
            <a:prstGeom prst="line">
              <a:avLst/>
            </a:prstGeom>
            <a:noFill/>
            <a:ln w="28575">
              <a:solidFill>
                <a:srgbClr val="FF00FF"/>
              </a:solidFill>
              <a:round/>
              <a:headEnd/>
              <a:tailEnd type="triangle" w="med" len="med"/>
            </a:ln>
          </p:spPr>
          <p:txBody>
            <a:bodyPr/>
            <a:lstStyle/>
            <a:p>
              <a:pPr>
                <a:defRPr/>
              </a:pPr>
              <a:endParaRPr lang="zh-CN" altLang="en-US">
                <a:latin typeface="+mn-lt"/>
                <a:ea typeface="华文中宋" pitchFamily="2" charset="-122"/>
              </a:endParaRPr>
            </a:p>
          </p:txBody>
        </p:sp>
        <p:graphicFrame>
          <p:nvGraphicFramePr>
            <p:cNvPr id="29720" name="Object 74"/>
            <p:cNvGraphicFramePr>
              <a:graphicFrameLocks noChangeAspect="1"/>
            </p:cNvGraphicFramePr>
            <p:nvPr/>
          </p:nvGraphicFramePr>
          <p:xfrm>
            <a:off x="7105421" y="2551619"/>
            <a:ext cx="276225" cy="293688"/>
          </p:xfrm>
          <a:graphic>
            <a:graphicData uri="http://schemas.openxmlformats.org/presentationml/2006/ole">
              <p:oleObj spid="_x0000_s29775" name="Equation" r:id="rId9" imgW="190417" imgH="203112" progId="Equation.DSMT4">
                <p:embed/>
              </p:oleObj>
            </a:graphicData>
          </a:graphic>
        </p:graphicFrame>
        <p:graphicFrame>
          <p:nvGraphicFramePr>
            <p:cNvPr id="29721" name="Object 75"/>
            <p:cNvGraphicFramePr>
              <a:graphicFrameLocks noChangeAspect="1"/>
            </p:cNvGraphicFramePr>
            <p:nvPr/>
          </p:nvGraphicFramePr>
          <p:xfrm>
            <a:off x="6733652" y="3502822"/>
            <a:ext cx="336703" cy="285837"/>
          </p:xfrm>
          <a:graphic>
            <a:graphicData uri="http://schemas.openxmlformats.org/presentationml/2006/ole">
              <p:oleObj spid="_x0000_s29776" name="Equation" r:id="rId10" imgW="253780" imgH="215713" progId="Equation.DSMT4">
                <p:embed/>
              </p:oleObj>
            </a:graphicData>
          </a:graphic>
        </p:graphicFrame>
      </p:grpSp>
      <p:grpSp>
        <p:nvGrpSpPr>
          <p:cNvPr id="10" name="组合 77"/>
          <p:cNvGrpSpPr>
            <a:grpSpLocks/>
          </p:cNvGrpSpPr>
          <p:nvPr/>
        </p:nvGrpSpPr>
        <p:grpSpPr bwMode="auto">
          <a:xfrm>
            <a:off x="1706563" y="2867025"/>
            <a:ext cx="1792287" cy="369888"/>
            <a:chOff x="1715187" y="3039797"/>
            <a:chExt cx="1792254" cy="493570"/>
          </a:xfrm>
        </p:grpSpPr>
        <p:sp>
          <p:nvSpPr>
            <p:cNvPr id="106533" name="Rectangle 91"/>
            <p:cNvSpPr>
              <a:spLocks noChangeArrowheads="1"/>
            </p:cNvSpPr>
            <p:nvPr/>
          </p:nvSpPr>
          <p:spPr bwMode="auto">
            <a:xfrm>
              <a:off x="1715187" y="3039797"/>
              <a:ext cx="1709706" cy="493570"/>
            </a:xfrm>
            <a:prstGeom prst="rect">
              <a:avLst/>
            </a:prstGeom>
            <a:noFill/>
            <a:ln w="9525">
              <a:noFill/>
              <a:miter lim="800000"/>
              <a:headEnd/>
              <a:tailEnd/>
            </a:ln>
          </p:spPr>
          <p:txBody>
            <a:bodyPr>
              <a:spAutoFit/>
            </a:bodyPr>
            <a:lstStyle/>
            <a:p>
              <a:pPr algn="l">
                <a:defRPr/>
              </a:pPr>
              <a:r>
                <a:rPr lang="zh-CN" altLang="en-US" sz="1800" dirty="0">
                  <a:latin typeface="+mn-lt"/>
                  <a:ea typeface="华文中宋" pitchFamily="2" charset="-122"/>
                </a:rPr>
                <a:t>惯性力：</a:t>
              </a:r>
            </a:p>
          </p:txBody>
        </p:sp>
        <p:graphicFrame>
          <p:nvGraphicFramePr>
            <p:cNvPr id="29717" name="Object 92"/>
            <p:cNvGraphicFramePr>
              <a:graphicFrameLocks noChangeAspect="1"/>
            </p:cNvGraphicFramePr>
            <p:nvPr/>
          </p:nvGraphicFramePr>
          <p:xfrm>
            <a:off x="2780389" y="3072100"/>
            <a:ext cx="727052" cy="438977"/>
          </p:xfrm>
          <a:graphic>
            <a:graphicData uri="http://schemas.openxmlformats.org/presentationml/2006/ole">
              <p:oleObj spid="_x0000_s29777" name="Equation" r:id="rId11" imgW="381000" imgH="228600" progId="Equation.DSMT4">
                <p:embed/>
              </p:oleObj>
            </a:graphicData>
          </a:graphic>
        </p:graphicFrame>
      </p:grpSp>
      <p:grpSp>
        <p:nvGrpSpPr>
          <p:cNvPr id="11" name="组合 83"/>
          <p:cNvGrpSpPr>
            <a:grpSpLocks/>
          </p:cNvGrpSpPr>
          <p:nvPr/>
        </p:nvGrpSpPr>
        <p:grpSpPr bwMode="auto">
          <a:xfrm>
            <a:off x="6403975" y="2365375"/>
            <a:ext cx="528638" cy="387350"/>
            <a:chOff x="6337689" y="3057819"/>
            <a:chExt cx="528821" cy="518329"/>
          </a:xfrm>
        </p:grpSpPr>
        <p:graphicFrame>
          <p:nvGraphicFramePr>
            <p:cNvPr id="29714" name="Object 43"/>
            <p:cNvGraphicFramePr>
              <a:graphicFrameLocks noChangeAspect="1"/>
            </p:cNvGraphicFramePr>
            <p:nvPr/>
          </p:nvGraphicFramePr>
          <p:xfrm>
            <a:off x="6337689" y="3289954"/>
            <a:ext cx="449419" cy="286194"/>
          </p:xfrm>
          <a:graphic>
            <a:graphicData uri="http://schemas.openxmlformats.org/presentationml/2006/ole">
              <p:oleObj spid="_x0000_s29778" name="Equation" r:id="rId12" imgW="381000" imgH="228600" progId="Equation.DSMT4">
                <p:embed/>
              </p:oleObj>
            </a:graphicData>
          </a:graphic>
        </p:graphicFrame>
        <p:sp>
          <p:nvSpPr>
            <p:cNvPr id="106537" name="Line 42"/>
            <p:cNvSpPr>
              <a:spLocks noChangeShapeType="1"/>
            </p:cNvSpPr>
            <p:nvPr/>
          </p:nvSpPr>
          <p:spPr bwMode="auto">
            <a:xfrm>
              <a:off x="6866510" y="3057819"/>
              <a:ext cx="0" cy="359007"/>
            </a:xfrm>
            <a:prstGeom prst="line">
              <a:avLst/>
            </a:prstGeom>
            <a:noFill/>
            <a:ln w="28575">
              <a:solidFill>
                <a:srgbClr val="0000FF"/>
              </a:solidFill>
              <a:round/>
              <a:headEnd/>
              <a:tailEnd type="triangle" w="med" len="med"/>
            </a:ln>
          </p:spPr>
          <p:txBody>
            <a:bodyPr/>
            <a:lstStyle/>
            <a:p>
              <a:pPr>
                <a:defRPr/>
              </a:pPr>
              <a:endParaRPr lang="zh-CN" altLang="en-US">
                <a:latin typeface="+mn-lt"/>
                <a:ea typeface="华文中宋" pitchFamily="2" charset="-122"/>
              </a:endParaRPr>
            </a:p>
          </p:txBody>
        </p:sp>
      </p:grpSp>
      <p:sp>
        <p:nvSpPr>
          <p:cNvPr id="71" name="Rectangle 66"/>
          <p:cNvSpPr>
            <a:spLocks noChangeArrowheads="1"/>
          </p:cNvSpPr>
          <p:nvPr/>
        </p:nvSpPr>
        <p:spPr bwMode="auto">
          <a:xfrm>
            <a:off x="1157288" y="3327400"/>
            <a:ext cx="2160587" cy="369888"/>
          </a:xfrm>
          <a:prstGeom prst="rect">
            <a:avLst/>
          </a:prstGeom>
          <a:noFill/>
          <a:ln w="9525">
            <a:noFill/>
            <a:miter lim="800000"/>
            <a:headEnd/>
            <a:tailEnd/>
          </a:ln>
        </p:spPr>
        <p:txBody>
          <a:bodyPr>
            <a:spAutoFit/>
          </a:bodyPr>
          <a:lstStyle/>
          <a:p>
            <a:pPr algn="l">
              <a:defRPr/>
            </a:pPr>
            <a:r>
              <a:rPr lang="en-US" altLang="zh-CN" sz="1800" i="1" dirty="0">
                <a:latin typeface="+mn-lt"/>
                <a:ea typeface="华文中宋" pitchFamily="2" charset="-122"/>
              </a:rPr>
              <a:t>x</a:t>
            </a:r>
            <a:r>
              <a:rPr lang="en-US" altLang="zh-CN" sz="1800" dirty="0">
                <a:latin typeface="+mn-lt"/>
                <a:ea typeface="华文中宋" pitchFamily="2" charset="-122"/>
              </a:rPr>
              <a:t>′</a:t>
            </a:r>
            <a:r>
              <a:rPr lang="zh-CN" altLang="en-US" sz="1800" dirty="0">
                <a:latin typeface="+mn-lt"/>
                <a:ea typeface="华文中宋" pitchFamily="2" charset="-122"/>
              </a:rPr>
              <a:t>：</a:t>
            </a:r>
          </a:p>
        </p:txBody>
      </p:sp>
      <p:graphicFrame>
        <p:nvGraphicFramePr>
          <p:cNvPr id="72" name="Object 67"/>
          <p:cNvGraphicFramePr>
            <a:graphicFrameLocks noChangeAspect="1"/>
          </p:cNvGraphicFramePr>
          <p:nvPr/>
        </p:nvGraphicFramePr>
        <p:xfrm>
          <a:off x="3130550" y="3390900"/>
          <a:ext cx="2366963" cy="260350"/>
        </p:xfrm>
        <a:graphic>
          <a:graphicData uri="http://schemas.openxmlformats.org/presentationml/2006/ole">
            <p:oleObj spid="_x0000_s29779" name="Equation" r:id="rId13" imgW="1231366" imgH="177723" progId="Equation.DSMT4">
              <p:embed/>
            </p:oleObj>
          </a:graphicData>
        </a:graphic>
      </p:graphicFrame>
      <p:sp>
        <p:nvSpPr>
          <p:cNvPr id="73" name="Rectangle 68"/>
          <p:cNvSpPr>
            <a:spLocks noChangeArrowheads="1"/>
          </p:cNvSpPr>
          <p:nvPr/>
        </p:nvSpPr>
        <p:spPr bwMode="auto">
          <a:xfrm>
            <a:off x="1185863" y="3781425"/>
            <a:ext cx="1085850" cy="369888"/>
          </a:xfrm>
          <a:prstGeom prst="rect">
            <a:avLst/>
          </a:prstGeom>
          <a:noFill/>
          <a:ln w="9525">
            <a:noFill/>
            <a:miter lim="800000"/>
            <a:headEnd/>
            <a:tailEnd/>
          </a:ln>
        </p:spPr>
        <p:txBody>
          <a:bodyPr>
            <a:spAutoFit/>
          </a:bodyPr>
          <a:lstStyle/>
          <a:p>
            <a:pPr algn="l">
              <a:defRPr/>
            </a:pPr>
            <a:r>
              <a:rPr lang="en-US" altLang="zh-CN" sz="1800" i="1" dirty="0">
                <a:latin typeface="+mn-lt"/>
                <a:ea typeface="华文中宋" pitchFamily="2" charset="-122"/>
              </a:rPr>
              <a:t>y</a:t>
            </a:r>
            <a:r>
              <a:rPr lang="en-US" altLang="zh-CN" sz="1800" dirty="0">
                <a:latin typeface="+mn-lt"/>
                <a:ea typeface="华文中宋" pitchFamily="2" charset="-122"/>
              </a:rPr>
              <a:t>′</a:t>
            </a:r>
            <a:r>
              <a:rPr lang="zh-CN" altLang="en-US" sz="1800" dirty="0">
                <a:latin typeface="+mn-lt"/>
                <a:ea typeface="华文中宋" pitchFamily="2" charset="-122"/>
              </a:rPr>
              <a:t>：</a:t>
            </a:r>
          </a:p>
        </p:txBody>
      </p:sp>
      <p:graphicFrame>
        <p:nvGraphicFramePr>
          <p:cNvPr id="74" name="Object 69"/>
          <p:cNvGraphicFramePr>
            <a:graphicFrameLocks noChangeAspect="1"/>
          </p:cNvGraphicFramePr>
          <p:nvPr/>
        </p:nvGraphicFramePr>
        <p:xfrm>
          <a:off x="2043113" y="3868738"/>
          <a:ext cx="3608387" cy="323850"/>
        </p:xfrm>
        <a:graphic>
          <a:graphicData uri="http://schemas.openxmlformats.org/presentationml/2006/ole">
            <p:oleObj spid="_x0000_s29780" name="Equation" r:id="rId14" imgW="2070100" imgH="228600" progId="Equation.DSMT4">
              <p:embed/>
            </p:oleObj>
          </a:graphicData>
        </a:graphic>
      </p:graphicFrame>
      <p:sp>
        <p:nvSpPr>
          <p:cNvPr id="75" name="Rectangle 70"/>
          <p:cNvSpPr>
            <a:spLocks noChangeArrowheads="1"/>
          </p:cNvSpPr>
          <p:nvPr/>
        </p:nvSpPr>
        <p:spPr bwMode="auto">
          <a:xfrm>
            <a:off x="2216150" y="4156075"/>
            <a:ext cx="627063" cy="523875"/>
          </a:xfrm>
          <a:prstGeom prst="rect">
            <a:avLst/>
          </a:prstGeom>
          <a:noFill/>
          <a:ln w="9525">
            <a:noFill/>
            <a:miter lim="800000"/>
            <a:headEnd/>
            <a:tailEnd/>
          </a:ln>
        </p:spPr>
        <p:txBody>
          <a:bodyPr wrap="none">
            <a:spAutoFit/>
          </a:bodyPr>
          <a:lstStyle/>
          <a:p>
            <a:pPr algn="l">
              <a:defRPr/>
            </a:pPr>
            <a:r>
              <a:rPr lang="en-US" altLang="zh-CN" sz="2800">
                <a:latin typeface="+mn-lt"/>
                <a:ea typeface="华文中宋" pitchFamily="2" charset="-122"/>
              </a:rPr>
              <a:t>∴ </a:t>
            </a:r>
          </a:p>
        </p:txBody>
      </p:sp>
      <p:graphicFrame>
        <p:nvGraphicFramePr>
          <p:cNvPr id="76" name="Object 71"/>
          <p:cNvGraphicFramePr>
            <a:graphicFrameLocks noChangeAspect="1"/>
          </p:cNvGraphicFramePr>
          <p:nvPr/>
        </p:nvGraphicFramePr>
        <p:xfrm>
          <a:off x="2986088" y="4240213"/>
          <a:ext cx="2193925" cy="347662"/>
        </p:xfrm>
        <a:graphic>
          <a:graphicData uri="http://schemas.openxmlformats.org/presentationml/2006/ole">
            <p:oleObj spid="_x0000_s29781" name="公式" r:id="rId15" imgW="1117600" imgH="2286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500"/>
                                        <p:tgtEl>
                                          <p:spTgt spid="1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ntr" presetSubtype="16"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500" fill="hold"/>
                                        <p:tgtEl>
                                          <p:spTgt spid="4"/>
                                        </p:tgtEl>
                                        <p:attrNameLst>
                                          <p:attrName>ppt_w</p:attrName>
                                        </p:attrNameLst>
                                      </p:cBhvr>
                                      <p:tavLst>
                                        <p:tav tm="0">
                                          <p:val>
                                            <p:fltVal val="0"/>
                                          </p:val>
                                        </p:tav>
                                        <p:tav tm="100000">
                                          <p:val>
                                            <p:strVal val="#ppt_w"/>
                                          </p:val>
                                        </p:tav>
                                      </p:tavLst>
                                    </p:anim>
                                    <p:anim calcmode="lin" valueType="num">
                                      <p:cBhvr>
                                        <p:cTn id="25" dur="500" fill="hold"/>
                                        <p:tgtEl>
                                          <p:spTgt spid="4"/>
                                        </p:tgtEl>
                                        <p:attrNameLst>
                                          <p:attrName>ppt_h</p:attrName>
                                        </p:attrNameLst>
                                      </p:cBhvr>
                                      <p:tavLst>
                                        <p:tav tm="0">
                                          <p:val>
                                            <p:fltVal val="0"/>
                                          </p:val>
                                        </p:tav>
                                        <p:tav tm="100000">
                                          <p:val>
                                            <p:strVal val="#ppt_h"/>
                                          </p:val>
                                        </p:tav>
                                      </p:tavLst>
                                    </p:anim>
                                    <p:animEffect transition="in" filter="fade">
                                      <p:cBhvr>
                                        <p:cTn id="26" dur="500"/>
                                        <p:tgtEl>
                                          <p:spTgt spid="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left)">
                                      <p:cBhvr>
                                        <p:cTn id="31" dur="500"/>
                                        <p:tgtEl>
                                          <p:spTgt spid="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left)">
                                      <p:cBhvr>
                                        <p:cTn id="36" dur="500"/>
                                        <p:tgtEl>
                                          <p:spTgt spid="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left)">
                                      <p:cBhvr>
                                        <p:cTn id="41" dur="500"/>
                                        <p:tgtEl>
                                          <p:spTgt spid="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53" presetClass="entr" presetSubtype="16" fill="hold" nodeType="clickEffect">
                                  <p:stCondLst>
                                    <p:cond delay="0"/>
                                  </p:stCondLst>
                                  <p:childTnLst>
                                    <p:set>
                                      <p:cBhvr>
                                        <p:cTn id="45" dur="1" fill="hold">
                                          <p:stCondLst>
                                            <p:cond delay="0"/>
                                          </p:stCondLst>
                                        </p:cTn>
                                        <p:tgtEl>
                                          <p:spTgt spid="8"/>
                                        </p:tgtEl>
                                        <p:attrNameLst>
                                          <p:attrName>style.visibility</p:attrName>
                                        </p:attrNameLst>
                                      </p:cBhvr>
                                      <p:to>
                                        <p:strVal val="visible"/>
                                      </p:to>
                                    </p:set>
                                    <p:anim calcmode="lin" valueType="num">
                                      <p:cBhvr>
                                        <p:cTn id="46" dur="500" fill="hold"/>
                                        <p:tgtEl>
                                          <p:spTgt spid="8"/>
                                        </p:tgtEl>
                                        <p:attrNameLst>
                                          <p:attrName>ppt_w</p:attrName>
                                        </p:attrNameLst>
                                      </p:cBhvr>
                                      <p:tavLst>
                                        <p:tav tm="0">
                                          <p:val>
                                            <p:fltVal val="0"/>
                                          </p:val>
                                        </p:tav>
                                        <p:tav tm="100000">
                                          <p:val>
                                            <p:strVal val="#ppt_w"/>
                                          </p:val>
                                        </p:tav>
                                      </p:tavLst>
                                    </p:anim>
                                    <p:anim calcmode="lin" valueType="num">
                                      <p:cBhvr>
                                        <p:cTn id="47" dur="500" fill="hold"/>
                                        <p:tgtEl>
                                          <p:spTgt spid="8"/>
                                        </p:tgtEl>
                                        <p:attrNameLst>
                                          <p:attrName>ppt_h</p:attrName>
                                        </p:attrNameLst>
                                      </p:cBhvr>
                                      <p:tavLst>
                                        <p:tav tm="0">
                                          <p:val>
                                            <p:fltVal val="0"/>
                                          </p:val>
                                        </p:tav>
                                        <p:tav tm="100000">
                                          <p:val>
                                            <p:strVal val="#ppt_h"/>
                                          </p:val>
                                        </p:tav>
                                      </p:tavLst>
                                    </p:anim>
                                    <p:animEffect transition="in" filter="fade">
                                      <p:cBhvr>
                                        <p:cTn id="48" dur="500"/>
                                        <p:tgtEl>
                                          <p:spTgt spid="8"/>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wipe(left)">
                                      <p:cBhvr>
                                        <p:cTn id="53" dur="500"/>
                                        <p:tgtEl>
                                          <p:spTgt spid="10"/>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53" presetClass="entr" presetSubtype="16" fill="hold" nodeType="clickEffect">
                                  <p:stCondLst>
                                    <p:cond delay="0"/>
                                  </p:stCondLst>
                                  <p:childTnLst>
                                    <p:set>
                                      <p:cBhvr>
                                        <p:cTn id="57" dur="1" fill="hold">
                                          <p:stCondLst>
                                            <p:cond delay="0"/>
                                          </p:stCondLst>
                                        </p:cTn>
                                        <p:tgtEl>
                                          <p:spTgt spid="11"/>
                                        </p:tgtEl>
                                        <p:attrNameLst>
                                          <p:attrName>style.visibility</p:attrName>
                                        </p:attrNameLst>
                                      </p:cBhvr>
                                      <p:to>
                                        <p:strVal val="visible"/>
                                      </p:to>
                                    </p:set>
                                    <p:anim calcmode="lin" valueType="num">
                                      <p:cBhvr>
                                        <p:cTn id="58" dur="500" fill="hold"/>
                                        <p:tgtEl>
                                          <p:spTgt spid="11"/>
                                        </p:tgtEl>
                                        <p:attrNameLst>
                                          <p:attrName>ppt_w</p:attrName>
                                        </p:attrNameLst>
                                      </p:cBhvr>
                                      <p:tavLst>
                                        <p:tav tm="0">
                                          <p:val>
                                            <p:fltVal val="0"/>
                                          </p:val>
                                        </p:tav>
                                        <p:tav tm="100000">
                                          <p:val>
                                            <p:strVal val="#ppt_w"/>
                                          </p:val>
                                        </p:tav>
                                      </p:tavLst>
                                    </p:anim>
                                    <p:anim calcmode="lin" valueType="num">
                                      <p:cBhvr>
                                        <p:cTn id="59" dur="500" fill="hold"/>
                                        <p:tgtEl>
                                          <p:spTgt spid="11"/>
                                        </p:tgtEl>
                                        <p:attrNameLst>
                                          <p:attrName>ppt_h</p:attrName>
                                        </p:attrNameLst>
                                      </p:cBhvr>
                                      <p:tavLst>
                                        <p:tav tm="0">
                                          <p:val>
                                            <p:fltVal val="0"/>
                                          </p:val>
                                        </p:tav>
                                        <p:tav tm="100000">
                                          <p:val>
                                            <p:strVal val="#ppt_h"/>
                                          </p:val>
                                        </p:tav>
                                      </p:tavLst>
                                    </p:anim>
                                    <p:animEffect transition="in" filter="fade">
                                      <p:cBhvr>
                                        <p:cTn id="60" dur="500"/>
                                        <p:tgtEl>
                                          <p:spTgt spid="11"/>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71"/>
                                        </p:tgtEl>
                                        <p:attrNameLst>
                                          <p:attrName>style.visibility</p:attrName>
                                        </p:attrNameLst>
                                      </p:cBhvr>
                                      <p:to>
                                        <p:strVal val="visible"/>
                                      </p:to>
                                    </p:set>
                                    <p:animEffect transition="in" filter="wipe(left)">
                                      <p:cBhvr>
                                        <p:cTn id="65" dur="500"/>
                                        <p:tgtEl>
                                          <p:spTgt spid="71"/>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72"/>
                                        </p:tgtEl>
                                        <p:attrNameLst>
                                          <p:attrName>style.visibility</p:attrName>
                                        </p:attrNameLst>
                                      </p:cBhvr>
                                      <p:to>
                                        <p:strVal val="visible"/>
                                      </p:to>
                                    </p:set>
                                    <p:animEffect transition="in" filter="wipe(left)">
                                      <p:cBhvr>
                                        <p:cTn id="70" dur="500"/>
                                        <p:tgtEl>
                                          <p:spTgt spid="72"/>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73"/>
                                        </p:tgtEl>
                                        <p:attrNameLst>
                                          <p:attrName>style.visibility</p:attrName>
                                        </p:attrNameLst>
                                      </p:cBhvr>
                                      <p:to>
                                        <p:strVal val="visible"/>
                                      </p:to>
                                    </p:set>
                                    <p:animEffect transition="in" filter="wipe(left)">
                                      <p:cBhvr>
                                        <p:cTn id="75" dur="500"/>
                                        <p:tgtEl>
                                          <p:spTgt spid="73"/>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74"/>
                                        </p:tgtEl>
                                        <p:attrNameLst>
                                          <p:attrName>style.visibility</p:attrName>
                                        </p:attrNameLst>
                                      </p:cBhvr>
                                      <p:to>
                                        <p:strVal val="visible"/>
                                      </p:to>
                                    </p:set>
                                    <p:animEffect transition="in" filter="wipe(left)">
                                      <p:cBhvr>
                                        <p:cTn id="80" dur="500"/>
                                        <p:tgtEl>
                                          <p:spTgt spid="74"/>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75"/>
                                        </p:tgtEl>
                                        <p:attrNameLst>
                                          <p:attrName>style.visibility</p:attrName>
                                        </p:attrNameLst>
                                      </p:cBhvr>
                                      <p:to>
                                        <p:strVal val="visible"/>
                                      </p:to>
                                    </p:set>
                                    <p:animEffect transition="in" filter="wipe(left)">
                                      <p:cBhvr>
                                        <p:cTn id="85" dur="500"/>
                                        <p:tgtEl>
                                          <p:spTgt spid="75"/>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76"/>
                                        </p:tgtEl>
                                        <p:attrNameLst>
                                          <p:attrName>style.visibility</p:attrName>
                                        </p:attrNameLst>
                                      </p:cBhvr>
                                      <p:to>
                                        <p:strVal val="visible"/>
                                      </p:to>
                                    </p:set>
                                    <p:animEffect transition="in" filter="wipe(left)">
                                      <p:cBhvr>
                                        <p:cTn id="90"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71" grpId="0"/>
      <p:bldP spid="73" grpId="0"/>
      <p:bldP spid="7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2" name="组合 27"/>
          <p:cNvGrpSpPr>
            <a:grpSpLocks/>
          </p:cNvGrpSpPr>
          <p:nvPr/>
        </p:nvGrpSpPr>
        <p:grpSpPr bwMode="auto">
          <a:xfrm>
            <a:off x="6262688" y="955675"/>
            <a:ext cx="2406650" cy="1841500"/>
            <a:chOff x="5969000" y="1855788"/>
            <a:chExt cx="2406972" cy="2454352"/>
          </a:xfrm>
        </p:grpSpPr>
        <p:grpSp>
          <p:nvGrpSpPr>
            <p:cNvPr id="30737" name="组合 61"/>
            <p:cNvGrpSpPr>
              <a:grpSpLocks/>
            </p:cNvGrpSpPr>
            <p:nvPr/>
          </p:nvGrpSpPr>
          <p:grpSpPr bwMode="auto">
            <a:xfrm>
              <a:off x="6292850" y="1855788"/>
              <a:ext cx="1531937" cy="2206812"/>
              <a:chOff x="6208742" y="1846536"/>
              <a:chExt cx="1530660" cy="2207125"/>
            </a:xfrm>
          </p:grpSpPr>
          <p:sp>
            <p:nvSpPr>
              <p:cNvPr id="4" name="Rectangle 10"/>
              <p:cNvSpPr>
                <a:spLocks noChangeArrowheads="1"/>
              </p:cNvSpPr>
              <p:nvPr/>
            </p:nvSpPr>
            <p:spPr bwMode="auto">
              <a:xfrm rot="12804605">
                <a:off x="6748157" y="3071770"/>
                <a:ext cx="242717" cy="184102"/>
              </a:xfrm>
              <a:prstGeom prst="rect">
                <a:avLst/>
              </a:prstGeom>
              <a:solidFill>
                <a:schemeClr val="accent6">
                  <a:lumMod val="20000"/>
                  <a:lumOff val="80000"/>
                </a:schemeClr>
              </a:solidFill>
              <a:ln w="19050">
                <a:solidFill>
                  <a:srgbClr val="00B0F0"/>
                </a:solidFill>
                <a:miter lim="800000"/>
                <a:headEnd/>
                <a:tailEnd/>
              </a:ln>
            </p:spPr>
            <p:txBody>
              <a:bodyPr wrap="none" anchor="ctr"/>
              <a:lstStyle/>
              <a:p>
                <a:pPr>
                  <a:defRPr/>
                </a:pPr>
                <a:endParaRPr lang="zh-CN" altLang="en-US" sz="1800" b="0">
                  <a:latin typeface="Times New Roman" pitchFamily="18" charset="0"/>
                  <a:ea typeface="宋体" charset="-122"/>
                </a:endParaRPr>
              </a:p>
            </p:txBody>
          </p:sp>
          <p:sp>
            <p:nvSpPr>
              <p:cNvPr id="30756" name="Rectangle 13"/>
              <p:cNvSpPr>
                <a:spLocks noChangeArrowheads="1"/>
              </p:cNvSpPr>
              <p:nvPr/>
            </p:nvSpPr>
            <p:spPr bwMode="auto">
              <a:xfrm>
                <a:off x="6208742" y="2344949"/>
                <a:ext cx="1527742" cy="1538893"/>
              </a:xfrm>
              <a:prstGeom prst="rect">
                <a:avLst/>
              </a:pr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sz="1800" b="0">
                  <a:latin typeface="Times New Roman" pitchFamily="18" charset="0"/>
                  <a:ea typeface="宋体" pitchFamily="2" charset="-122"/>
                </a:endParaRPr>
              </a:p>
            </p:txBody>
          </p:sp>
          <p:sp>
            <p:nvSpPr>
              <p:cNvPr id="30757" name="Rectangle 15"/>
              <p:cNvSpPr>
                <a:spLocks noChangeArrowheads="1"/>
              </p:cNvSpPr>
              <p:nvPr/>
            </p:nvSpPr>
            <p:spPr bwMode="auto">
              <a:xfrm>
                <a:off x="7265880" y="3602192"/>
                <a:ext cx="291825" cy="4514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lang="en-US" altLang="zh-CN" sz="1600" b="0" i="1">
                    <a:latin typeface="Times New Roman" pitchFamily="18" charset="0"/>
                    <a:ea typeface="宋体" pitchFamily="2" charset="-122"/>
                    <a:sym typeface="Symbol" pitchFamily="18" charset="2"/>
                  </a:rPr>
                  <a:t></a:t>
                </a:r>
              </a:p>
            </p:txBody>
          </p:sp>
          <p:sp>
            <p:nvSpPr>
              <p:cNvPr id="30758" name="Line 16"/>
              <p:cNvSpPr>
                <a:spLocks noChangeShapeType="1"/>
              </p:cNvSpPr>
              <p:nvPr/>
            </p:nvSpPr>
            <p:spPr bwMode="auto">
              <a:xfrm flipV="1">
                <a:off x="6977210" y="1890925"/>
                <a:ext cx="0" cy="449263"/>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30759" name="Freeform 20"/>
              <p:cNvSpPr>
                <a:spLocks/>
              </p:cNvSpPr>
              <p:nvPr/>
            </p:nvSpPr>
            <p:spPr bwMode="auto">
              <a:xfrm>
                <a:off x="7510433" y="3731759"/>
                <a:ext cx="44450" cy="136525"/>
              </a:xfrm>
              <a:custGeom>
                <a:avLst/>
                <a:gdLst>
                  <a:gd name="T0" fmla="*/ 2147483647 w 28"/>
                  <a:gd name="T1" fmla="*/ 0 h 86"/>
                  <a:gd name="T2" fmla="*/ 0 w 28"/>
                  <a:gd name="T3" fmla="*/ 2147483647 h 86"/>
                  <a:gd name="T4" fmla="*/ 0 60000 65536"/>
                  <a:gd name="T5" fmla="*/ 0 60000 65536"/>
                  <a:gd name="T6" fmla="*/ 0 w 28"/>
                  <a:gd name="T7" fmla="*/ 0 h 86"/>
                  <a:gd name="T8" fmla="*/ 28 w 28"/>
                  <a:gd name="T9" fmla="*/ 86 h 86"/>
                </a:gdLst>
                <a:ahLst/>
                <a:cxnLst>
                  <a:cxn ang="T4">
                    <a:pos x="T0" y="T1"/>
                  </a:cxn>
                  <a:cxn ang="T5">
                    <a:pos x="T2" y="T3"/>
                  </a:cxn>
                </a:cxnLst>
                <a:rect l="T6" t="T7" r="T8" b="T9"/>
                <a:pathLst>
                  <a:path w="28" h="86">
                    <a:moveTo>
                      <a:pt x="28" y="0"/>
                    </a:moveTo>
                    <a:cubicBezTo>
                      <a:pt x="28" y="0"/>
                      <a:pt x="14" y="43"/>
                      <a:pt x="0" y="86"/>
                    </a:cubicBezTo>
                  </a:path>
                </a:pathLst>
              </a:custGeom>
              <a:noFill/>
              <a:ln w="9525">
                <a:solidFill>
                  <a:srgbClr val="FF00FF"/>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graphicFrame>
            <p:nvGraphicFramePr>
              <p:cNvPr id="30760" name="Object 22"/>
              <p:cNvGraphicFramePr>
                <a:graphicFrameLocks noChangeAspect="1"/>
              </p:cNvGraphicFramePr>
              <p:nvPr/>
            </p:nvGraphicFramePr>
            <p:xfrm>
              <a:off x="7036726" y="1846536"/>
              <a:ext cx="277580" cy="387405"/>
            </p:xfrm>
            <a:graphic>
              <a:graphicData uri="http://schemas.openxmlformats.org/presentationml/2006/ole">
                <p:oleObj spid="_x0000_s30784" name="Equation" r:id="rId3" imgW="165028" imgH="228501" progId="Equation.DSMT4">
                  <p:embed/>
                </p:oleObj>
              </a:graphicData>
            </a:graphic>
          </p:graphicFrame>
          <p:cxnSp>
            <p:nvCxnSpPr>
              <p:cNvPr id="10" name="直接连接符 9"/>
              <p:cNvCxnSpPr/>
              <p:nvPr/>
            </p:nvCxnSpPr>
            <p:spPr>
              <a:xfrm>
                <a:off x="6208785" y="2885552"/>
                <a:ext cx="1530865" cy="969183"/>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30738" name="组合 93"/>
            <p:cNvGrpSpPr>
              <a:grpSpLocks/>
            </p:cNvGrpSpPr>
            <p:nvPr/>
          </p:nvGrpSpPr>
          <p:grpSpPr bwMode="auto">
            <a:xfrm>
              <a:off x="5969000" y="1938338"/>
              <a:ext cx="2406972" cy="2371802"/>
              <a:chOff x="5638341" y="1975715"/>
              <a:chExt cx="2407184" cy="2371364"/>
            </a:xfrm>
          </p:grpSpPr>
          <p:sp>
            <p:nvSpPr>
              <p:cNvPr id="30750" name="Text Box 44"/>
              <p:cNvSpPr txBox="1">
                <a:spLocks noChangeArrowheads="1"/>
              </p:cNvSpPr>
              <p:nvPr/>
            </p:nvSpPr>
            <p:spPr bwMode="auto">
              <a:xfrm>
                <a:off x="7719766" y="3760425"/>
                <a:ext cx="325759" cy="45132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600" i="1">
                    <a:latin typeface="Times New Roman" pitchFamily="18" charset="0"/>
                    <a:ea typeface="宋体" pitchFamily="2" charset="-122"/>
                  </a:rPr>
                  <a:t>x</a:t>
                </a:r>
                <a:r>
                  <a:rPr lang="en-US" altLang="zh-CN" sz="1600" baseline="30000">
                    <a:latin typeface="Times New Roman" pitchFamily="18" charset="0"/>
                    <a:ea typeface="宋体" pitchFamily="2" charset="-122"/>
                  </a:rPr>
                  <a:t>/</a:t>
                </a:r>
                <a:endParaRPr lang="en-US" altLang="zh-CN" sz="1600">
                  <a:latin typeface="Times New Roman" pitchFamily="18" charset="0"/>
                  <a:ea typeface="宋体" pitchFamily="2" charset="-122"/>
                </a:endParaRPr>
              </a:p>
            </p:txBody>
          </p:sp>
          <p:sp>
            <p:nvSpPr>
              <p:cNvPr id="30751" name="Text Box 45"/>
              <p:cNvSpPr txBox="1">
                <a:spLocks noChangeArrowheads="1"/>
              </p:cNvSpPr>
              <p:nvPr/>
            </p:nvSpPr>
            <p:spPr bwMode="auto">
              <a:xfrm>
                <a:off x="5918461" y="1975715"/>
                <a:ext cx="314538" cy="45132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600" i="1">
                    <a:latin typeface="Times New Roman" pitchFamily="18" charset="0"/>
                    <a:ea typeface="宋体" pitchFamily="2" charset="-122"/>
                  </a:rPr>
                  <a:t>y</a:t>
                </a:r>
                <a:r>
                  <a:rPr lang="en-US" altLang="zh-CN" sz="1600" baseline="30000">
                    <a:latin typeface="Times New Roman" pitchFamily="18" charset="0"/>
                    <a:ea typeface="宋体" pitchFamily="2" charset="-122"/>
                  </a:rPr>
                  <a:t>/</a:t>
                </a:r>
                <a:endParaRPr lang="en-US" altLang="zh-CN" sz="1600">
                  <a:latin typeface="Times New Roman" pitchFamily="18" charset="0"/>
                  <a:ea typeface="宋体" pitchFamily="2" charset="-122"/>
                </a:endParaRPr>
              </a:p>
            </p:txBody>
          </p:sp>
          <p:sp>
            <p:nvSpPr>
              <p:cNvPr id="30752" name="Text Box 51"/>
              <p:cNvSpPr txBox="1">
                <a:spLocks noChangeArrowheads="1"/>
              </p:cNvSpPr>
              <p:nvPr/>
            </p:nvSpPr>
            <p:spPr bwMode="auto">
              <a:xfrm>
                <a:off x="5638341" y="3895757"/>
                <a:ext cx="370647" cy="45132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600" i="1">
                    <a:latin typeface="Times New Roman" pitchFamily="18" charset="0"/>
                    <a:ea typeface="宋体" pitchFamily="2" charset="-122"/>
                  </a:rPr>
                  <a:t>O</a:t>
                </a:r>
                <a:r>
                  <a:rPr lang="en-US" altLang="zh-CN" sz="1600" baseline="30000">
                    <a:latin typeface="Times New Roman" pitchFamily="18" charset="0"/>
                    <a:ea typeface="宋体" pitchFamily="2" charset="-122"/>
                  </a:rPr>
                  <a:t>/</a:t>
                </a:r>
                <a:endParaRPr lang="en-US" altLang="zh-CN" sz="1600">
                  <a:latin typeface="Times New Roman" pitchFamily="18" charset="0"/>
                  <a:ea typeface="宋体" pitchFamily="2" charset="-122"/>
                </a:endParaRPr>
              </a:p>
            </p:txBody>
          </p:sp>
          <p:cxnSp>
            <p:nvCxnSpPr>
              <p:cNvPr id="15" name="直接箭头连接符 14"/>
              <p:cNvCxnSpPr/>
              <p:nvPr/>
            </p:nvCxnSpPr>
            <p:spPr>
              <a:xfrm flipV="1">
                <a:off x="5928917" y="2094147"/>
                <a:ext cx="0" cy="1874271"/>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5938445" y="3968418"/>
                <a:ext cx="1857787" cy="0"/>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grpSp>
        <p:grpSp>
          <p:nvGrpSpPr>
            <p:cNvPr id="30739" name="组合 97"/>
            <p:cNvGrpSpPr>
              <a:grpSpLocks/>
            </p:cNvGrpSpPr>
            <p:nvPr/>
          </p:nvGrpSpPr>
          <p:grpSpPr bwMode="auto">
            <a:xfrm>
              <a:off x="7070725" y="3092448"/>
              <a:ext cx="500062" cy="366713"/>
              <a:chOff x="7315201" y="4930335"/>
              <a:chExt cx="501059" cy="367528"/>
            </a:xfrm>
          </p:grpSpPr>
          <p:sp>
            <p:nvSpPr>
              <p:cNvPr id="30748" name="Line 39"/>
              <p:cNvSpPr>
                <a:spLocks noChangeShapeType="1"/>
              </p:cNvSpPr>
              <p:nvPr/>
            </p:nvSpPr>
            <p:spPr bwMode="auto">
              <a:xfrm>
                <a:off x="7315201" y="5071618"/>
                <a:ext cx="348792" cy="226245"/>
              </a:xfrm>
              <a:prstGeom prst="line">
                <a:avLst/>
              </a:prstGeom>
              <a:noFill/>
              <a:ln w="9525">
                <a:solidFill>
                  <a:srgbClr val="0070C0"/>
                </a:solidFill>
                <a:prstDash val="sysDash"/>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graphicFrame>
            <p:nvGraphicFramePr>
              <p:cNvPr id="30749" name="Object 41"/>
              <p:cNvGraphicFramePr>
                <a:graphicFrameLocks noChangeAspect="1"/>
              </p:cNvGraphicFramePr>
              <p:nvPr/>
            </p:nvGraphicFramePr>
            <p:xfrm>
              <a:off x="7568116" y="4930335"/>
              <a:ext cx="248144" cy="289567"/>
            </p:xfrm>
            <a:graphic>
              <a:graphicData uri="http://schemas.openxmlformats.org/presentationml/2006/ole">
                <p:oleObj spid="_x0000_s30785" name="Equation" r:id="rId4" imgW="164957" imgH="190335" progId="Equation.DSMT4">
                  <p:embed/>
                </p:oleObj>
              </a:graphicData>
            </a:graphic>
          </p:graphicFrame>
        </p:grpSp>
        <p:grpSp>
          <p:nvGrpSpPr>
            <p:cNvPr id="30740" name="组合 71"/>
            <p:cNvGrpSpPr>
              <a:grpSpLocks/>
            </p:cNvGrpSpPr>
            <p:nvPr/>
          </p:nvGrpSpPr>
          <p:grpSpPr bwMode="auto">
            <a:xfrm>
              <a:off x="6827837" y="2627314"/>
              <a:ext cx="647701" cy="1235075"/>
              <a:chOff x="6733651" y="2551619"/>
              <a:chExt cx="647995" cy="1235452"/>
            </a:xfrm>
          </p:grpSpPr>
          <p:sp>
            <p:nvSpPr>
              <p:cNvPr id="30744" name="Line 38"/>
              <p:cNvSpPr>
                <a:spLocks noChangeShapeType="1"/>
              </p:cNvSpPr>
              <p:nvPr/>
            </p:nvSpPr>
            <p:spPr bwMode="auto">
              <a:xfrm flipV="1">
                <a:off x="6870274" y="2667786"/>
                <a:ext cx="246380" cy="408886"/>
              </a:xfrm>
              <a:prstGeom prst="line">
                <a:avLst/>
              </a:prstGeom>
              <a:noFill/>
              <a:ln w="28575">
                <a:solidFill>
                  <a:srgbClr val="0000FF"/>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30745" name="Line 40"/>
              <p:cNvSpPr>
                <a:spLocks noChangeShapeType="1"/>
              </p:cNvSpPr>
              <p:nvPr/>
            </p:nvSpPr>
            <p:spPr bwMode="auto">
              <a:xfrm>
                <a:off x="6870274" y="3067246"/>
                <a:ext cx="0" cy="505513"/>
              </a:xfrm>
              <a:prstGeom prst="line">
                <a:avLst/>
              </a:prstGeom>
              <a:noFill/>
              <a:ln w="28575">
                <a:solidFill>
                  <a:srgbClr val="FF00FF"/>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graphicFrame>
            <p:nvGraphicFramePr>
              <p:cNvPr id="30746" name="Object 74"/>
              <p:cNvGraphicFramePr>
                <a:graphicFrameLocks noChangeAspect="1"/>
              </p:cNvGraphicFramePr>
              <p:nvPr/>
            </p:nvGraphicFramePr>
            <p:xfrm>
              <a:off x="7105421" y="2551619"/>
              <a:ext cx="276225" cy="293688"/>
            </p:xfrm>
            <a:graphic>
              <a:graphicData uri="http://schemas.openxmlformats.org/presentationml/2006/ole">
                <p:oleObj spid="_x0000_s30786" name="Equation" r:id="rId5" imgW="190417" imgH="203112" progId="Equation.DSMT4">
                  <p:embed/>
                </p:oleObj>
              </a:graphicData>
            </a:graphic>
          </p:graphicFrame>
          <p:graphicFrame>
            <p:nvGraphicFramePr>
              <p:cNvPr id="30747" name="Object 75"/>
              <p:cNvGraphicFramePr>
                <a:graphicFrameLocks noChangeAspect="1"/>
              </p:cNvGraphicFramePr>
              <p:nvPr/>
            </p:nvGraphicFramePr>
            <p:xfrm>
              <a:off x="6733651" y="3502822"/>
              <a:ext cx="336703" cy="284249"/>
            </p:xfrm>
            <a:graphic>
              <a:graphicData uri="http://schemas.openxmlformats.org/presentationml/2006/ole">
                <p:oleObj spid="_x0000_s30787" name="Equation" r:id="rId6" imgW="253780" imgH="215713" progId="Equation.DSMT4">
                  <p:embed/>
                </p:oleObj>
              </a:graphicData>
            </a:graphic>
          </p:graphicFrame>
        </p:grpSp>
        <p:grpSp>
          <p:nvGrpSpPr>
            <p:cNvPr id="30741" name="组合 83"/>
            <p:cNvGrpSpPr>
              <a:grpSpLocks/>
            </p:cNvGrpSpPr>
            <p:nvPr/>
          </p:nvGrpSpPr>
          <p:grpSpPr bwMode="auto">
            <a:xfrm>
              <a:off x="6403976" y="3152775"/>
              <a:ext cx="528638" cy="517525"/>
              <a:chOff x="6337689" y="3057819"/>
              <a:chExt cx="528821" cy="518329"/>
            </a:xfrm>
          </p:grpSpPr>
          <p:graphicFrame>
            <p:nvGraphicFramePr>
              <p:cNvPr id="30742" name="Object 43"/>
              <p:cNvGraphicFramePr>
                <a:graphicFrameLocks noChangeAspect="1"/>
              </p:cNvGraphicFramePr>
              <p:nvPr/>
            </p:nvGraphicFramePr>
            <p:xfrm>
              <a:off x="6337689" y="3289954"/>
              <a:ext cx="447830" cy="286194"/>
            </p:xfrm>
            <a:graphic>
              <a:graphicData uri="http://schemas.openxmlformats.org/presentationml/2006/ole">
                <p:oleObj spid="_x0000_s30788" name="Equation" r:id="rId7" imgW="381000" imgH="228600" progId="Equation.DSMT4">
                  <p:embed/>
                </p:oleObj>
              </a:graphicData>
            </a:graphic>
          </p:graphicFrame>
          <p:sp>
            <p:nvSpPr>
              <p:cNvPr id="30743" name="Line 42"/>
              <p:cNvSpPr>
                <a:spLocks noChangeShapeType="1"/>
              </p:cNvSpPr>
              <p:nvPr/>
            </p:nvSpPr>
            <p:spPr bwMode="auto">
              <a:xfrm>
                <a:off x="6866510" y="3057819"/>
                <a:ext cx="0" cy="358775"/>
              </a:xfrm>
              <a:prstGeom prst="line">
                <a:avLst/>
              </a:prstGeom>
              <a:noFill/>
              <a:ln w="28575">
                <a:solidFill>
                  <a:srgbClr val="0000FF"/>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grpSp>
      </p:grpSp>
      <p:sp>
        <p:nvSpPr>
          <p:cNvPr id="29" name="Rectangle 74"/>
          <p:cNvSpPr>
            <a:spLocks noChangeArrowheads="1"/>
          </p:cNvSpPr>
          <p:nvPr/>
        </p:nvSpPr>
        <p:spPr bwMode="auto">
          <a:xfrm>
            <a:off x="868363" y="835025"/>
            <a:ext cx="3167062" cy="368300"/>
          </a:xfrm>
          <a:prstGeom prst="rect">
            <a:avLst/>
          </a:prstGeom>
          <a:noFill/>
          <a:ln w="9525">
            <a:noFill/>
            <a:miter lim="800000"/>
            <a:headEnd/>
            <a:tailEnd/>
          </a:ln>
        </p:spPr>
        <p:txBody>
          <a:bodyPr>
            <a:spAutoFit/>
          </a:bodyPr>
          <a:lstStyle/>
          <a:p>
            <a:pPr algn="l">
              <a:defRPr/>
            </a:pPr>
            <a:r>
              <a:rPr lang="zh-CN" altLang="en-US" sz="1800" dirty="0">
                <a:latin typeface="+mn-lt"/>
                <a:ea typeface="华文中宋" pitchFamily="2" charset="-122"/>
              </a:rPr>
              <a:t>地面坐标系</a:t>
            </a:r>
            <a:r>
              <a:rPr lang="en-US" altLang="zh-CN" sz="1800" i="1" dirty="0" err="1">
                <a:latin typeface="+mn-lt"/>
                <a:ea typeface="华文中宋" pitchFamily="2" charset="-122"/>
              </a:rPr>
              <a:t>xOy</a:t>
            </a:r>
            <a:endParaRPr lang="zh-CN" altLang="en-US" sz="1800" dirty="0">
              <a:latin typeface="+mn-lt"/>
              <a:ea typeface="华文中宋" pitchFamily="2" charset="-122"/>
            </a:endParaRPr>
          </a:p>
        </p:txBody>
      </p:sp>
      <p:grpSp>
        <p:nvGrpSpPr>
          <p:cNvPr id="9" name="组合 89"/>
          <p:cNvGrpSpPr>
            <a:grpSpLocks/>
          </p:cNvGrpSpPr>
          <p:nvPr/>
        </p:nvGrpSpPr>
        <p:grpSpPr bwMode="auto">
          <a:xfrm>
            <a:off x="6024563" y="1247775"/>
            <a:ext cx="2651125" cy="1611313"/>
            <a:chOff x="5352805" y="907723"/>
            <a:chExt cx="2650552" cy="2147598"/>
          </a:xfrm>
        </p:grpSpPr>
        <p:sp>
          <p:nvSpPr>
            <p:cNvPr id="30732" name="Line 46"/>
            <p:cNvSpPr>
              <a:spLocks noChangeShapeType="1"/>
            </p:cNvSpPr>
            <p:nvPr/>
          </p:nvSpPr>
          <p:spPr bwMode="auto">
            <a:xfrm>
              <a:off x="5649667" y="2842886"/>
              <a:ext cx="2353690" cy="0"/>
            </a:xfrm>
            <a:prstGeom prst="line">
              <a:avLst/>
            </a:prstGeom>
            <a:noFill/>
            <a:ln w="9525">
              <a:solidFill>
                <a:srgbClr val="C00000"/>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30733" name="Line 47"/>
            <p:cNvSpPr>
              <a:spLocks noChangeShapeType="1"/>
            </p:cNvSpPr>
            <p:nvPr/>
          </p:nvSpPr>
          <p:spPr bwMode="auto">
            <a:xfrm flipV="1">
              <a:off x="5649667" y="1042661"/>
              <a:ext cx="0" cy="1800225"/>
            </a:xfrm>
            <a:prstGeom prst="line">
              <a:avLst/>
            </a:prstGeom>
            <a:noFill/>
            <a:ln w="9525">
              <a:solidFill>
                <a:srgbClr val="C00000"/>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30734" name="Text Box 49"/>
            <p:cNvSpPr txBox="1">
              <a:spLocks noChangeArrowheads="1"/>
            </p:cNvSpPr>
            <p:nvPr/>
          </p:nvSpPr>
          <p:spPr bwMode="auto">
            <a:xfrm>
              <a:off x="7715985" y="2603781"/>
              <a:ext cx="287196" cy="4515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600" i="1">
                  <a:latin typeface="Times New Roman" pitchFamily="18" charset="0"/>
                  <a:ea typeface="宋体" pitchFamily="2" charset="-122"/>
                </a:rPr>
                <a:t>x</a:t>
              </a:r>
              <a:endParaRPr lang="en-US" altLang="zh-CN" sz="1600">
                <a:latin typeface="Times New Roman" pitchFamily="18" charset="0"/>
                <a:ea typeface="宋体" pitchFamily="2" charset="-122"/>
              </a:endParaRPr>
            </a:p>
          </p:txBody>
        </p:sp>
        <p:sp>
          <p:nvSpPr>
            <p:cNvPr id="30735" name="Text Box 50"/>
            <p:cNvSpPr txBox="1">
              <a:spLocks noChangeArrowheads="1"/>
            </p:cNvSpPr>
            <p:nvPr/>
          </p:nvSpPr>
          <p:spPr bwMode="auto">
            <a:xfrm>
              <a:off x="5352805" y="907723"/>
              <a:ext cx="341312" cy="4515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600" i="1">
                  <a:latin typeface="Times New Roman" pitchFamily="18" charset="0"/>
                  <a:ea typeface="宋体" pitchFamily="2" charset="-122"/>
                </a:rPr>
                <a:t>y</a:t>
              </a:r>
              <a:endParaRPr lang="en-US" altLang="zh-CN" sz="1600">
                <a:latin typeface="Times New Roman" pitchFamily="18" charset="0"/>
                <a:ea typeface="宋体" pitchFamily="2" charset="-122"/>
              </a:endParaRPr>
            </a:p>
          </p:txBody>
        </p:sp>
        <p:sp>
          <p:nvSpPr>
            <p:cNvPr id="30736" name="Text Box 52"/>
            <p:cNvSpPr txBox="1">
              <a:spLocks noChangeArrowheads="1"/>
            </p:cNvSpPr>
            <p:nvPr/>
          </p:nvSpPr>
          <p:spPr bwMode="auto">
            <a:xfrm>
              <a:off x="5395667" y="2599998"/>
              <a:ext cx="344891" cy="4515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600">
                  <a:latin typeface="Times New Roman" pitchFamily="18" charset="0"/>
                  <a:ea typeface="宋体" pitchFamily="2" charset="-122"/>
                </a:rPr>
                <a:t>O</a:t>
              </a:r>
            </a:p>
          </p:txBody>
        </p:sp>
      </p:grpSp>
      <p:sp>
        <p:nvSpPr>
          <p:cNvPr id="36" name="Rectangle 72"/>
          <p:cNvSpPr>
            <a:spLocks noChangeArrowheads="1"/>
          </p:cNvSpPr>
          <p:nvPr/>
        </p:nvSpPr>
        <p:spPr bwMode="auto">
          <a:xfrm>
            <a:off x="1285875" y="1209675"/>
            <a:ext cx="2879725" cy="368300"/>
          </a:xfrm>
          <a:prstGeom prst="rect">
            <a:avLst/>
          </a:prstGeom>
          <a:noFill/>
          <a:ln w="9525">
            <a:noFill/>
            <a:miter lim="800000"/>
            <a:headEnd/>
            <a:tailEnd/>
          </a:ln>
        </p:spPr>
        <p:txBody>
          <a:bodyPr>
            <a:spAutoFit/>
          </a:bodyPr>
          <a:lstStyle/>
          <a:p>
            <a:pPr algn="l">
              <a:defRPr/>
            </a:pPr>
            <a:r>
              <a:rPr lang="zh-CN" altLang="en-US" sz="1800" dirty="0">
                <a:latin typeface="+mn-lt"/>
                <a:ea typeface="华文中宋" pitchFamily="2" charset="-122"/>
              </a:rPr>
              <a:t>由加速度变换式</a:t>
            </a:r>
          </a:p>
        </p:txBody>
      </p:sp>
      <p:graphicFrame>
        <p:nvGraphicFramePr>
          <p:cNvPr id="37" name="Object 73"/>
          <p:cNvGraphicFramePr>
            <a:graphicFrameLocks noChangeAspect="1"/>
          </p:cNvGraphicFramePr>
          <p:nvPr/>
        </p:nvGraphicFramePr>
        <p:xfrm>
          <a:off x="1749425" y="1584325"/>
          <a:ext cx="1501775" cy="388938"/>
        </p:xfrm>
        <a:graphic>
          <a:graphicData uri="http://schemas.openxmlformats.org/presentationml/2006/ole">
            <p:oleObj spid="_x0000_s30789" name="Equation" r:id="rId8" imgW="660400" imgH="228600" progId="Equation.DSMT4">
              <p:embed/>
            </p:oleObj>
          </a:graphicData>
        </a:graphic>
      </p:graphicFrame>
      <p:graphicFrame>
        <p:nvGraphicFramePr>
          <p:cNvPr id="38" name="对象 37"/>
          <p:cNvGraphicFramePr>
            <a:graphicFrameLocks noChangeAspect="1"/>
          </p:cNvGraphicFramePr>
          <p:nvPr/>
        </p:nvGraphicFramePr>
        <p:xfrm>
          <a:off x="2124075" y="2079625"/>
          <a:ext cx="1703388" cy="363538"/>
        </p:xfrm>
        <a:graphic>
          <a:graphicData uri="http://schemas.openxmlformats.org/presentationml/2006/ole">
            <p:oleObj spid="_x0000_s30790" name="公式" r:id="rId9" imgW="800100" imgH="228600" progId="Equation.3">
              <p:embed/>
            </p:oleObj>
          </a:graphicData>
        </a:graphic>
      </p:graphicFrame>
      <p:graphicFrame>
        <p:nvGraphicFramePr>
          <p:cNvPr id="39" name="对象 38"/>
          <p:cNvGraphicFramePr>
            <a:graphicFrameLocks noChangeAspect="1"/>
          </p:cNvGraphicFramePr>
          <p:nvPr/>
        </p:nvGraphicFramePr>
        <p:xfrm>
          <a:off x="2149475" y="2540000"/>
          <a:ext cx="2206625" cy="365125"/>
        </p:xfrm>
        <a:graphic>
          <a:graphicData uri="http://schemas.openxmlformats.org/presentationml/2006/ole">
            <p:oleObj spid="_x0000_s30791" name="公式" r:id="rId10" imgW="1143000" imgH="241300" progId="Equation.3">
              <p:embed/>
            </p:oleObj>
          </a:graphicData>
        </a:graphic>
      </p:graphicFrame>
      <p:graphicFrame>
        <p:nvGraphicFramePr>
          <p:cNvPr id="40" name="对象 39"/>
          <p:cNvGraphicFramePr>
            <a:graphicFrameLocks noChangeAspect="1"/>
          </p:cNvGraphicFramePr>
          <p:nvPr/>
        </p:nvGraphicFramePr>
        <p:xfrm>
          <a:off x="2536825" y="3057525"/>
          <a:ext cx="3128963" cy="365125"/>
        </p:xfrm>
        <a:graphic>
          <a:graphicData uri="http://schemas.openxmlformats.org/presentationml/2006/ole">
            <p:oleObj spid="_x0000_s30792" name="公式" r:id="rId11" imgW="1473200" imgH="228600" progId="Equation.3">
              <p:embed/>
            </p:oleObj>
          </a:graphicData>
        </a:graphic>
      </p:graphicFrame>
      <p:graphicFrame>
        <p:nvGraphicFramePr>
          <p:cNvPr id="41" name="对象 40"/>
          <p:cNvGraphicFramePr>
            <a:graphicFrameLocks noChangeAspect="1"/>
          </p:cNvGraphicFramePr>
          <p:nvPr/>
        </p:nvGraphicFramePr>
        <p:xfrm>
          <a:off x="2555875" y="3543300"/>
          <a:ext cx="2960688" cy="393700"/>
        </p:xfrm>
        <a:graphic>
          <a:graphicData uri="http://schemas.openxmlformats.org/presentationml/2006/ole">
            <p:oleObj spid="_x0000_s30793" name="公式" r:id="rId12" imgW="1497950" imgH="253890" progId="Equation.3">
              <p:embed/>
            </p:oleObj>
          </a:graphicData>
        </a:graphic>
      </p:graphicFrame>
      <p:graphicFrame>
        <p:nvGraphicFramePr>
          <p:cNvPr id="42" name="Object 12"/>
          <p:cNvGraphicFramePr>
            <a:graphicFrameLocks noChangeAspect="1"/>
          </p:cNvGraphicFramePr>
          <p:nvPr/>
        </p:nvGraphicFramePr>
        <p:xfrm>
          <a:off x="3471863" y="4065588"/>
          <a:ext cx="1963737" cy="476250"/>
        </p:xfrm>
        <a:graphic>
          <a:graphicData uri="http://schemas.openxmlformats.org/presentationml/2006/ole">
            <p:oleObj spid="_x0000_s30794" name="Equation" r:id="rId13" imgW="863225" imgH="279279"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ntr" presetSubtype="16"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wipe(left)">
                                      <p:cBhvr>
                                        <p:cTn id="19" dur="500"/>
                                        <p:tgtEl>
                                          <p:spTgt spid="3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wipe(left)">
                                      <p:cBhvr>
                                        <p:cTn id="24" dur="500"/>
                                        <p:tgtEl>
                                          <p:spTgt spid="3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wipe(left)">
                                      <p:cBhvr>
                                        <p:cTn id="29" dur="500"/>
                                        <p:tgtEl>
                                          <p:spTgt spid="3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wipe(left)">
                                      <p:cBhvr>
                                        <p:cTn id="34" dur="500"/>
                                        <p:tgtEl>
                                          <p:spTgt spid="3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wipe(left)">
                                      <p:cBhvr>
                                        <p:cTn id="39" dur="500"/>
                                        <p:tgtEl>
                                          <p:spTgt spid="40"/>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41"/>
                                        </p:tgtEl>
                                        <p:attrNameLst>
                                          <p:attrName>style.visibility</p:attrName>
                                        </p:attrNameLst>
                                      </p:cBhvr>
                                      <p:to>
                                        <p:strVal val="visible"/>
                                      </p:to>
                                    </p:set>
                                    <p:animEffect transition="in" filter="wipe(left)">
                                      <p:cBhvr>
                                        <p:cTn id="44" dur="500"/>
                                        <p:tgtEl>
                                          <p:spTgt spid="41"/>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wipe(left)">
                                      <p:cBhvr>
                                        <p:cTn id="49"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3"/>
          <p:cNvSpPr txBox="1">
            <a:spLocks noChangeArrowheads="1"/>
          </p:cNvSpPr>
          <p:nvPr/>
        </p:nvSpPr>
        <p:spPr bwMode="auto">
          <a:xfrm>
            <a:off x="660400" y="762000"/>
            <a:ext cx="45593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spcBef>
                <a:spcPct val="50000"/>
              </a:spcBef>
            </a:pPr>
            <a:r>
              <a:rPr kumimoji="1" lang="en-US" altLang="zh-CN" sz="1800">
                <a:solidFill>
                  <a:srgbClr val="FF0000"/>
                </a:solidFill>
                <a:latin typeface="华文中宋" pitchFamily="2" charset="-122"/>
                <a:ea typeface="华文中宋" pitchFamily="2" charset="-122"/>
              </a:rPr>
              <a:t>3. </a:t>
            </a:r>
            <a:r>
              <a:rPr kumimoji="1" lang="zh-CN" altLang="en-US" sz="1800">
                <a:solidFill>
                  <a:srgbClr val="FF0000"/>
                </a:solidFill>
                <a:latin typeface="华文中宋" pitchFamily="2" charset="-122"/>
                <a:ea typeface="华文中宋" pitchFamily="2" charset="-122"/>
              </a:rPr>
              <a:t>与科里奥利力有关的问题</a:t>
            </a:r>
          </a:p>
        </p:txBody>
      </p:sp>
      <p:sp>
        <p:nvSpPr>
          <p:cNvPr id="4" name="Text Box 2"/>
          <p:cNvSpPr txBox="1">
            <a:spLocks noChangeArrowheads="1"/>
          </p:cNvSpPr>
          <p:nvPr/>
        </p:nvSpPr>
        <p:spPr bwMode="auto">
          <a:xfrm>
            <a:off x="715963" y="1058863"/>
            <a:ext cx="737235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457200" indent="-457200"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buClr>
                <a:srgbClr val="00B0F0"/>
              </a:buClr>
              <a:buFont typeface="Wingdings" pitchFamily="2" charset="2"/>
              <a:buChar char="l"/>
            </a:pPr>
            <a:r>
              <a:rPr kumimoji="1" lang="zh-CN" altLang="en-US" sz="1800">
                <a:solidFill>
                  <a:srgbClr val="000000"/>
                </a:solidFill>
                <a:latin typeface="华文中宋" pitchFamily="2" charset="-122"/>
                <a:ea typeface="华文中宋" pitchFamily="2" charset="-122"/>
              </a:rPr>
              <a:t>傅科摆</a:t>
            </a:r>
            <a:r>
              <a:rPr kumimoji="1" lang="en-US" altLang="zh-CN" sz="1800">
                <a:solidFill>
                  <a:srgbClr val="000000"/>
                </a:solidFill>
                <a:latin typeface="华文中宋" pitchFamily="2" charset="-122"/>
                <a:ea typeface="华文中宋" pitchFamily="2" charset="-122"/>
              </a:rPr>
              <a:t>(1851,</a:t>
            </a:r>
            <a:r>
              <a:rPr kumimoji="1" lang="zh-CN" altLang="en-US" sz="1800">
                <a:solidFill>
                  <a:srgbClr val="000000"/>
                </a:solidFill>
                <a:latin typeface="华文中宋" pitchFamily="2" charset="-122"/>
                <a:ea typeface="华文中宋" pitchFamily="2" charset="-122"/>
              </a:rPr>
              <a:t>巴黎，摆长</a:t>
            </a:r>
            <a:r>
              <a:rPr kumimoji="1" lang="en-US" altLang="zh-CN" sz="1800">
                <a:solidFill>
                  <a:srgbClr val="000000"/>
                </a:solidFill>
                <a:latin typeface="华文中宋" pitchFamily="2" charset="-122"/>
                <a:ea typeface="华文中宋" pitchFamily="2" charset="-122"/>
              </a:rPr>
              <a:t>67m</a:t>
            </a:r>
            <a:r>
              <a:rPr kumimoji="1" lang="zh-CN" altLang="en-US" sz="1800">
                <a:solidFill>
                  <a:srgbClr val="000000"/>
                </a:solidFill>
                <a:latin typeface="华文中宋" pitchFamily="2" charset="-122"/>
                <a:ea typeface="华文中宋" pitchFamily="2" charset="-122"/>
              </a:rPr>
              <a:t>，摆锤</a:t>
            </a:r>
            <a:r>
              <a:rPr kumimoji="1" lang="en-US" altLang="zh-CN" sz="1800">
                <a:solidFill>
                  <a:srgbClr val="000000"/>
                </a:solidFill>
                <a:latin typeface="华文中宋" pitchFamily="2" charset="-122"/>
                <a:ea typeface="华文中宋" pitchFamily="2" charset="-122"/>
              </a:rPr>
              <a:t>28kg</a:t>
            </a:r>
            <a:r>
              <a:rPr kumimoji="1" lang="zh-CN" altLang="en-US" sz="1800">
                <a:solidFill>
                  <a:srgbClr val="000000"/>
                </a:solidFill>
                <a:latin typeface="华文中宋" pitchFamily="2" charset="-122"/>
                <a:ea typeface="华文中宋" pitchFamily="2" charset="-122"/>
              </a:rPr>
              <a:t>，摆平面转动）</a:t>
            </a:r>
          </a:p>
        </p:txBody>
      </p:sp>
      <p:pic>
        <p:nvPicPr>
          <p:cNvPr id="5" name="Picture 3" descr="傅科摆"/>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770688" y="1619250"/>
            <a:ext cx="2338387" cy="24653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2" name="组合 99"/>
          <p:cNvGrpSpPr>
            <a:grpSpLocks/>
          </p:cNvGrpSpPr>
          <p:nvPr/>
        </p:nvGrpSpPr>
        <p:grpSpPr bwMode="auto">
          <a:xfrm>
            <a:off x="1138238" y="1604963"/>
            <a:ext cx="2551112" cy="1712912"/>
            <a:chOff x="1269527" y="1677971"/>
            <a:chExt cx="2699157" cy="2417540"/>
          </a:xfrm>
        </p:grpSpPr>
        <p:sp>
          <p:nvSpPr>
            <p:cNvPr id="31782" name="Text Box 49"/>
            <p:cNvSpPr txBox="1">
              <a:spLocks noChangeArrowheads="1"/>
            </p:cNvSpPr>
            <p:nvPr/>
          </p:nvSpPr>
          <p:spPr bwMode="auto">
            <a:xfrm>
              <a:off x="2003315" y="3394226"/>
              <a:ext cx="598331" cy="4513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spcBef>
                  <a:spcPct val="50000"/>
                </a:spcBef>
              </a:pPr>
              <a:r>
                <a:rPr kumimoji="1" lang="zh-CN" altLang="en-US" sz="1600">
                  <a:latin typeface="Times New Roman" pitchFamily="18" charset="0"/>
                  <a:ea typeface="宋体" pitchFamily="2" charset="-122"/>
                </a:rPr>
                <a:t>地球</a:t>
              </a:r>
            </a:p>
          </p:txBody>
        </p:sp>
        <p:sp>
          <p:nvSpPr>
            <p:cNvPr id="31783" name="Oval 57"/>
            <p:cNvSpPr>
              <a:spLocks noChangeArrowheads="1"/>
            </p:cNvSpPr>
            <p:nvPr/>
          </p:nvSpPr>
          <p:spPr bwMode="auto">
            <a:xfrm>
              <a:off x="1269527" y="2001058"/>
              <a:ext cx="2058833" cy="2058162"/>
            </a:xfrm>
            <a:prstGeom prst="ellipse">
              <a:avLst/>
            </a:prstGeom>
            <a:noFill/>
            <a:ln w="28575">
              <a:solidFill>
                <a:srgbClr val="0070C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algn="l"/>
              <a:endParaRPr lang="zh-CN" altLang="en-US" sz="1800" b="0">
                <a:latin typeface="Times New Roman" pitchFamily="18" charset="0"/>
                <a:ea typeface="宋体" pitchFamily="2" charset="-122"/>
              </a:endParaRPr>
            </a:p>
          </p:txBody>
        </p:sp>
        <p:sp>
          <p:nvSpPr>
            <p:cNvPr id="31784" name="Arc 58"/>
            <p:cNvSpPr>
              <a:spLocks/>
            </p:cNvSpPr>
            <p:nvPr/>
          </p:nvSpPr>
          <p:spPr bwMode="auto">
            <a:xfrm flipV="1">
              <a:off x="1269527" y="3037916"/>
              <a:ext cx="2058833" cy="322722"/>
            </a:xfrm>
            <a:custGeom>
              <a:avLst/>
              <a:gdLst>
                <a:gd name="T0" fmla="*/ 0 w 43200"/>
                <a:gd name="T1" fmla="*/ 0 h 22438"/>
                <a:gd name="T2" fmla="*/ 0 w 43200"/>
                <a:gd name="T3" fmla="*/ 0 h 22438"/>
                <a:gd name="T4" fmla="*/ 0 w 43200"/>
                <a:gd name="T5" fmla="*/ 0 h 22438"/>
                <a:gd name="T6" fmla="*/ 0 60000 65536"/>
                <a:gd name="T7" fmla="*/ 0 60000 65536"/>
                <a:gd name="T8" fmla="*/ 0 60000 65536"/>
                <a:gd name="T9" fmla="*/ 0 w 43200"/>
                <a:gd name="T10" fmla="*/ 0 h 22438"/>
                <a:gd name="T11" fmla="*/ 43200 w 43200"/>
                <a:gd name="T12" fmla="*/ 22438 h 22438"/>
              </a:gdLst>
              <a:ahLst/>
              <a:cxnLst>
                <a:cxn ang="T6">
                  <a:pos x="T0" y="T1"/>
                </a:cxn>
                <a:cxn ang="T7">
                  <a:pos x="T2" y="T3"/>
                </a:cxn>
                <a:cxn ang="T8">
                  <a:pos x="T4" y="T5"/>
                </a:cxn>
              </a:cxnLst>
              <a:rect l="T9" t="T10" r="T11" b="T12"/>
              <a:pathLst>
                <a:path w="43200" h="22438" fill="none" extrusionOk="0">
                  <a:moveTo>
                    <a:pt x="16" y="22437"/>
                  </a:moveTo>
                  <a:cubicBezTo>
                    <a:pt x="5" y="22158"/>
                    <a:pt x="0" y="21879"/>
                    <a:pt x="0" y="21600"/>
                  </a:cubicBezTo>
                  <a:cubicBezTo>
                    <a:pt x="0" y="9670"/>
                    <a:pt x="9670" y="0"/>
                    <a:pt x="21600" y="0"/>
                  </a:cubicBezTo>
                  <a:cubicBezTo>
                    <a:pt x="33529" y="-1"/>
                    <a:pt x="43199" y="9670"/>
                    <a:pt x="43200" y="21599"/>
                  </a:cubicBezTo>
                </a:path>
                <a:path w="43200" h="22438" stroke="0" extrusionOk="0">
                  <a:moveTo>
                    <a:pt x="16" y="22437"/>
                  </a:moveTo>
                  <a:cubicBezTo>
                    <a:pt x="5" y="22158"/>
                    <a:pt x="0" y="21879"/>
                    <a:pt x="0" y="21600"/>
                  </a:cubicBezTo>
                  <a:cubicBezTo>
                    <a:pt x="0" y="9670"/>
                    <a:pt x="9670" y="0"/>
                    <a:pt x="21600" y="0"/>
                  </a:cubicBezTo>
                  <a:cubicBezTo>
                    <a:pt x="33529" y="-1"/>
                    <a:pt x="43199" y="9670"/>
                    <a:pt x="43200" y="21599"/>
                  </a:cubicBezTo>
                  <a:lnTo>
                    <a:pt x="21600" y="21600"/>
                  </a:lnTo>
                  <a:lnTo>
                    <a:pt x="16" y="22437"/>
                  </a:lnTo>
                  <a:close/>
                </a:path>
              </a:pathLst>
            </a:custGeom>
            <a:solidFill>
              <a:schemeClr val="bg1"/>
            </a:solidFill>
            <a:ln w="12700">
              <a:solidFill>
                <a:srgbClr val="00B0F0"/>
              </a:solidFill>
              <a:round/>
              <a:headEnd/>
              <a:tailEnd/>
            </a:ln>
          </p:spPr>
          <p:txBody>
            <a:bodyPr wrap="none" anchor="ctr"/>
            <a:lstStyle/>
            <a:p>
              <a:endParaRPr lang="zh-CN" altLang="en-US"/>
            </a:p>
          </p:txBody>
        </p:sp>
        <p:sp>
          <p:nvSpPr>
            <p:cNvPr id="31785" name="Arc 59"/>
            <p:cNvSpPr>
              <a:spLocks/>
            </p:cNvSpPr>
            <p:nvPr/>
          </p:nvSpPr>
          <p:spPr bwMode="auto">
            <a:xfrm>
              <a:off x="1269527" y="2735931"/>
              <a:ext cx="2058833" cy="368084"/>
            </a:xfrm>
            <a:custGeom>
              <a:avLst/>
              <a:gdLst>
                <a:gd name="T0" fmla="*/ 0 w 43200"/>
                <a:gd name="T1" fmla="*/ 0 h 25611"/>
                <a:gd name="T2" fmla="*/ 0 w 43200"/>
                <a:gd name="T3" fmla="*/ 0 h 25611"/>
                <a:gd name="T4" fmla="*/ 0 w 43200"/>
                <a:gd name="T5" fmla="*/ 0 h 25611"/>
                <a:gd name="T6" fmla="*/ 0 60000 65536"/>
                <a:gd name="T7" fmla="*/ 0 60000 65536"/>
                <a:gd name="T8" fmla="*/ 0 60000 65536"/>
                <a:gd name="T9" fmla="*/ 0 w 43200"/>
                <a:gd name="T10" fmla="*/ 0 h 25611"/>
                <a:gd name="T11" fmla="*/ 43200 w 43200"/>
                <a:gd name="T12" fmla="*/ 25611 h 25611"/>
              </a:gdLst>
              <a:ahLst/>
              <a:cxnLst>
                <a:cxn ang="T6">
                  <a:pos x="T0" y="T1"/>
                </a:cxn>
                <a:cxn ang="T7">
                  <a:pos x="T2" y="T3"/>
                </a:cxn>
                <a:cxn ang="T8">
                  <a:pos x="T4" y="T5"/>
                </a:cxn>
              </a:cxnLst>
              <a:rect l="T9" t="T10" r="T11" b="T12"/>
              <a:pathLst>
                <a:path w="43200" h="25611" fill="none" extrusionOk="0">
                  <a:moveTo>
                    <a:pt x="16" y="22437"/>
                  </a:moveTo>
                  <a:cubicBezTo>
                    <a:pt x="5" y="22158"/>
                    <a:pt x="0" y="21879"/>
                    <a:pt x="0" y="21600"/>
                  </a:cubicBezTo>
                  <a:cubicBezTo>
                    <a:pt x="0" y="9670"/>
                    <a:pt x="9670" y="0"/>
                    <a:pt x="21600" y="0"/>
                  </a:cubicBezTo>
                  <a:cubicBezTo>
                    <a:pt x="33529" y="0"/>
                    <a:pt x="43200" y="9670"/>
                    <a:pt x="43200" y="21600"/>
                  </a:cubicBezTo>
                  <a:cubicBezTo>
                    <a:pt x="43200" y="22945"/>
                    <a:pt x="43074" y="24288"/>
                    <a:pt x="42824" y="25611"/>
                  </a:cubicBezTo>
                </a:path>
                <a:path w="43200" h="25611" stroke="0" extrusionOk="0">
                  <a:moveTo>
                    <a:pt x="16" y="22437"/>
                  </a:moveTo>
                  <a:cubicBezTo>
                    <a:pt x="5" y="22158"/>
                    <a:pt x="0" y="21879"/>
                    <a:pt x="0" y="21600"/>
                  </a:cubicBezTo>
                  <a:cubicBezTo>
                    <a:pt x="0" y="9670"/>
                    <a:pt x="9670" y="0"/>
                    <a:pt x="21600" y="0"/>
                  </a:cubicBezTo>
                  <a:cubicBezTo>
                    <a:pt x="33529" y="0"/>
                    <a:pt x="43200" y="9670"/>
                    <a:pt x="43200" y="21600"/>
                  </a:cubicBezTo>
                  <a:cubicBezTo>
                    <a:pt x="43200" y="22945"/>
                    <a:pt x="43074" y="24288"/>
                    <a:pt x="42824" y="25611"/>
                  </a:cubicBezTo>
                  <a:lnTo>
                    <a:pt x="21600" y="21600"/>
                  </a:lnTo>
                  <a:lnTo>
                    <a:pt x="16" y="22437"/>
                  </a:lnTo>
                  <a:close/>
                </a:path>
              </a:pathLst>
            </a:custGeom>
            <a:solidFill>
              <a:schemeClr val="bg1"/>
            </a:solidFill>
            <a:ln w="12700">
              <a:solidFill>
                <a:schemeClr val="tx1"/>
              </a:solidFill>
              <a:prstDash val="dash"/>
              <a:round/>
              <a:headEnd/>
              <a:tailEnd/>
            </a:ln>
          </p:spPr>
          <p:txBody>
            <a:bodyPr wrap="none" anchor="ctr"/>
            <a:lstStyle/>
            <a:p>
              <a:endParaRPr lang="zh-CN" altLang="en-US"/>
            </a:p>
          </p:txBody>
        </p:sp>
        <p:sp>
          <p:nvSpPr>
            <p:cNvPr id="31786" name="Line 61"/>
            <p:cNvSpPr>
              <a:spLocks noChangeShapeType="1"/>
            </p:cNvSpPr>
            <p:nvPr/>
          </p:nvSpPr>
          <p:spPr bwMode="auto">
            <a:xfrm flipH="1">
              <a:off x="2298942" y="2017336"/>
              <a:ext cx="0" cy="1012803"/>
            </a:xfrm>
            <a:prstGeom prst="line">
              <a:avLst/>
            </a:prstGeom>
            <a:noFill/>
            <a:ln w="9525">
              <a:solidFill>
                <a:srgbClr val="0070C0"/>
              </a:solidFill>
              <a:prstDash val="dash"/>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31787" name="Arc 62"/>
            <p:cNvSpPr>
              <a:spLocks/>
            </p:cNvSpPr>
            <p:nvPr/>
          </p:nvSpPr>
          <p:spPr bwMode="auto">
            <a:xfrm flipV="1">
              <a:off x="1442301" y="2469821"/>
              <a:ext cx="1734531" cy="179109"/>
            </a:xfrm>
            <a:custGeom>
              <a:avLst/>
              <a:gdLst>
                <a:gd name="T0" fmla="*/ 0 w 43200"/>
                <a:gd name="T1" fmla="*/ 0 h 22438"/>
                <a:gd name="T2" fmla="*/ 0 w 43200"/>
                <a:gd name="T3" fmla="*/ 0 h 22438"/>
                <a:gd name="T4" fmla="*/ 0 w 43200"/>
                <a:gd name="T5" fmla="*/ 0 h 22438"/>
                <a:gd name="T6" fmla="*/ 0 60000 65536"/>
                <a:gd name="T7" fmla="*/ 0 60000 65536"/>
                <a:gd name="T8" fmla="*/ 0 60000 65536"/>
                <a:gd name="T9" fmla="*/ 0 w 43200"/>
                <a:gd name="T10" fmla="*/ 0 h 22438"/>
                <a:gd name="T11" fmla="*/ 43200 w 43200"/>
                <a:gd name="T12" fmla="*/ 22438 h 22438"/>
              </a:gdLst>
              <a:ahLst/>
              <a:cxnLst>
                <a:cxn ang="T6">
                  <a:pos x="T0" y="T1"/>
                </a:cxn>
                <a:cxn ang="T7">
                  <a:pos x="T2" y="T3"/>
                </a:cxn>
                <a:cxn ang="T8">
                  <a:pos x="T4" y="T5"/>
                </a:cxn>
              </a:cxnLst>
              <a:rect l="T9" t="T10" r="T11" b="T12"/>
              <a:pathLst>
                <a:path w="43200" h="22438" fill="none" extrusionOk="0">
                  <a:moveTo>
                    <a:pt x="16" y="22437"/>
                  </a:moveTo>
                  <a:cubicBezTo>
                    <a:pt x="5" y="22158"/>
                    <a:pt x="0" y="21879"/>
                    <a:pt x="0" y="21600"/>
                  </a:cubicBezTo>
                  <a:cubicBezTo>
                    <a:pt x="0" y="9670"/>
                    <a:pt x="9670" y="0"/>
                    <a:pt x="21600" y="0"/>
                  </a:cubicBezTo>
                  <a:cubicBezTo>
                    <a:pt x="33529" y="-1"/>
                    <a:pt x="43199" y="9670"/>
                    <a:pt x="43200" y="21599"/>
                  </a:cubicBezTo>
                </a:path>
                <a:path w="43200" h="22438" stroke="0" extrusionOk="0">
                  <a:moveTo>
                    <a:pt x="16" y="22437"/>
                  </a:moveTo>
                  <a:cubicBezTo>
                    <a:pt x="5" y="22158"/>
                    <a:pt x="0" y="21879"/>
                    <a:pt x="0" y="21600"/>
                  </a:cubicBezTo>
                  <a:cubicBezTo>
                    <a:pt x="0" y="9670"/>
                    <a:pt x="9670" y="0"/>
                    <a:pt x="21600" y="0"/>
                  </a:cubicBezTo>
                  <a:cubicBezTo>
                    <a:pt x="33529" y="-1"/>
                    <a:pt x="43199" y="9670"/>
                    <a:pt x="43200" y="21599"/>
                  </a:cubicBezTo>
                  <a:lnTo>
                    <a:pt x="21600" y="21600"/>
                  </a:lnTo>
                  <a:lnTo>
                    <a:pt x="16" y="22437"/>
                  </a:lnTo>
                  <a:close/>
                </a:path>
              </a:pathLst>
            </a:custGeom>
            <a:noFill/>
            <a:ln w="12700">
              <a:solidFill>
                <a:srgbClr val="00B0F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66" name="Line 64"/>
            <p:cNvSpPr>
              <a:spLocks noChangeShapeType="1"/>
            </p:cNvSpPr>
            <p:nvPr/>
          </p:nvSpPr>
          <p:spPr bwMode="auto">
            <a:xfrm flipV="1">
              <a:off x="2299137" y="2506970"/>
              <a:ext cx="858289" cy="524286"/>
            </a:xfrm>
            <a:prstGeom prst="line">
              <a:avLst/>
            </a:prstGeom>
            <a:noFill/>
            <a:ln w="12700">
              <a:solidFill>
                <a:srgbClr val="0000FF"/>
              </a:solidFill>
              <a:prstDash val="dash"/>
              <a:round/>
              <a:headEnd type="none" w="med" len="med"/>
              <a:tailEnd type="none" w="med" len="med"/>
            </a:ln>
          </p:spPr>
          <p:txBody>
            <a:bodyPr/>
            <a:lstStyle/>
            <a:p>
              <a:pPr algn="l">
                <a:defRPr/>
              </a:pPr>
              <a:endParaRPr lang="zh-CN" altLang="en-US" sz="1800" b="0">
                <a:ln>
                  <a:solidFill>
                    <a:srgbClr val="0000FF"/>
                  </a:solidFill>
                </a:ln>
                <a:latin typeface="Times New Roman" pitchFamily="18" charset="0"/>
                <a:ea typeface="宋体" pitchFamily="2" charset="-122"/>
              </a:endParaRPr>
            </a:p>
          </p:txBody>
        </p:sp>
        <p:sp>
          <p:nvSpPr>
            <p:cNvPr id="31789" name="Text Box 68"/>
            <p:cNvSpPr txBox="1">
              <a:spLocks noChangeArrowheads="1"/>
            </p:cNvSpPr>
            <p:nvPr/>
          </p:nvSpPr>
          <p:spPr bwMode="auto">
            <a:xfrm>
              <a:off x="2609025" y="2667978"/>
              <a:ext cx="332139" cy="4923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l-GR" altLang="zh-CN" sz="1800" i="1">
                  <a:solidFill>
                    <a:srgbClr val="FF0000"/>
                  </a:solidFill>
                  <a:latin typeface="Times New Roman" pitchFamily="18" charset="0"/>
                  <a:ea typeface="宋体" pitchFamily="2" charset="-122"/>
                  <a:sym typeface="Symbol" pitchFamily="18" charset="2"/>
                </a:rPr>
                <a:t></a:t>
              </a:r>
              <a:endParaRPr lang="en-US" altLang="zh-CN" sz="1800" i="1">
                <a:solidFill>
                  <a:srgbClr val="FF0000"/>
                </a:solidFill>
                <a:latin typeface="Times New Roman" pitchFamily="18" charset="0"/>
                <a:ea typeface="宋体" pitchFamily="2" charset="-122"/>
                <a:sym typeface="Symbol" pitchFamily="18" charset="2"/>
              </a:endParaRPr>
            </a:p>
          </p:txBody>
        </p:sp>
        <p:sp>
          <p:nvSpPr>
            <p:cNvPr id="31790" name="Line 80"/>
            <p:cNvSpPr>
              <a:spLocks noChangeShapeType="1"/>
            </p:cNvSpPr>
            <p:nvPr/>
          </p:nvSpPr>
          <p:spPr bwMode="auto">
            <a:xfrm>
              <a:off x="2298943" y="3360638"/>
              <a:ext cx="0" cy="734873"/>
            </a:xfrm>
            <a:prstGeom prst="line">
              <a:avLst/>
            </a:prstGeom>
            <a:noFill/>
            <a:ln w="9525">
              <a:solidFill>
                <a:srgbClr val="0070C0"/>
              </a:solidFill>
              <a:prstDash val="dash"/>
              <a:round/>
              <a:headEnd/>
              <a:tailEnd/>
            </a:ln>
            <a:extLst>
              <a:ext uri="{909E8E84-426E-40DD-AFC4-6F175D3DCCD1}">
                <a14:hiddenFill xmlns:a14="http://schemas.microsoft.com/office/drawing/2010/main" xmlns="">
                  <a:noFill/>
                </a14:hiddenFill>
              </a:ext>
            </a:extLst>
          </p:spPr>
          <p:txBody>
            <a:bodyPr/>
            <a:lstStyle/>
            <a:p>
              <a:endParaRPr lang="zh-CN" altLang="en-US"/>
            </a:p>
          </p:txBody>
        </p:sp>
        <p:cxnSp>
          <p:nvCxnSpPr>
            <p:cNvPr id="31791" name="直接箭头连接符 37"/>
            <p:cNvCxnSpPr>
              <a:cxnSpLocks noChangeShapeType="1"/>
              <a:endCxn id="31783" idx="6"/>
            </p:cNvCxnSpPr>
            <p:nvPr/>
          </p:nvCxnSpPr>
          <p:spPr bwMode="auto">
            <a:xfrm flipV="1">
              <a:off x="2313978" y="3030139"/>
              <a:ext cx="1014382" cy="772"/>
            </a:xfrm>
            <a:prstGeom prst="straightConnector1">
              <a:avLst/>
            </a:prstGeom>
            <a:noFill/>
            <a:ln w="9525" algn="ctr">
              <a:solidFill>
                <a:srgbClr val="0070C0"/>
              </a:solidFill>
              <a:prstDash val="dash"/>
              <a:round/>
              <a:headEnd/>
              <a:tailEnd/>
            </a:ln>
            <a:extLst>
              <a:ext uri="{909E8E84-426E-40DD-AFC4-6F175D3DCCD1}">
                <a14:hiddenFill xmlns:a14="http://schemas.microsoft.com/office/drawing/2010/main" xmlns="">
                  <a:noFill/>
                </a14:hiddenFill>
              </a:ext>
            </a:extLst>
          </p:spPr>
        </p:cxnSp>
        <p:sp>
          <p:nvSpPr>
            <p:cNvPr id="87" name="弧形 86"/>
            <p:cNvSpPr/>
            <p:nvPr/>
          </p:nvSpPr>
          <p:spPr>
            <a:xfrm>
              <a:off x="2270584" y="2818404"/>
              <a:ext cx="387993" cy="385373"/>
            </a:xfrm>
            <a:prstGeom prst="arc">
              <a:avLst>
                <a:gd name="adj1" fmla="val 18677844"/>
                <a:gd name="adj2" fmla="val 82765"/>
              </a:avLst>
            </a:prstGeom>
            <a:ln>
              <a:solidFill>
                <a:srgbClr val="0000FF"/>
              </a:solidFill>
            </a:ln>
          </p:spPr>
          <p:style>
            <a:lnRef idx="1">
              <a:schemeClr val="accent1"/>
            </a:lnRef>
            <a:fillRef idx="0">
              <a:schemeClr val="accent1"/>
            </a:fillRef>
            <a:effectRef idx="0">
              <a:schemeClr val="accent1"/>
            </a:effectRef>
            <a:fontRef idx="minor">
              <a:schemeClr val="tx1"/>
            </a:fontRef>
          </p:style>
          <p:txBody>
            <a:bodyPr anchor="ctr"/>
            <a:lstStyle/>
            <a:p>
              <a:pPr>
                <a:defRPr/>
              </a:pPr>
              <a:endParaRPr lang="zh-CN" altLang="en-US" sz="1800" b="0"/>
            </a:p>
          </p:txBody>
        </p:sp>
        <p:graphicFrame>
          <p:nvGraphicFramePr>
            <p:cNvPr id="31793" name="对象 87"/>
            <p:cNvGraphicFramePr>
              <a:graphicFrameLocks noChangeAspect="1"/>
            </p:cNvGraphicFramePr>
            <p:nvPr/>
          </p:nvGraphicFramePr>
          <p:xfrm>
            <a:off x="2477797" y="1690670"/>
            <a:ext cx="217520" cy="273025"/>
          </p:xfrm>
          <a:graphic>
            <a:graphicData uri="http://schemas.openxmlformats.org/presentationml/2006/ole">
              <p:oleObj spid="_x0000_s31808" name="Equation" r:id="rId4" imgW="152334" imgH="190417" progId="Equation.DSMT4">
                <p:embed/>
              </p:oleObj>
            </a:graphicData>
          </a:graphic>
        </p:graphicFrame>
        <p:cxnSp>
          <p:nvCxnSpPr>
            <p:cNvPr id="90" name="直接箭头连接符 89"/>
            <p:cNvCxnSpPr>
              <a:stCxn id="31783" idx="0"/>
            </p:cNvCxnSpPr>
            <p:nvPr/>
          </p:nvCxnSpPr>
          <p:spPr>
            <a:xfrm flipH="1" flipV="1">
              <a:off x="2290739" y="1677971"/>
              <a:ext cx="8398" cy="32487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1795" name="Freeform 18"/>
            <p:cNvSpPr>
              <a:spLocks/>
            </p:cNvSpPr>
            <p:nvPr/>
          </p:nvSpPr>
          <p:spPr bwMode="auto">
            <a:xfrm>
              <a:off x="2156434" y="1860009"/>
              <a:ext cx="304800" cy="63500"/>
            </a:xfrm>
            <a:custGeom>
              <a:avLst/>
              <a:gdLst>
                <a:gd name="T0" fmla="*/ 0 w 192"/>
                <a:gd name="T1" fmla="*/ 2147483647 h 62"/>
                <a:gd name="T2" fmla="*/ 2147483647 w 192"/>
                <a:gd name="T3" fmla="*/ 2147483647 h 62"/>
                <a:gd name="T4" fmla="*/ 2147483647 w 192"/>
                <a:gd name="T5" fmla="*/ 0 h 62"/>
                <a:gd name="T6" fmla="*/ 0 60000 65536"/>
                <a:gd name="T7" fmla="*/ 0 60000 65536"/>
                <a:gd name="T8" fmla="*/ 0 60000 65536"/>
                <a:gd name="T9" fmla="*/ 0 w 192"/>
                <a:gd name="T10" fmla="*/ 0 h 62"/>
                <a:gd name="T11" fmla="*/ 192 w 192"/>
                <a:gd name="T12" fmla="*/ 62 h 62"/>
              </a:gdLst>
              <a:ahLst/>
              <a:cxnLst>
                <a:cxn ang="T6">
                  <a:pos x="T0" y="T1"/>
                </a:cxn>
                <a:cxn ang="T7">
                  <a:pos x="T2" y="T3"/>
                </a:cxn>
                <a:cxn ang="T8">
                  <a:pos x="T4" y="T5"/>
                </a:cxn>
              </a:cxnLst>
              <a:rect l="T9" t="T10" r="T11" b="T12"/>
              <a:pathLst>
                <a:path w="192" h="62">
                  <a:moveTo>
                    <a:pt x="0" y="12"/>
                  </a:moveTo>
                  <a:cubicBezTo>
                    <a:pt x="26" y="37"/>
                    <a:pt x="52" y="62"/>
                    <a:pt x="84" y="60"/>
                  </a:cubicBezTo>
                  <a:cubicBezTo>
                    <a:pt x="116" y="58"/>
                    <a:pt x="154" y="29"/>
                    <a:pt x="192" y="0"/>
                  </a:cubicBezTo>
                </a:path>
              </a:pathLst>
            </a:custGeom>
            <a:noFill/>
            <a:ln w="12700">
              <a:solidFill>
                <a:srgbClr val="0000FF"/>
              </a:solidFill>
              <a:round/>
              <a:headEnd/>
              <a:tailEnd type="arrow" w="med" len="me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92" name="Line 64"/>
            <p:cNvSpPr>
              <a:spLocks noChangeShapeType="1"/>
            </p:cNvSpPr>
            <p:nvPr/>
          </p:nvSpPr>
          <p:spPr bwMode="auto">
            <a:xfrm flipV="1">
              <a:off x="3165823" y="2139522"/>
              <a:ext cx="604665" cy="371929"/>
            </a:xfrm>
            <a:prstGeom prst="line">
              <a:avLst/>
            </a:prstGeom>
            <a:noFill/>
            <a:ln w="12700">
              <a:solidFill>
                <a:srgbClr val="0000FF"/>
              </a:solidFill>
              <a:prstDash val="dash"/>
              <a:round/>
              <a:headEnd type="none" w="med" len="med"/>
              <a:tailEnd type="none" w="med" len="med"/>
            </a:ln>
          </p:spPr>
          <p:txBody>
            <a:bodyPr/>
            <a:lstStyle/>
            <a:p>
              <a:pPr algn="l">
                <a:defRPr/>
              </a:pPr>
              <a:endParaRPr lang="zh-CN" altLang="en-US" sz="1800" b="0">
                <a:ln>
                  <a:solidFill>
                    <a:srgbClr val="0000FF"/>
                  </a:solidFill>
                </a:ln>
                <a:latin typeface="Times New Roman" pitchFamily="18" charset="0"/>
                <a:ea typeface="宋体" pitchFamily="2" charset="-122"/>
              </a:endParaRPr>
            </a:p>
          </p:txBody>
        </p:sp>
        <p:sp>
          <p:nvSpPr>
            <p:cNvPr id="93" name="椭圆 92"/>
            <p:cNvSpPr/>
            <p:nvPr/>
          </p:nvSpPr>
          <p:spPr>
            <a:xfrm>
              <a:off x="3140629" y="2206738"/>
              <a:ext cx="73904" cy="73937"/>
            </a:xfrm>
            <a:prstGeom prst="ellipse">
              <a:avLst/>
            </a:prstGeom>
            <a:solidFill>
              <a:srgbClr val="00B0F0"/>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800" b="0"/>
            </a:p>
          </p:txBody>
        </p:sp>
        <p:cxnSp>
          <p:nvCxnSpPr>
            <p:cNvPr id="95" name="直接连接符 94"/>
            <p:cNvCxnSpPr>
              <a:stCxn id="93" idx="6"/>
            </p:cNvCxnSpPr>
            <p:nvPr/>
          </p:nvCxnSpPr>
          <p:spPr>
            <a:xfrm flipV="1">
              <a:off x="3214533" y="2188814"/>
              <a:ext cx="461896" cy="5377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3431204" y="2188814"/>
              <a:ext cx="255303" cy="39209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sp>
          <p:nvSpPr>
            <p:cNvPr id="98" name="弧形 97"/>
            <p:cNvSpPr/>
            <p:nvPr/>
          </p:nvSpPr>
          <p:spPr>
            <a:xfrm>
              <a:off x="3157426" y="1848252"/>
              <a:ext cx="811258" cy="808834"/>
            </a:xfrm>
            <a:prstGeom prst="arc">
              <a:avLst>
                <a:gd name="adj1" fmla="val 6713748"/>
                <a:gd name="adj2" fmla="val 10738988"/>
              </a:avLst>
            </a:prstGeom>
            <a:ln>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anchor="ctr"/>
            <a:lstStyle/>
            <a:p>
              <a:pPr>
                <a:defRPr/>
              </a:pPr>
              <a:endParaRPr lang="zh-CN" altLang="en-US" sz="1800" b="0"/>
            </a:p>
          </p:txBody>
        </p:sp>
        <p:sp>
          <p:nvSpPr>
            <p:cNvPr id="99" name="椭圆 98"/>
            <p:cNvSpPr/>
            <p:nvPr/>
          </p:nvSpPr>
          <p:spPr>
            <a:xfrm>
              <a:off x="3395932" y="2576426"/>
              <a:ext cx="73904" cy="76178"/>
            </a:xfrm>
            <a:prstGeom prst="ellipse">
              <a:avLst/>
            </a:prstGeom>
            <a:solidFill>
              <a:srgbClr val="00B0F0"/>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800" b="0"/>
            </a:p>
          </p:txBody>
        </p:sp>
      </p:grpSp>
      <p:grpSp>
        <p:nvGrpSpPr>
          <p:cNvPr id="6" name="组合 107"/>
          <p:cNvGrpSpPr>
            <a:grpSpLocks/>
          </p:cNvGrpSpPr>
          <p:nvPr/>
        </p:nvGrpSpPr>
        <p:grpSpPr bwMode="auto">
          <a:xfrm>
            <a:off x="3883025" y="1689100"/>
            <a:ext cx="1841500" cy="1522413"/>
            <a:chOff x="3402102" y="1719207"/>
            <a:chExt cx="1947957" cy="2149671"/>
          </a:xfrm>
        </p:grpSpPr>
        <p:sp>
          <p:nvSpPr>
            <p:cNvPr id="31760" name="Line 26"/>
            <p:cNvSpPr>
              <a:spLocks noChangeShapeType="1"/>
            </p:cNvSpPr>
            <p:nvPr/>
          </p:nvSpPr>
          <p:spPr bwMode="auto">
            <a:xfrm>
              <a:off x="3638745" y="1875934"/>
              <a:ext cx="509049" cy="424206"/>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31761" name="Freeform 29"/>
            <p:cNvSpPr>
              <a:spLocks/>
            </p:cNvSpPr>
            <p:nvPr/>
          </p:nvSpPr>
          <p:spPr bwMode="auto">
            <a:xfrm>
              <a:off x="4134223" y="2117022"/>
              <a:ext cx="304800" cy="1409700"/>
            </a:xfrm>
            <a:custGeom>
              <a:avLst/>
              <a:gdLst>
                <a:gd name="T0" fmla="*/ 2147483647 w 180"/>
                <a:gd name="T1" fmla="*/ 0 h 852"/>
                <a:gd name="T2" fmla="*/ 2147483647 w 180"/>
                <a:gd name="T3" fmla="*/ 2147483647 h 852"/>
                <a:gd name="T4" fmla="*/ 2147483647 w 180"/>
                <a:gd name="T5" fmla="*/ 2147483647 h 852"/>
                <a:gd name="T6" fmla="*/ 2147483647 w 180"/>
                <a:gd name="T7" fmla="*/ 2147483647 h 852"/>
                <a:gd name="T8" fmla="*/ 0 w 180"/>
                <a:gd name="T9" fmla="*/ 2147483647 h 852"/>
                <a:gd name="T10" fmla="*/ 0 60000 65536"/>
                <a:gd name="T11" fmla="*/ 0 60000 65536"/>
                <a:gd name="T12" fmla="*/ 0 60000 65536"/>
                <a:gd name="T13" fmla="*/ 0 60000 65536"/>
                <a:gd name="T14" fmla="*/ 0 60000 65536"/>
                <a:gd name="T15" fmla="*/ 0 w 180"/>
                <a:gd name="T16" fmla="*/ 0 h 852"/>
                <a:gd name="T17" fmla="*/ 180 w 180"/>
                <a:gd name="T18" fmla="*/ 852 h 852"/>
              </a:gdLst>
              <a:ahLst/>
              <a:cxnLst>
                <a:cxn ang="T10">
                  <a:pos x="T0" y="T1"/>
                </a:cxn>
                <a:cxn ang="T11">
                  <a:pos x="T2" y="T3"/>
                </a:cxn>
                <a:cxn ang="T12">
                  <a:pos x="T4" y="T5"/>
                </a:cxn>
                <a:cxn ang="T13">
                  <a:pos x="T6" y="T7"/>
                </a:cxn>
                <a:cxn ang="T14">
                  <a:pos x="T8" y="T9"/>
                </a:cxn>
              </a:cxnLst>
              <a:rect l="T15" t="T16" r="T17" b="T18"/>
              <a:pathLst>
                <a:path w="180" h="852">
                  <a:moveTo>
                    <a:pt x="180" y="0"/>
                  </a:moveTo>
                  <a:cubicBezTo>
                    <a:pt x="179" y="98"/>
                    <a:pt x="178" y="196"/>
                    <a:pt x="168" y="288"/>
                  </a:cubicBezTo>
                  <a:cubicBezTo>
                    <a:pt x="158" y="380"/>
                    <a:pt x="140" y="474"/>
                    <a:pt x="120" y="552"/>
                  </a:cubicBezTo>
                  <a:cubicBezTo>
                    <a:pt x="100" y="630"/>
                    <a:pt x="68" y="706"/>
                    <a:pt x="48" y="756"/>
                  </a:cubicBezTo>
                  <a:cubicBezTo>
                    <a:pt x="28" y="806"/>
                    <a:pt x="14" y="829"/>
                    <a:pt x="0" y="852"/>
                  </a:cubicBezTo>
                </a:path>
              </a:pathLst>
            </a:custGeom>
            <a:noFill/>
            <a:ln w="12700">
              <a:solidFill>
                <a:srgbClr val="FF33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1762" name="Freeform 30"/>
            <p:cNvSpPr>
              <a:spLocks/>
            </p:cNvSpPr>
            <p:nvPr/>
          </p:nvSpPr>
          <p:spPr bwMode="auto">
            <a:xfrm rot="1660415" flipH="1" flipV="1">
              <a:off x="4458073" y="2269422"/>
              <a:ext cx="304800" cy="1409700"/>
            </a:xfrm>
            <a:custGeom>
              <a:avLst/>
              <a:gdLst>
                <a:gd name="T0" fmla="*/ 2147483647 w 180"/>
                <a:gd name="T1" fmla="*/ 0 h 852"/>
                <a:gd name="T2" fmla="*/ 2147483647 w 180"/>
                <a:gd name="T3" fmla="*/ 2147483647 h 852"/>
                <a:gd name="T4" fmla="*/ 2147483647 w 180"/>
                <a:gd name="T5" fmla="*/ 2147483647 h 852"/>
                <a:gd name="T6" fmla="*/ 2147483647 w 180"/>
                <a:gd name="T7" fmla="*/ 2147483647 h 852"/>
                <a:gd name="T8" fmla="*/ 0 w 180"/>
                <a:gd name="T9" fmla="*/ 2147483647 h 852"/>
                <a:gd name="T10" fmla="*/ 0 60000 65536"/>
                <a:gd name="T11" fmla="*/ 0 60000 65536"/>
                <a:gd name="T12" fmla="*/ 0 60000 65536"/>
                <a:gd name="T13" fmla="*/ 0 60000 65536"/>
                <a:gd name="T14" fmla="*/ 0 60000 65536"/>
                <a:gd name="T15" fmla="*/ 0 w 180"/>
                <a:gd name="T16" fmla="*/ 0 h 852"/>
                <a:gd name="T17" fmla="*/ 180 w 180"/>
                <a:gd name="T18" fmla="*/ 852 h 852"/>
              </a:gdLst>
              <a:ahLst/>
              <a:cxnLst>
                <a:cxn ang="T10">
                  <a:pos x="T0" y="T1"/>
                </a:cxn>
                <a:cxn ang="T11">
                  <a:pos x="T2" y="T3"/>
                </a:cxn>
                <a:cxn ang="T12">
                  <a:pos x="T4" y="T5"/>
                </a:cxn>
                <a:cxn ang="T13">
                  <a:pos x="T6" y="T7"/>
                </a:cxn>
                <a:cxn ang="T14">
                  <a:pos x="T8" y="T9"/>
                </a:cxn>
              </a:cxnLst>
              <a:rect l="T15" t="T16" r="T17" b="T18"/>
              <a:pathLst>
                <a:path w="180" h="852">
                  <a:moveTo>
                    <a:pt x="180" y="0"/>
                  </a:moveTo>
                  <a:cubicBezTo>
                    <a:pt x="179" y="98"/>
                    <a:pt x="178" y="196"/>
                    <a:pt x="168" y="288"/>
                  </a:cubicBezTo>
                  <a:cubicBezTo>
                    <a:pt x="158" y="380"/>
                    <a:pt x="140" y="474"/>
                    <a:pt x="120" y="552"/>
                  </a:cubicBezTo>
                  <a:cubicBezTo>
                    <a:pt x="100" y="630"/>
                    <a:pt x="68" y="706"/>
                    <a:pt x="48" y="756"/>
                  </a:cubicBezTo>
                  <a:cubicBezTo>
                    <a:pt x="28" y="806"/>
                    <a:pt x="14" y="829"/>
                    <a:pt x="0" y="852"/>
                  </a:cubicBezTo>
                </a:path>
              </a:pathLst>
            </a:custGeom>
            <a:noFill/>
            <a:ln w="12700">
              <a:solidFill>
                <a:srgbClr val="FF33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1763" name="Line 31"/>
            <p:cNvSpPr>
              <a:spLocks noChangeShapeType="1"/>
            </p:cNvSpPr>
            <p:nvPr/>
          </p:nvSpPr>
          <p:spPr bwMode="auto">
            <a:xfrm flipH="1" flipV="1">
              <a:off x="4077073" y="2574222"/>
              <a:ext cx="342900" cy="38100"/>
            </a:xfrm>
            <a:prstGeom prst="line">
              <a:avLst/>
            </a:prstGeom>
            <a:noFill/>
            <a:ln w="19050">
              <a:solidFill>
                <a:srgbClr val="0000FF"/>
              </a:solidFill>
              <a:round/>
              <a:headEnd/>
              <a:tailEnd type="triangle" w="sm" len="me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31764" name="Line 32"/>
            <p:cNvSpPr>
              <a:spLocks noChangeShapeType="1"/>
            </p:cNvSpPr>
            <p:nvPr/>
          </p:nvSpPr>
          <p:spPr bwMode="auto">
            <a:xfrm>
              <a:off x="4439023" y="2184578"/>
              <a:ext cx="998" cy="200401"/>
            </a:xfrm>
            <a:prstGeom prst="line">
              <a:avLst/>
            </a:prstGeom>
            <a:noFill/>
            <a:ln w="9525">
              <a:solidFill>
                <a:srgbClr val="FF3300"/>
              </a:solidFill>
              <a:round/>
              <a:headEnd/>
              <a:tailEnd type="arrow" w="sm" len="me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31765" name="Line 33"/>
            <p:cNvSpPr>
              <a:spLocks noChangeShapeType="1"/>
            </p:cNvSpPr>
            <p:nvPr/>
          </p:nvSpPr>
          <p:spPr bwMode="auto">
            <a:xfrm>
              <a:off x="4696198" y="2745672"/>
              <a:ext cx="228600" cy="209550"/>
            </a:xfrm>
            <a:prstGeom prst="line">
              <a:avLst/>
            </a:prstGeom>
            <a:noFill/>
            <a:ln w="19050">
              <a:solidFill>
                <a:srgbClr val="0000FF"/>
              </a:solidFill>
              <a:round/>
              <a:headEnd/>
              <a:tailEnd type="triangle" w="sm" len="me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31766" name="Line 34"/>
            <p:cNvSpPr>
              <a:spLocks noChangeShapeType="1"/>
            </p:cNvSpPr>
            <p:nvPr/>
          </p:nvSpPr>
          <p:spPr bwMode="auto">
            <a:xfrm flipV="1">
              <a:off x="4524846" y="2755295"/>
              <a:ext cx="133350" cy="171450"/>
            </a:xfrm>
            <a:prstGeom prst="line">
              <a:avLst/>
            </a:prstGeom>
            <a:noFill/>
            <a:ln w="9525">
              <a:solidFill>
                <a:srgbClr val="FF3300"/>
              </a:solidFill>
              <a:round/>
              <a:headEnd/>
              <a:tailEnd type="arrow" w="sm" len="med"/>
            </a:ln>
            <a:extLst>
              <a:ext uri="{909E8E84-426E-40DD-AFC4-6F175D3DCCD1}">
                <a14:hiddenFill xmlns:a14="http://schemas.microsoft.com/office/drawing/2010/main" xmlns="">
                  <a:noFill/>
                </a14:hiddenFill>
              </a:ext>
            </a:extLst>
          </p:spPr>
          <p:txBody>
            <a:bodyPr wrap="none" anchor="ctr"/>
            <a:lstStyle/>
            <a:p>
              <a:endParaRPr lang="zh-CN" altLang="en-US"/>
            </a:p>
          </p:txBody>
        </p:sp>
        <p:grpSp>
          <p:nvGrpSpPr>
            <p:cNvPr id="31767" name="Group 35"/>
            <p:cNvGrpSpPr>
              <a:grpSpLocks/>
            </p:cNvGrpSpPr>
            <p:nvPr/>
          </p:nvGrpSpPr>
          <p:grpSpPr bwMode="auto">
            <a:xfrm rot="270818">
              <a:off x="3677398" y="2536137"/>
              <a:ext cx="1409700" cy="352425"/>
              <a:chOff x="4104" y="1728"/>
              <a:chExt cx="888" cy="222"/>
            </a:xfrm>
          </p:grpSpPr>
          <p:sp>
            <p:nvSpPr>
              <p:cNvPr id="31780" name="Freeform 36"/>
              <p:cNvSpPr>
                <a:spLocks/>
              </p:cNvSpPr>
              <p:nvPr/>
            </p:nvSpPr>
            <p:spPr bwMode="auto">
              <a:xfrm rot="15315806" flipH="1">
                <a:off x="4452" y="1380"/>
                <a:ext cx="192" cy="888"/>
              </a:xfrm>
              <a:custGeom>
                <a:avLst/>
                <a:gdLst>
                  <a:gd name="T0" fmla="*/ 8170331 w 180"/>
                  <a:gd name="T1" fmla="*/ 0 h 852"/>
                  <a:gd name="T2" fmla="*/ 7650969 w 180"/>
                  <a:gd name="T3" fmla="*/ 278079 h 852"/>
                  <a:gd name="T4" fmla="*/ 5362144 w 180"/>
                  <a:gd name="T5" fmla="*/ 529576 h 852"/>
                  <a:gd name="T6" fmla="*/ 2110975 w 180"/>
                  <a:gd name="T7" fmla="*/ 727110 h 852"/>
                  <a:gd name="T8" fmla="*/ 0 w 180"/>
                  <a:gd name="T9" fmla="*/ 820169 h 852"/>
                  <a:gd name="T10" fmla="*/ 0 60000 65536"/>
                  <a:gd name="T11" fmla="*/ 0 60000 65536"/>
                  <a:gd name="T12" fmla="*/ 0 60000 65536"/>
                  <a:gd name="T13" fmla="*/ 0 60000 65536"/>
                  <a:gd name="T14" fmla="*/ 0 60000 65536"/>
                  <a:gd name="T15" fmla="*/ 0 w 180"/>
                  <a:gd name="T16" fmla="*/ 0 h 852"/>
                  <a:gd name="T17" fmla="*/ 180 w 180"/>
                  <a:gd name="T18" fmla="*/ 852 h 852"/>
                </a:gdLst>
                <a:ahLst/>
                <a:cxnLst>
                  <a:cxn ang="T10">
                    <a:pos x="T0" y="T1"/>
                  </a:cxn>
                  <a:cxn ang="T11">
                    <a:pos x="T2" y="T3"/>
                  </a:cxn>
                  <a:cxn ang="T12">
                    <a:pos x="T4" y="T5"/>
                  </a:cxn>
                  <a:cxn ang="T13">
                    <a:pos x="T6" y="T7"/>
                  </a:cxn>
                  <a:cxn ang="T14">
                    <a:pos x="T8" y="T9"/>
                  </a:cxn>
                </a:cxnLst>
                <a:rect l="T15" t="T16" r="T17" b="T18"/>
                <a:pathLst>
                  <a:path w="180" h="852">
                    <a:moveTo>
                      <a:pt x="180" y="0"/>
                    </a:moveTo>
                    <a:cubicBezTo>
                      <a:pt x="179" y="98"/>
                      <a:pt x="178" y="196"/>
                      <a:pt x="168" y="288"/>
                    </a:cubicBezTo>
                    <a:cubicBezTo>
                      <a:pt x="158" y="380"/>
                      <a:pt x="140" y="474"/>
                      <a:pt x="120" y="552"/>
                    </a:cubicBezTo>
                    <a:cubicBezTo>
                      <a:pt x="100" y="630"/>
                      <a:pt x="68" y="706"/>
                      <a:pt x="48" y="756"/>
                    </a:cubicBezTo>
                    <a:cubicBezTo>
                      <a:pt x="28" y="806"/>
                      <a:pt x="14" y="829"/>
                      <a:pt x="0" y="852"/>
                    </a:cubicBezTo>
                  </a:path>
                </a:pathLst>
              </a:custGeom>
              <a:noFill/>
              <a:ln w="12700">
                <a:solidFill>
                  <a:srgbClr val="FF33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1781" name="Line 37"/>
              <p:cNvSpPr>
                <a:spLocks noChangeShapeType="1"/>
              </p:cNvSpPr>
              <p:nvPr/>
            </p:nvSpPr>
            <p:spPr bwMode="auto">
              <a:xfrm flipH="1">
                <a:off x="4410" y="1914"/>
                <a:ext cx="84" cy="36"/>
              </a:xfrm>
              <a:prstGeom prst="line">
                <a:avLst/>
              </a:prstGeom>
              <a:noFill/>
              <a:ln w="9525">
                <a:solidFill>
                  <a:srgbClr val="FF3300"/>
                </a:solidFill>
                <a:round/>
                <a:headEnd/>
                <a:tailEnd type="arrow" w="sm" len="med"/>
              </a:ln>
              <a:extLst>
                <a:ext uri="{909E8E84-426E-40DD-AFC4-6F175D3DCCD1}">
                  <a14:hiddenFill xmlns:a14="http://schemas.microsoft.com/office/drawing/2010/main" xmlns="">
                    <a:noFill/>
                  </a14:hiddenFill>
                </a:ext>
              </a:extLst>
            </p:spPr>
            <p:txBody>
              <a:bodyPr wrap="none" anchor="ctr"/>
              <a:lstStyle/>
              <a:p>
                <a:endParaRPr lang="zh-CN" altLang="en-US"/>
              </a:p>
            </p:txBody>
          </p:sp>
        </p:grpSp>
        <p:grpSp>
          <p:nvGrpSpPr>
            <p:cNvPr id="31768" name="Group 38"/>
            <p:cNvGrpSpPr>
              <a:grpSpLocks/>
            </p:cNvGrpSpPr>
            <p:nvPr/>
          </p:nvGrpSpPr>
          <p:grpSpPr bwMode="auto">
            <a:xfrm rot="337935">
              <a:off x="3677023" y="2917122"/>
              <a:ext cx="1409700" cy="304800"/>
              <a:chOff x="4104" y="1968"/>
              <a:chExt cx="888" cy="192"/>
            </a:xfrm>
          </p:grpSpPr>
          <p:sp>
            <p:nvSpPr>
              <p:cNvPr id="31778" name="Freeform 39"/>
              <p:cNvSpPr>
                <a:spLocks/>
              </p:cNvSpPr>
              <p:nvPr/>
            </p:nvSpPr>
            <p:spPr bwMode="auto">
              <a:xfrm rot="17043429" flipV="1">
                <a:off x="4452" y="1620"/>
                <a:ext cx="192" cy="888"/>
              </a:xfrm>
              <a:custGeom>
                <a:avLst/>
                <a:gdLst>
                  <a:gd name="T0" fmla="*/ 8170331 w 180"/>
                  <a:gd name="T1" fmla="*/ 0 h 852"/>
                  <a:gd name="T2" fmla="*/ 7650969 w 180"/>
                  <a:gd name="T3" fmla="*/ 278079 h 852"/>
                  <a:gd name="T4" fmla="*/ 5362144 w 180"/>
                  <a:gd name="T5" fmla="*/ 529576 h 852"/>
                  <a:gd name="T6" fmla="*/ 2110975 w 180"/>
                  <a:gd name="T7" fmla="*/ 727110 h 852"/>
                  <a:gd name="T8" fmla="*/ 0 w 180"/>
                  <a:gd name="T9" fmla="*/ 820169 h 852"/>
                  <a:gd name="T10" fmla="*/ 0 60000 65536"/>
                  <a:gd name="T11" fmla="*/ 0 60000 65536"/>
                  <a:gd name="T12" fmla="*/ 0 60000 65536"/>
                  <a:gd name="T13" fmla="*/ 0 60000 65536"/>
                  <a:gd name="T14" fmla="*/ 0 60000 65536"/>
                  <a:gd name="T15" fmla="*/ 0 w 180"/>
                  <a:gd name="T16" fmla="*/ 0 h 852"/>
                  <a:gd name="T17" fmla="*/ 180 w 180"/>
                  <a:gd name="T18" fmla="*/ 852 h 852"/>
                </a:gdLst>
                <a:ahLst/>
                <a:cxnLst>
                  <a:cxn ang="T10">
                    <a:pos x="T0" y="T1"/>
                  </a:cxn>
                  <a:cxn ang="T11">
                    <a:pos x="T2" y="T3"/>
                  </a:cxn>
                  <a:cxn ang="T12">
                    <a:pos x="T4" y="T5"/>
                  </a:cxn>
                  <a:cxn ang="T13">
                    <a:pos x="T6" y="T7"/>
                  </a:cxn>
                  <a:cxn ang="T14">
                    <a:pos x="T8" y="T9"/>
                  </a:cxn>
                </a:cxnLst>
                <a:rect l="T15" t="T16" r="T17" b="T18"/>
                <a:pathLst>
                  <a:path w="180" h="852">
                    <a:moveTo>
                      <a:pt x="180" y="0"/>
                    </a:moveTo>
                    <a:cubicBezTo>
                      <a:pt x="179" y="98"/>
                      <a:pt x="178" y="196"/>
                      <a:pt x="168" y="288"/>
                    </a:cubicBezTo>
                    <a:cubicBezTo>
                      <a:pt x="158" y="380"/>
                      <a:pt x="140" y="474"/>
                      <a:pt x="120" y="552"/>
                    </a:cubicBezTo>
                    <a:cubicBezTo>
                      <a:pt x="100" y="630"/>
                      <a:pt x="68" y="706"/>
                      <a:pt x="48" y="756"/>
                    </a:cubicBezTo>
                    <a:cubicBezTo>
                      <a:pt x="28" y="806"/>
                      <a:pt x="14" y="829"/>
                      <a:pt x="0" y="852"/>
                    </a:cubicBezTo>
                  </a:path>
                </a:pathLst>
              </a:custGeom>
              <a:noFill/>
              <a:ln w="12700">
                <a:solidFill>
                  <a:srgbClr val="FF33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1779" name="Line 40"/>
              <p:cNvSpPr>
                <a:spLocks noChangeShapeType="1"/>
              </p:cNvSpPr>
              <p:nvPr/>
            </p:nvSpPr>
            <p:spPr bwMode="auto">
              <a:xfrm>
                <a:off x="4690" y="2043"/>
                <a:ext cx="132" cy="12"/>
              </a:xfrm>
              <a:prstGeom prst="line">
                <a:avLst/>
              </a:prstGeom>
              <a:noFill/>
              <a:ln w="9525">
                <a:solidFill>
                  <a:srgbClr val="FF3300"/>
                </a:solidFill>
                <a:round/>
                <a:headEnd/>
                <a:tailEnd type="arrow" w="sm" len="med"/>
              </a:ln>
              <a:extLst>
                <a:ext uri="{909E8E84-426E-40DD-AFC4-6F175D3DCCD1}">
                  <a14:hiddenFill xmlns:a14="http://schemas.microsoft.com/office/drawing/2010/main" xmlns="">
                    <a:noFill/>
                  </a14:hiddenFill>
                </a:ext>
              </a:extLst>
            </p:spPr>
            <p:txBody>
              <a:bodyPr wrap="none" anchor="ctr"/>
              <a:lstStyle/>
              <a:p>
                <a:endParaRPr lang="zh-CN" altLang="en-US"/>
              </a:p>
            </p:txBody>
          </p:sp>
        </p:grpSp>
        <p:sp>
          <p:nvSpPr>
            <p:cNvPr id="31769" name="Text Box 43"/>
            <p:cNvSpPr txBox="1">
              <a:spLocks noChangeArrowheads="1"/>
            </p:cNvSpPr>
            <p:nvPr/>
          </p:nvSpPr>
          <p:spPr bwMode="auto">
            <a:xfrm>
              <a:off x="4259628" y="1719207"/>
              <a:ext cx="300052" cy="4924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spcBef>
                  <a:spcPct val="50000"/>
                </a:spcBef>
              </a:pPr>
              <a:r>
                <a:rPr kumimoji="1" lang="en-US" altLang="zh-CN" sz="1800">
                  <a:latin typeface="Times New Roman" pitchFamily="18" charset="0"/>
                  <a:ea typeface="宋体" pitchFamily="2" charset="-122"/>
                </a:rPr>
                <a:t>1</a:t>
              </a:r>
            </a:p>
          </p:txBody>
        </p:sp>
        <p:sp>
          <p:nvSpPr>
            <p:cNvPr id="31770" name="Text Box 44"/>
            <p:cNvSpPr txBox="1">
              <a:spLocks noChangeArrowheads="1"/>
            </p:cNvSpPr>
            <p:nvPr/>
          </p:nvSpPr>
          <p:spPr bwMode="auto">
            <a:xfrm>
              <a:off x="3907025" y="3376459"/>
              <a:ext cx="357754" cy="4924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spcBef>
                  <a:spcPct val="50000"/>
                </a:spcBef>
              </a:pPr>
              <a:r>
                <a:rPr kumimoji="1" lang="en-US" altLang="zh-CN" sz="1800">
                  <a:latin typeface="Times New Roman" pitchFamily="18" charset="0"/>
                  <a:ea typeface="宋体" pitchFamily="2" charset="-122"/>
                </a:rPr>
                <a:t>1</a:t>
              </a:r>
              <a:r>
                <a:rPr kumimoji="1" lang="en-US" altLang="zh-CN" sz="1800">
                  <a:latin typeface="Times New Roman" pitchFamily="18" charset="0"/>
                  <a:ea typeface="宋体" pitchFamily="2" charset="-122"/>
                  <a:sym typeface="Symbol" pitchFamily="18" charset="2"/>
                </a:rPr>
                <a:t></a:t>
              </a:r>
              <a:endParaRPr kumimoji="1" lang="en-US" altLang="zh-CN" sz="1800">
                <a:latin typeface="Times New Roman" pitchFamily="18" charset="0"/>
                <a:ea typeface="宋体" pitchFamily="2" charset="-122"/>
              </a:endParaRPr>
            </a:p>
          </p:txBody>
        </p:sp>
        <p:sp>
          <p:nvSpPr>
            <p:cNvPr id="31771" name="Text Box 45"/>
            <p:cNvSpPr txBox="1">
              <a:spLocks noChangeArrowheads="1"/>
            </p:cNvSpPr>
            <p:nvPr/>
          </p:nvSpPr>
          <p:spPr bwMode="auto">
            <a:xfrm>
              <a:off x="5030856" y="2100207"/>
              <a:ext cx="300052" cy="4924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spcBef>
                  <a:spcPct val="50000"/>
                </a:spcBef>
              </a:pPr>
              <a:r>
                <a:rPr kumimoji="1" lang="en-US" altLang="zh-CN" sz="1800">
                  <a:latin typeface="Times New Roman" pitchFamily="18" charset="0"/>
                  <a:ea typeface="宋体" pitchFamily="2" charset="-122"/>
                </a:rPr>
                <a:t>2</a:t>
              </a:r>
            </a:p>
          </p:txBody>
        </p:sp>
        <p:sp>
          <p:nvSpPr>
            <p:cNvPr id="31772" name="Text Box 46"/>
            <p:cNvSpPr txBox="1">
              <a:spLocks noChangeArrowheads="1"/>
            </p:cNvSpPr>
            <p:nvPr/>
          </p:nvSpPr>
          <p:spPr bwMode="auto">
            <a:xfrm>
              <a:off x="3402102" y="2700282"/>
              <a:ext cx="357754" cy="4924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spcBef>
                  <a:spcPct val="50000"/>
                </a:spcBef>
              </a:pPr>
              <a:r>
                <a:rPr kumimoji="1" lang="en-US" altLang="zh-CN" sz="1800">
                  <a:latin typeface="Times New Roman" pitchFamily="18" charset="0"/>
                  <a:ea typeface="宋体" pitchFamily="2" charset="-122"/>
                </a:rPr>
                <a:t>2</a:t>
              </a:r>
              <a:r>
                <a:rPr kumimoji="1" lang="en-US" altLang="zh-CN" sz="1800">
                  <a:latin typeface="Times New Roman" pitchFamily="18" charset="0"/>
                  <a:ea typeface="宋体" pitchFamily="2" charset="-122"/>
                  <a:sym typeface="Symbol" pitchFamily="18" charset="2"/>
                </a:rPr>
                <a:t></a:t>
              </a:r>
              <a:endParaRPr kumimoji="1" lang="en-US" altLang="zh-CN" sz="1800">
                <a:latin typeface="Times New Roman" pitchFamily="18" charset="0"/>
                <a:ea typeface="宋体" pitchFamily="2" charset="-122"/>
              </a:endParaRPr>
            </a:p>
          </p:txBody>
        </p:sp>
        <p:sp>
          <p:nvSpPr>
            <p:cNvPr id="31773" name="Text Box 47"/>
            <p:cNvSpPr txBox="1">
              <a:spLocks noChangeArrowheads="1"/>
            </p:cNvSpPr>
            <p:nvPr/>
          </p:nvSpPr>
          <p:spPr bwMode="auto">
            <a:xfrm>
              <a:off x="5050007" y="2966884"/>
              <a:ext cx="300052" cy="4924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spcBef>
                  <a:spcPct val="50000"/>
                </a:spcBef>
              </a:pPr>
              <a:r>
                <a:rPr kumimoji="1" lang="en-US" altLang="zh-CN" sz="1800">
                  <a:latin typeface="Times New Roman" pitchFamily="18" charset="0"/>
                  <a:ea typeface="宋体" pitchFamily="2" charset="-122"/>
                </a:rPr>
                <a:t>3</a:t>
              </a:r>
            </a:p>
          </p:txBody>
        </p:sp>
        <p:sp>
          <p:nvSpPr>
            <p:cNvPr id="31774" name="Freeform 48"/>
            <p:cNvSpPr>
              <a:spLocks/>
            </p:cNvSpPr>
            <p:nvPr/>
          </p:nvSpPr>
          <p:spPr bwMode="auto">
            <a:xfrm rot="-554950">
              <a:off x="4638852" y="1926326"/>
              <a:ext cx="419100" cy="342900"/>
            </a:xfrm>
            <a:custGeom>
              <a:avLst/>
              <a:gdLst>
                <a:gd name="T0" fmla="*/ 0 w 264"/>
                <a:gd name="T1" fmla="*/ 0 h 216"/>
                <a:gd name="T2" fmla="*/ 2147483647 w 264"/>
                <a:gd name="T3" fmla="*/ 2147483647 h 216"/>
                <a:gd name="T4" fmla="*/ 2147483647 w 264"/>
                <a:gd name="T5" fmla="*/ 2147483647 h 216"/>
                <a:gd name="T6" fmla="*/ 0 60000 65536"/>
                <a:gd name="T7" fmla="*/ 0 60000 65536"/>
                <a:gd name="T8" fmla="*/ 0 60000 65536"/>
                <a:gd name="T9" fmla="*/ 0 w 264"/>
                <a:gd name="T10" fmla="*/ 0 h 216"/>
                <a:gd name="T11" fmla="*/ 264 w 264"/>
                <a:gd name="T12" fmla="*/ 216 h 216"/>
              </a:gdLst>
              <a:ahLst/>
              <a:cxnLst>
                <a:cxn ang="T6">
                  <a:pos x="T0" y="T1"/>
                </a:cxn>
                <a:cxn ang="T7">
                  <a:pos x="T2" y="T3"/>
                </a:cxn>
                <a:cxn ang="T8">
                  <a:pos x="T4" y="T5"/>
                </a:cxn>
              </a:cxnLst>
              <a:rect l="T9" t="T10" r="T11" b="T12"/>
              <a:pathLst>
                <a:path w="264" h="216">
                  <a:moveTo>
                    <a:pt x="0" y="0"/>
                  </a:moveTo>
                  <a:cubicBezTo>
                    <a:pt x="56" y="30"/>
                    <a:pt x="112" y="60"/>
                    <a:pt x="156" y="96"/>
                  </a:cubicBezTo>
                  <a:cubicBezTo>
                    <a:pt x="200" y="132"/>
                    <a:pt x="232" y="174"/>
                    <a:pt x="264" y="216"/>
                  </a:cubicBezTo>
                </a:path>
              </a:pathLst>
            </a:custGeom>
            <a:noFill/>
            <a:ln w="12700">
              <a:solidFill>
                <a:srgbClr val="FF0000"/>
              </a:solidFill>
              <a:round/>
              <a:headEnd/>
              <a:tailEnd type="arrow" w="med" len="me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1775" name="TextBox 100"/>
            <p:cNvSpPr txBox="1">
              <a:spLocks noChangeArrowheads="1"/>
            </p:cNvSpPr>
            <p:nvPr/>
          </p:nvSpPr>
          <p:spPr bwMode="auto">
            <a:xfrm>
              <a:off x="3733009" y="2309567"/>
              <a:ext cx="407443" cy="4924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i="1">
                  <a:latin typeface="Times New Roman" pitchFamily="18" charset="0"/>
                  <a:ea typeface="宋体" pitchFamily="2" charset="-122"/>
                </a:rPr>
                <a:t>F</a:t>
              </a:r>
              <a:r>
                <a:rPr lang="en-US" altLang="zh-CN" sz="1800" baseline="-25000">
                  <a:latin typeface="Times New Roman" pitchFamily="18" charset="0"/>
                  <a:ea typeface="宋体" pitchFamily="2" charset="-122"/>
                </a:rPr>
                <a:t>c</a:t>
              </a:r>
              <a:endParaRPr lang="zh-CN" altLang="en-US" sz="1800" baseline="-25000">
                <a:latin typeface="Times New Roman" pitchFamily="18" charset="0"/>
                <a:ea typeface="宋体" pitchFamily="2" charset="-122"/>
              </a:endParaRPr>
            </a:p>
          </p:txBody>
        </p:sp>
        <p:sp>
          <p:nvSpPr>
            <p:cNvPr id="31776" name="TextBox 101"/>
            <p:cNvSpPr txBox="1">
              <a:spLocks noChangeArrowheads="1"/>
            </p:cNvSpPr>
            <p:nvPr/>
          </p:nvSpPr>
          <p:spPr bwMode="auto">
            <a:xfrm>
              <a:off x="4835947" y="2724347"/>
              <a:ext cx="407443" cy="4924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i="1">
                  <a:latin typeface="Times New Roman" pitchFamily="18" charset="0"/>
                  <a:ea typeface="宋体" pitchFamily="2" charset="-122"/>
                </a:rPr>
                <a:t>F</a:t>
              </a:r>
              <a:r>
                <a:rPr lang="en-US" altLang="zh-CN" sz="1800" baseline="-25000">
                  <a:latin typeface="Times New Roman" pitchFamily="18" charset="0"/>
                  <a:ea typeface="宋体" pitchFamily="2" charset="-122"/>
                </a:rPr>
                <a:t>c</a:t>
              </a:r>
              <a:endParaRPr lang="zh-CN" altLang="en-US" sz="1800" baseline="-25000">
                <a:latin typeface="Times New Roman" pitchFamily="18" charset="0"/>
                <a:ea typeface="宋体" pitchFamily="2" charset="-122"/>
              </a:endParaRPr>
            </a:p>
          </p:txBody>
        </p:sp>
        <p:sp>
          <p:nvSpPr>
            <p:cNvPr id="103" name="椭圆 102"/>
            <p:cNvSpPr/>
            <p:nvPr/>
          </p:nvSpPr>
          <p:spPr>
            <a:xfrm>
              <a:off x="3657352" y="2055443"/>
              <a:ext cx="1528139" cy="1526513"/>
            </a:xfrm>
            <a:prstGeom prst="ellipse">
              <a:avLst/>
            </a:prstGeom>
            <a:noFill/>
            <a:ln w="1270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800" b="0"/>
            </a:p>
          </p:txBody>
        </p:sp>
      </p:grpSp>
      <p:grpSp>
        <p:nvGrpSpPr>
          <p:cNvPr id="9" name="Group 23"/>
          <p:cNvGrpSpPr>
            <a:grpSpLocks/>
          </p:cNvGrpSpPr>
          <p:nvPr/>
        </p:nvGrpSpPr>
        <p:grpSpPr bwMode="auto">
          <a:xfrm>
            <a:off x="3470275" y="1425575"/>
            <a:ext cx="641350" cy="430213"/>
            <a:chOff x="3827" y="1200"/>
            <a:chExt cx="427" cy="384"/>
          </a:xfrm>
        </p:grpSpPr>
        <p:sp>
          <p:nvSpPr>
            <p:cNvPr id="31758" name="Line 24"/>
            <p:cNvSpPr>
              <a:spLocks noChangeShapeType="1"/>
            </p:cNvSpPr>
            <p:nvPr/>
          </p:nvSpPr>
          <p:spPr bwMode="auto">
            <a:xfrm flipH="1">
              <a:off x="3827" y="1452"/>
              <a:ext cx="168" cy="132"/>
            </a:xfrm>
            <a:prstGeom prst="line">
              <a:avLst/>
            </a:prstGeom>
            <a:noFill/>
            <a:ln w="19050">
              <a:solidFill>
                <a:schemeClr val="tx1"/>
              </a:solidFill>
              <a:round/>
              <a:headEnd/>
              <a:tailEnd type="triangle" w="sm" len="me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31759" name="Text Box 25"/>
            <p:cNvSpPr txBox="1">
              <a:spLocks noChangeArrowheads="1"/>
            </p:cNvSpPr>
            <p:nvPr/>
          </p:nvSpPr>
          <p:spPr bwMode="auto">
            <a:xfrm>
              <a:off x="3845" y="1200"/>
              <a:ext cx="409"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spcBef>
                  <a:spcPct val="50000"/>
                </a:spcBef>
              </a:pPr>
              <a:r>
                <a:rPr kumimoji="1" lang="zh-CN" altLang="en-US" sz="1800">
                  <a:latin typeface="Times New Roman" pitchFamily="18" charset="0"/>
                  <a:ea typeface="宋体" pitchFamily="2" charset="-122"/>
                </a:rPr>
                <a:t>顶视</a:t>
              </a:r>
            </a:p>
          </p:txBody>
        </p:sp>
      </p:grpSp>
      <p:grpSp>
        <p:nvGrpSpPr>
          <p:cNvPr id="10" name="Group 51"/>
          <p:cNvGrpSpPr>
            <a:grpSpLocks/>
          </p:cNvGrpSpPr>
          <p:nvPr/>
        </p:nvGrpSpPr>
        <p:grpSpPr bwMode="auto">
          <a:xfrm>
            <a:off x="1476375" y="3508375"/>
            <a:ext cx="3973513" cy="652463"/>
            <a:chOff x="2877" y="2342"/>
            <a:chExt cx="2503" cy="547"/>
          </a:xfrm>
        </p:grpSpPr>
        <p:graphicFrame>
          <p:nvGraphicFramePr>
            <p:cNvPr id="31756" name="Object 52"/>
            <p:cNvGraphicFramePr>
              <a:graphicFrameLocks noChangeAspect="1"/>
            </p:cNvGraphicFramePr>
            <p:nvPr/>
          </p:nvGraphicFramePr>
          <p:xfrm>
            <a:off x="4443" y="2342"/>
            <a:ext cx="937" cy="547"/>
          </p:xfrm>
          <a:graphic>
            <a:graphicData uri="http://schemas.openxmlformats.org/presentationml/2006/ole">
              <p:oleObj spid="_x0000_s31809" name="公式" r:id="rId5" imgW="736600" imgH="431800" progId="Equation.3">
                <p:embed/>
              </p:oleObj>
            </a:graphicData>
          </a:graphic>
        </p:graphicFrame>
        <p:sp>
          <p:nvSpPr>
            <p:cNvPr id="31757" name="Rectangle 53"/>
            <p:cNvSpPr>
              <a:spLocks noChangeArrowheads="1"/>
            </p:cNvSpPr>
            <p:nvPr/>
          </p:nvSpPr>
          <p:spPr bwMode="auto">
            <a:xfrm>
              <a:off x="2877" y="2474"/>
              <a:ext cx="1134"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r>
                <a:rPr kumimoji="1" lang="zh-CN" altLang="en-US" sz="1800">
                  <a:solidFill>
                    <a:srgbClr val="000000"/>
                  </a:solidFill>
                  <a:latin typeface="华文中宋" pitchFamily="2" charset="-122"/>
                  <a:ea typeface="华文中宋" pitchFamily="2" charset="-122"/>
                </a:rPr>
                <a:t>摆平面转动周期</a:t>
              </a:r>
            </a:p>
          </p:txBody>
        </p:sp>
      </p:grpSp>
      <p:sp>
        <p:nvSpPr>
          <p:cNvPr id="115" name="Rectangle 55"/>
          <p:cNvSpPr>
            <a:spLocks noChangeArrowheads="1"/>
          </p:cNvSpPr>
          <p:nvPr/>
        </p:nvSpPr>
        <p:spPr bwMode="auto">
          <a:xfrm>
            <a:off x="481013" y="4125913"/>
            <a:ext cx="3011487" cy="369887"/>
          </a:xfrm>
          <a:prstGeom prst="rect">
            <a:avLst/>
          </a:prstGeom>
          <a:noFill/>
          <a:ln>
            <a:noFill/>
          </a:ln>
          <a:extLst/>
        </p:spPr>
        <p:txBody>
          <a:bodyPr anchor="ctr">
            <a:spAutoFit/>
          </a:bodyPr>
          <a:lstStyle/>
          <a:p>
            <a:pPr algn="l">
              <a:defRPr/>
            </a:pPr>
            <a:r>
              <a:rPr kumimoji="1" lang="zh-CN" altLang="en-US" sz="1800" dirty="0">
                <a:solidFill>
                  <a:srgbClr val="000000"/>
                </a:solidFill>
                <a:latin typeface="+mn-lt"/>
                <a:ea typeface="华文中宋" pitchFamily="2" charset="-122"/>
              </a:rPr>
              <a:t>北京：</a:t>
            </a:r>
            <a:r>
              <a:rPr kumimoji="1" lang="zh-CN" altLang="en-US" sz="1800" i="1" dirty="0">
                <a:solidFill>
                  <a:srgbClr val="000000"/>
                </a:solidFill>
                <a:latin typeface="+mn-lt"/>
                <a:ea typeface="华文中宋" pitchFamily="2" charset="-122"/>
                <a:sym typeface="Symbol"/>
              </a:rPr>
              <a:t></a:t>
            </a:r>
            <a:r>
              <a:rPr kumimoji="1" lang="zh-CN" altLang="en-US" sz="1800" dirty="0">
                <a:solidFill>
                  <a:srgbClr val="000000"/>
                </a:solidFill>
                <a:latin typeface="+mn-lt"/>
                <a:ea typeface="华文中宋" pitchFamily="2" charset="-122"/>
                <a:sym typeface="Symbol"/>
              </a:rPr>
              <a:t></a:t>
            </a:r>
            <a:r>
              <a:rPr kumimoji="1" lang="en-US" altLang="zh-CN" sz="1800" dirty="0">
                <a:solidFill>
                  <a:srgbClr val="000000"/>
                </a:solidFill>
                <a:latin typeface="+mn-lt"/>
                <a:ea typeface="华文中宋" pitchFamily="2" charset="-122"/>
                <a:sym typeface="Symbol"/>
              </a:rPr>
              <a:t>40</a:t>
            </a:r>
            <a:r>
              <a:rPr kumimoji="1" lang="en-US" altLang="zh-CN" sz="1800" baseline="30000" dirty="0">
                <a:solidFill>
                  <a:srgbClr val="000000"/>
                </a:solidFill>
                <a:latin typeface="+mn-lt"/>
                <a:ea typeface="华文中宋" pitchFamily="2" charset="-122"/>
                <a:sym typeface="Symbol"/>
              </a:rPr>
              <a:t>o</a:t>
            </a:r>
            <a:r>
              <a:rPr kumimoji="1" lang="en-US" altLang="zh-CN" sz="1800" dirty="0">
                <a:solidFill>
                  <a:srgbClr val="000000"/>
                </a:solidFill>
                <a:latin typeface="+mn-lt"/>
                <a:ea typeface="华文中宋" pitchFamily="2" charset="-122"/>
                <a:sym typeface="Symbol"/>
              </a:rPr>
              <a:t>   </a:t>
            </a:r>
            <a:r>
              <a:rPr kumimoji="1" lang="en-US" altLang="zh-CN" sz="1800" i="1" dirty="0">
                <a:solidFill>
                  <a:srgbClr val="000000"/>
                </a:solidFill>
                <a:latin typeface="+mn-lt"/>
                <a:ea typeface="华文中宋" pitchFamily="2" charset="-122"/>
                <a:sym typeface="Symbol"/>
              </a:rPr>
              <a:t>t</a:t>
            </a:r>
            <a:r>
              <a:rPr kumimoji="1" lang="en-US" altLang="zh-CN" sz="1800" dirty="0">
                <a:solidFill>
                  <a:srgbClr val="000000"/>
                </a:solidFill>
                <a:latin typeface="+mn-lt"/>
                <a:ea typeface="华文中宋" pitchFamily="2" charset="-122"/>
                <a:sym typeface="Symbol"/>
              </a:rPr>
              <a:t>=37</a:t>
            </a:r>
            <a:r>
              <a:rPr kumimoji="1" lang="zh-CN" altLang="en-US" sz="1800" dirty="0">
                <a:solidFill>
                  <a:srgbClr val="000000"/>
                </a:solidFill>
                <a:latin typeface="+mn-lt"/>
                <a:ea typeface="华文中宋" pitchFamily="2" charset="-122"/>
                <a:sym typeface="Symbol"/>
              </a:rPr>
              <a:t>小时</a:t>
            </a:r>
            <a:r>
              <a:rPr kumimoji="1" lang="en-US" altLang="zh-CN" sz="1800" dirty="0">
                <a:solidFill>
                  <a:srgbClr val="000000"/>
                </a:solidFill>
                <a:latin typeface="+mn-lt"/>
                <a:ea typeface="华文中宋" pitchFamily="2" charset="-122"/>
                <a:sym typeface="Symbol"/>
              </a:rPr>
              <a:t>15</a:t>
            </a:r>
            <a:r>
              <a:rPr kumimoji="1" lang="zh-CN" altLang="en-US" sz="1800" dirty="0">
                <a:solidFill>
                  <a:srgbClr val="000000"/>
                </a:solidFill>
                <a:latin typeface="+mn-lt"/>
                <a:ea typeface="华文中宋" pitchFamily="2" charset="-122"/>
                <a:sym typeface="Symbol"/>
              </a:rPr>
              <a:t>分</a:t>
            </a:r>
            <a:r>
              <a:rPr kumimoji="1" lang="en-US" altLang="zh-CN" sz="1800" dirty="0">
                <a:solidFill>
                  <a:srgbClr val="000000"/>
                </a:solidFill>
                <a:latin typeface="+mn-lt"/>
                <a:ea typeface="华文中宋" pitchFamily="2" charset="-122"/>
                <a:sym typeface="Symbol"/>
              </a:rPr>
              <a:t> </a:t>
            </a:r>
            <a:endParaRPr kumimoji="1" lang="zh-CN" altLang="en-US" sz="1800" dirty="0">
              <a:solidFill>
                <a:srgbClr val="000000"/>
              </a:solidFill>
              <a:latin typeface="+mn-lt"/>
              <a:ea typeface="华文中宋" pitchFamily="2" charset="-122"/>
            </a:endParaRPr>
          </a:p>
        </p:txBody>
      </p:sp>
      <p:sp>
        <p:nvSpPr>
          <p:cNvPr id="116" name="Rectangle 58"/>
          <p:cNvSpPr>
            <a:spLocks noChangeArrowheads="1"/>
          </p:cNvSpPr>
          <p:nvPr/>
        </p:nvSpPr>
        <p:spPr bwMode="auto">
          <a:xfrm>
            <a:off x="3651250" y="4146550"/>
            <a:ext cx="3081338" cy="369888"/>
          </a:xfrm>
          <a:prstGeom prst="rect">
            <a:avLst/>
          </a:prstGeom>
          <a:noFill/>
          <a:ln>
            <a:noFill/>
          </a:ln>
          <a:extLst/>
        </p:spPr>
        <p:txBody>
          <a:bodyPr anchor="ctr">
            <a:spAutoFit/>
          </a:bodyPr>
          <a:lstStyle/>
          <a:p>
            <a:pPr algn="l">
              <a:defRPr/>
            </a:pPr>
            <a:r>
              <a:rPr kumimoji="1" lang="zh-CN" altLang="en-US" sz="1800" dirty="0">
                <a:solidFill>
                  <a:srgbClr val="000000"/>
                </a:solidFill>
                <a:latin typeface="+mn-lt"/>
                <a:ea typeface="华文中宋" pitchFamily="2" charset="-122"/>
              </a:rPr>
              <a:t>巴黎：</a:t>
            </a:r>
            <a:r>
              <a:rPr kumimoji="1" lang="zh-CN" altLang="en-US" sz="1800" i="1" dirty="0">
                <a:solidFill>
                  <a:srgbClr val="000000"/>
                </a:solidFill>
                <a:latin typeface="+mn-lt"/>
                <a:ea typeface="华文中宋" pitchFamily="2" charset="-122"/>
                <a:sym typeface="Symbol"/>
              </a:rPr>
              <a:t></a:t>
            </a:r>
            <a:r>
              <a:rPr kumimoji="1" lang="zh-CN" altLang="en-US" sz="1800" dirty="0">
                <a:solidFill>
                  <a:srgbClr val="000000"/>
                </a:solidFill>
                <a:latin typeface="+mn-lt"/>
                <a:ea typeface="华文中宋" pitchFamily="2" charset="-122"/>
                <a:sym typeface="Symbol"/>
              </a:rPr>
              <a:t></a:t>
            </a:r>
            <a:r>
              <a:rPr kumimoji="1" lang="en-US" altLang="zh-CN" sz="1800" dirty="0">
                <a:solidFill>
                  <a:srgbClr val="000000"/>
                </a:solidFill>
                <a:latin typeface="+mn-lt"/>
                <a:ea typeface="华文中宋" pitchFamily="2" charset="-122"/>
                <a:sym typeface="Symbol"/>
              </a:rPr>
              <a:t>49</a:t>
            </a:r>
            <a:r>
              <a:rPr kumimoji="1" lang="en-US" altLang="zh-CN" sz="1800" baseline="30000" dirty="0">
                <a:solidFill>
                  <a:srgbClr val="000000"/>
                </a:solidFill>
                <a:latin typeface="+mn-lt"/>
                <a:ea typeface="华文中宋" pitchFamily="2" charset="-122"/>
                <a:sym typeface="Symbol"/>
              </a:rPr>
              <a:t>o</a:t>
            </a:r>
            <a:r>
              <a:rPr kumimoji="1" lang="en-US" altLang="zh-CN" sz="1800" dirty="0">
                <a:solidFill>
                  <a:srgbClr val="000000"/>
                </a:solidFill>
                <a:latin typeface="+mn-lt"/>
                <a:ea typeface="华文中宋" pitchFamily="2" charset="-122"/>
                <a:sym typeface="Symbol"/>
              </a:rPr>
              <a:t>   </a:t>
            </a:r>
            <a:r>
              <a:rPr kumimoji="1" lang="en-US" altLang="zh-CN" sz="1800" i="1" dirty="0">
                <a:solidFill>
                  <a:srgbClr val="000000"/>
                </a:solidFill>
                <a:latin typeface="+mn-lt"/>
                <a:ea typeface="华文中宋" pitchFamily="2" charset="-122"/>
                <a:sym typeface="Symbol"/>
              </a:rPr>
              <a:t>t</a:t>
            </a:r>
            <a:r>
              <a:rPr kumimoji="1" lang="en-US" altLang="zh-CN" sz="1800" dirty="0">
                <a:solidFill>
                  <a:srgbClr val="000000"/>
                </a:solidFill>
                <a:latin typeface="+mn-lt"/>
                <a:ea typeface="华文中宋" pitchFamily="2" charset="-122"/>
                <a:sym typeface="Symbol"/>
              </a:rPr>
              <a:t>=31</a:t>
            </a:r>
            <a:r>
              <a:rPr kumimoji="1" lang="zh-CN" altLang="en-US" sz="1800" dirty="0">
                <a:solidFill>
                  <a:srgbClr val="000000"/>
                </a:solidFill>
                <a:latin typeface="+mn-lt"/>
                <a:ea typeface="华文中宋" pitchFamily="2" charset="-122"/>
                <a:sym typeface="Symbol"/>
              </a:rPr>
              <a:t>小时</a:t>
            </a:r>
            <a:r>
              <a:rPr kumimoji="1" lang="en-US" altLang="zh-CN" sz="1800" dirty="0">
                <a:solidFill>
                  <a:srgbClr val="000000"/>
                </a:solidFill>
                <a:latin typeface="+mn-lt"/>
                <a:ea typeface="华文中宋" pitchFamily="2" charset="-122"/>
                <a:sym typeface="Symbol"/>
              </a:rPr>
              <a:t>52</a:t>
            </a:r>
            <a:r>
              <a:rPr kumimoji="1" lang="zh-CN" altLang="en-US" sz="1800" dirty="0">
                <a:solidFill>
                  <a:srgbClr val="000000"/>
                </a:solidFill>
                <a:latin typeface="+mn-lt"/>
                <a:ea typeface="华文中宋" pitchFamily="2" charset="-122"/>
                <a:sym typeface="Symbol"/>
              </a:rPr>
              <a:t>分</a:t>
            </a:r>
            <a:r>
              <a:rPr kumimoji="1" lang="en-US" altLang="zh-CN" sz="1800" dirty="0">
                <a:solidFill>
                  <a:srgbClr val="000000"/>
                </a:solidFill>
                <a:latin typeface="+mn-lt"/>
                <a:ea typeface="华文中宋" pitchFamily="2" charset="-122"/>
                <a:sym typeface="Symbol"/>
              </a:rPr>
              <a:t> </a:t>
            </a:r>
            <a:endParaRPr kumimoji="1" lang="zh-CN" altLang="en-US" sz="1800" dirty="0">
              <a:solidFill>
                <a:srgbClr val="000000"/>
              </a:solidFill>
              <a:latin typeface="+mn-lt"/>
              <a:ea typeface="华文中宋" pitchFamily="2" charset="-122"/>
            </a:endParaRPr>
          </a:p>
        </p:txBody>
      </p:sp>
      <p:graphicFrame>
        <p:nvGraphicFramePr>
          <p:cNvPr id="35" name="Object 54"/>
          <p:cNvGraphicFramePr>
            <a:graphicFrameLocks noChangeAspect="1"/>
          </p:cNvGraphicFramePr>
          <p:nvPr/>
        </p:nvGraphicFramePr>
        <p:xfrm>
          <a:off x="4094163" y="3098800"/>
          <a:ext cx="1628775" cy="336550"/>
        </p:xfrm>
        <a:graphic>
          <a:graphicData uri="http://schemas.openxmlformats.org/presentationml/2006/ole">
            <p:oleObj spid="_x0000_s31810" name="Equation" r:id="rId6" imgW="914400" imgH="2540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53" presetClass="entr" presetSubtype="16"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500" fill="hold"/>
                                        <p:tgtEl>
                                          <p:spTgt spid="2"/>
                                        </p:tgtEl>
                                        <p:attrNameLst>
                                          <p:attrName>ppt_w</p:attrName>
                                        </p:attrNameLst>
                                      </p:cBhvr>
                                      <p:tavLst>
                                        <p:tav tm="0">
                                          <p:val>
                                            <p:fltVal val="0"/>
                                          </p:val>
                                        </p:tav>
                                        <p:tav tm="100000">
                                          <p:val>
                                            <p:strVal val="#ppt_w"/>
                                          </p:val>
                                        </p:tav>
                                      </p:tavLst>
                                    </p:anim>
                                    <p:anim calcmode="lin" valueType="num">
                                      <p:cBhvr>
                                        <p:cTn id="24" dur="500" fill="hold"/>
                                        <p:tgtEl>
                                          <p:spTgt spid="2"/>
                                        </p:tgtEl>
                                        <p:attrNameLst>
                                          <p:attrName>ppt_h</p:attrName>
                                        </p:attrNameLst>
                                      </p:cBhvr>
                                      <p:tavLst>
                                        <p:tav tm="0">
                                          <p:val>
                                            <p:fltVal val="0"/>
                                          </p:val>
                                        </p:tav>
                                        <p:tav tm="100000">
                                          <p:val>
                                            <p:strVal val="#ppt_h"/>
                                          </p:val>
                                        </p:tav>
                                      </p:tavLst>
                                    </p:anim>
                                    <p:animEffect transition="in" filter="fade">
                                      <p:cBhvr>
                                        <p:cTn id="25" dur="500"/>
                                        <p:tgtEl>
                                          <p:spTgt spid="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16"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500" fill="hold"/>
                                        <p:tgtEl>
                                          <p:spTgt spid="6"/>
                                        </p:tgtEl>
                                        <p:attrNameLst>
                                          <p:attrName>ppt_w</p:attrName>
                                        </p:attrNameLst>
                                      </p:cBhvr>
                                      <p:tavLst>
                                        <p:tav tm="0">
                                          <p:val>
                                            <p:fltVal val="0"/>
                                          </p:val>
                                        </p:tav>
                                        <p:tav tm="100000">
                                          <p:val>
                                            <p:strVal val="#ppt_w"/>
                                          </p:val>
                                        </p:tav>
                                      </p:tavLst>
                                    </p:anim>
                                    <p:anim calcmode="lin" valueType="num">
                                      <p:cBhvr>
                                        <p:cTn id="36" dur="500" fill="hold"/>
                                        <p:tgtEl>
                                          <p:spTgt spid="6"/>
                                        </p:tgtEl>
                                        <p:attrNameLst>
                                          <p:attrName>ppt_h</p:attrName>
                                        </p:attrNameLst>
                                      </p:cBhvr>
                                      <p:tavLst>
                                        <p:tav tm="0">
                                          <p:val>
                                            <p:fltVal val="0"/>
                                          </p:val>
                                        </p:tav>
                                        <p:tav tm="100000">
                                          <p:val>
                                            <p:strVal val="#ppt_h"/>
                                          </p:val>
                                        </p:tav>
                                      </p:tavLst>
                                    </p:anim>
                                    <p:animEffect transition="in" filter="fade">
                                      <p:cBhvr>
                                        <p:cTn id="37" dur="500"/>
                                        <p:tgtEl>
                                          <p:spTgt spid="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wipe(left)">
                                      <p:cBhvr>
                                        <p:cTn id="42" dur="500"/>
                                        <p:tgtEl>
                                          <p:spTgt spid="3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wipe(left)">
                                      <p:cBhvr>
                                        <p:cTn id="47" dur="500"/>
                                        <p:tgtEl>
                                          <p:spTgt spid="1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5"/>
                                        </p:tgtEl>
                                        <p:attrNameLst>
                                          <p:attrName>style.visibility</p:attrName>
                                        </p:attrNameLst>
                                      </p:cBhvr>
                                      <p:to>
                                        <p:strVal val="visible"/>
                                      </p:to>
                                    </p:set>
                                    <p:animEffect transition="in" filter="wipe(left)">
                                      <p:cBhvr>
                                        <p:cTn id="52" dur="500"/>
                                        <p:tgtEl>
                                          <p:spTgt spid="11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16"/>
                                        </p:tgtEl>
                                        <p:attrNameLst>
                                          <p:attrName>style.visibility</p:attrName>
                                        </p:attrNameLst>
                                      </p:cBhvr>
                                      <p:to>
                                        <p:strVal val="visible"/>
                                      </p:to>
                                    </p:set>
                                    <p:animEffect transition="in" filter="wipe(left)">
                                      <p:cBhvr>
                                        <p:cTn id="57" dur="5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P spid="115" grpId="0"/>
      <p:bldP spid="1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8" name="Text Box 4"/>
          <p:cNvSpPr txBox="1">
            <a:spLocks noChangeArrowheads="1"/>
          </p:cNvSpPr>
          <p:nvPr/>
        </p:nvSpPr>
        <p:spPr bwMode="auto">
          <a:xfrm>
            <a:off x="725488" y="762000"/>
            <a:ext cx="76962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457200" indent="-457200"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buClr>
                <a:srgbClr val="00B0F0"/>
              </a:buClr>
              <a:buFont typeface="Wingdings" pitchFamily="2" charset="2"/>
              <a:buChar char="l"/>
            </a:pPr>
            <a:r>
              <a:rPr kumimoji="1" lang="zh-CN" altLang="en-US" sz="1800">
                <a:solidFill>
                  <a:srgbClr val="000000"/>
                </a:solidFill>
                <a:latin typeface="华文中宋" pitchFamily="2" charset="-122"/>
                <a:ea typeface="华文中宋" pitchFamily="2" charset="-122"/>
              </a:rPr>
              <a:t>河岸冲刷，双轨磨损</a:t>
            </a:r>
            <a:r>
              <a:rPr kumimoji="1" lang="en-US" altLang="zh-CN" sz="1800" b="0">
                <a:solidFill>
                  <a:srgbClr val="000000"/>
                </a:solidFill>
                <a:latin typeface="华文中宋" pitchFamily="2" charset="-122"/>
                <a:ea typeface="华文中宋" pitchFamily="2" charset="-122"/>
              </a:rPr>
              <a:t>(</a:t>
            </a:r>
            <a:r>
              <a:rPr kumimoji="1" lang="zh-CN" altLang="en-US" sz="1800">
                <a:solidFill>
                  <a:srgbClr val="000000"/>
                </a:solidFill>
                <a:latin typeface="华文中宋" pitchFamily="2" charset="-122"/>
                <a:ea typeface="华文中宋" pitchFamily="2" charset="-122"/>
              </a:rPr>
              <a:t>北半球右，南半球左</a:t>
            </a:r>
            <a:r>
              <a:rPr kumimoji="1" lang="en-US" altLang="zh-CN" sz="1800" b="0">
                <a:solidFill>
                  <a:srgbClr val="000000"/>
                </a:solidFill>
                <a:latin typeface="华文中宋" pitchFamily="2" charset="-122"/>
                <a:ea typeface="华文中宋" pitchFamily="2" charset="-122"/>
              </a:rPr>
              <a:t>)</a:t>
            </a:r>
            <a:r>
              <a:rPr kumimoji="1" lang="en-US" altLang="zh-CN" sz="1800">
                <a:solidFill>
                  <a:srgbClr val="000000"/>
                </a:solidFill>
                <a:latin typeface="华文中宋" pitchFamily="2" charset="-122"/>
                <a:ea typeface="华文中宋" pitchFamily="2" charset="-122"/>
              </a:rPr>
              <a:t>.</a:t>
            </a:r>
          </a:p>
        </p:txBody>
      </p:sp>
      <p:grpSp>
        <p:nvGrpSpPr>
          <p:cNvPr id="2" name="组合 3"/>
          <p:cNvGrpSpPr>
            <a:grpSpLocks/>
          </p:cNvGrpSpPr>
          <p:nvPr/>
        </p:nvGrpSpPr>
        <p:grpSpPr bwMode="auto">
          <a:xfrm>
            <a:off x="1979613" y="1549400"/>
            <a:ext cx="2016125" cy="2390775"/>
            <a:chOff x="740200" y="1150398"/>
            <a:chExt cx="2590800" cy="4316413"/>
          </a:xfrm>
        </p:grpSpPr>
        <p:grpSp>
          <p:nvGrpSpPr>
            <p:cNvPr id="32812" name="Group 5"/>
            <p:cNvGrpSpPr>
              <a:grpSpLocks/>
            </p:cNvGrpSpPr>
            <p:nvPr/>
          </p:nvGrpSpPr>
          <p:grpSpPr bwMode="auto">
            <a:xfrm>
              <a:off x="740200" y="1150398"/>
              <a:ext cx="2590800" cy="4316413"/>
              <a:chOff x="414" y="639"/>
              <a:chExt cx="1632" cy="2719"/>
            </a:xfrm>
          </p:grpSpPr>
          <p:grpSp>
            <p:nvGrpSpPr>
              <p:cNvPr id="32814" name="Group 6"/>
              <p:cNvGrpSpPr>
                <a:grpSpLocks/>
              </p:cNvGrpSpPr>
              <p:nvPr/>
            </p:nvGrpSpPr>
            <p:grpSpPr bwMode="auto">
              <a:xfrm>
                <a:off x="414" y="639"/>
                <a:ext cx="1632" cy="1942"/>
                <a:chOff x="1576" y="1830"/>
                <a:chExt cx="1632" cy="1942"/>
              </a:xfrm>
            </p:grpSpPr>
            <p:sp>
              <p:nvSpPr>
                <p:cNvPr id="32816" name="Oval 7"/>
                <p:cNvSpPr>
                  <a:spLocks noChangeArrowheads="1"/>
                </p:cNvSpPr>
                <p:nvPr/>
              </p:nvSpPr>
              <p:spPr bwMode="auto">
                <a:xfrm>
                  <a:off x="1576" y="2188"/>
                  <a:ext cx="1632" cy="1584"/>
                </a:xfrm>
                <a:prstGeom prst="ellipse">
                  <a:avLst/>
                </a:prstGeom>
                <a:solidFill>
                  <a:schemeClr val="bg1"/>
                </a:solidFill>
                <a:ln w="28575">
                  <a:solidFill>
                    <a:srgbClr val="0070C0"/>
                  </a:solidFill>
                  <a:round/>
                  <a:headEnd/>
                  <a:tailEnd/>
                </a:ln>
              </p:spPr>
              <p:txBody>
                <a:bodyPr wrap="none" anchor="ctr"/>
                <a:lstStyle/>
                <a:p>
                  <a:endParaRPr lang="zh-CN" altLang="en-US" sz="1800" b="0">
                    <a:latin typeface="Times New Roman" pitchFamily="18" charset="0"/>
                    <a:ea typeface="宋体" pitchFamily="2" charset="-122"/>
                  </a:endParaRPr>
                </a:p>
              </p:txBody>
            </p:sp>
            <p:sp>
              <p:nvSpPr>
                <p:cNvPr id="32817" name="Arc 8"/>
                <p:cNvSpPr>
                  <a:spLocks/>
                </p:cNvSpPr>
                <p:nvPr/>
              </p:nvSpPr>
              <p:spPr bwMode="auto">
                <a:xfrm>
                  <a:off x="1860" y="2383"/>
                  <a:ext cx="1048" cy="401"/>
                </a:xfrm>
                <a:custGeom>
                  <a:avLst/>
                  <a:gdLst>
                    <a:gd name="T0" fmla="*/ 0 w 43200"/>
                    <a:gd name="T1" fmla="*/ 0 h 22408"/>
                    <a:gd name="T2" fmla="*/ 0 w 43200"/>
                    <a:gd name="T3" fmla="*/ 0 h 22408"/>
                    <a:gd name="T4" fmla="*/ 0 w 43200"/>
                    <a:gd name="T5" fmla="*/ 0 h 22408"/>
                    <a:gd name="T6" fmla="*/ 0 60000 65536"/>
                    <a:gd name="T7" fmla="*/ 0 60000 65536"/>
                    <a:gd name="T8" fmla="*/ 0 60000 65536"/>
                    <a:gd name="T9" fmla="*/ 0 w 43200"/>
                    <a:gd name="T10" fmla="*/ 0 h 22408"/>
                    <a:gd name="T11" fmla="*/ 43200 w 43200"/>
                    <a:gd name="T12" fmla="*/ 22408 h 22408"/>
                  </a:gdLst>
                  <a:ahLst/>
                  <a:cxnLst>
                    <a:cxn ang="T6">
                      <a:pos x="T0" y="T1"/>
                    </a:cxn>
                    <a:cxn ang="T7">
                      <a:pos x="T2" y="T3"/>
                    </a:cxn>
                    <a:cxn ang="T8">
                      <a:pos x="T4" y="T5"/>
                    </a:cxn>
                  </a:cxnLst>
                  <a:rect l="T9" t="T10" r="T11" b="T12"/>
                  <a:pathLst>
                    <a:path w="43200" h="22408" fill="none" extrusionOk="0">
                      <a:moveTo>
                        <a:pt x="43197" y="451"/>
                      </a:moveTo>
                      <a:cubicBezTo>
                        <a:pt x="43199" y="570"/>
                        <a:pt x="43200" y="689"/>
                        <a:pt x="43200" y="808"/>
                      </a:cubicBezTo>
                      <a:cubicBezTo>
                        <a:pt x="43200" y="12737"/>
                        <a:pt x="33529" y="22408"/>
                        <a:pt x="21600" y="22408"/>
                      </a:cubicBezTo>
                      <a:cubicBezTo>
                        <a:pt x="9670" y="22408"/>
                        <a:pt x="0" y="12737"/>
                        <a:pt x="0" y="808"/>
                      </a:cubicBezTo>
                      <a:cubicBezTo>
                        <a:pt x="-1" y="538"/>
                        <a:pt x="5" y="269"/>
                        <a:pt x="15" y="0"/>
                      </a:cubicBezTo>
                    </a:path>
                    <a:path w="43200" h="22408" stroke="0" extrusionOk="0">
                      <a:moveTo>
                        <a:pt x="43197" y="451"/>
                      </a:moveTo>
                      <a:cubicBezTo>
                        <a:pt x="43199" y="570"/>
                        <a:pt x="43200" y="689"/>
                        <a:pt x="43200" y="808"/>
                      </a:cubicBezTo>
                      <a:cubicBezTo>
                        <a:pt x="43200" y="12737"/>
                        <a:pt x="33529" y="22408"/>
                        <a:pt x="21600" y="22408"/>
                      </a:cubicBezTo>
                      <a:cubicBezTo>
                        <a:pt x="9670" y="22408"/>
                        <a:pt x="0" y="12737"/>
                        <a:pt x="0" y="808"/>
                      </a:cubicBezTo>
                      <a:cubicBezTo>
                        <a:pt x="-1" y="538"/>
                        <a:pt x="5" y="269"/>
                        <a:pt x="15" y="0"/>
                      </a:cubicBezTo>
                      <a:lnTo>
                        <a:pt x="21600" y="808"/>
                      </a:lnTo>
                      <a:lnTo>
                        <a:pt x="43197" y="451"/>
                      </a:lnTo>
                      <a:close/>
                    </a:path>
                  </a:pathLst>
                </a:custGeom>
                <a:noFill/>
                <a:ln w="9525">
                  <a:solidFill>
                    <a:srgbClr val="00B0F0"/>
                  </a:solidFill>
                  <a:prstDash val="dash"/>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2818" name="Arc 9"/>
                <p:cNvSpPr>
                  <a:spLocks/>
                </p:cNvSpPr>
                <p:nvPr/>
              </p:nvSpPr>
              <p:spPr bwMode="auto">
                <a:xfrm rot="925934" flipH="1">
                  <a:off x="1858" y="2430"/>
                  <a:ext cx="479" cy="1261"/>
                </a:xfrm>
                <a:custGeom>
                  <a:avLst/>
                  <a:gdLst>
                    <a:gd name="T0" fmla="*/ 0 w 22555"/>
                    <a:gd name="T1" fmla="*/ 0 h 39731"/>
                    <a:gd name="T2" fmla="*/ 0 w 22555"/>
                    <a:gd name="T3" fmla="*/ 0 h 39731"/>
                    <a:gd name="T4" fmla="*/ 0 w 22555"/>
                    <a:gd name="T5" fmla="*/ 0 h 39731"/>
                    <a:gd name="T6" fmla="*/ 0 60000 65536"/>
                    <a:gd name="T7" fmla="*/ 0 60000 65536"/>
                    <a:gd name="T8" fmla="*/ 0 60000 65536"/>
                    <a:gd name="T9" fmla="*/ 0 w 22555"/>
                    <a:gd name="T10" fmla="*/ 0 h 39731"/>
                    <a:gd name="T11" fmla="*/ 22555 w 22555"/>
                    <a:gd name="T12" fmla="*/ 39731 h 39731"/>
                  </a:gdLst>
                  <a:ahLst/>
                  <a:cxnLst>
                    <a:cxn ang="T6">
                      <a:pos x="T0" y="T1"/>
                    </a:cxn>
                    <a:cxn ang="T7">
                      <a:pos x="T2" y="T3"/>
                    </a:cxn>
                    <a:cxn ang="T8">
                      <a:pos x="T4" y="T5"/>
                    </a:cxn>
                  </a:cxnLst>
                  <a:rect l="T9" t="T10" r="T11" b="T12"/>
                  <a:pathLst>
                    <a:path w="22555" h="39731" fill="none" extrusionOk="0">
                      <a:moveTo>
                        <a:pt x="12694" y="0"/>
                      </a:moveTo>
                      <a:cubicBezTo>
                        <a:pt x="18843" y="3981"/>
                        <a:pt x="22555" y="10806"/>
                        <a:pt x="22555" y="18131"/>
                      </a:cubicBezTo>
                      <a:cubicBezTo>
                        <a:pt x="22555" y="30060"/>
                        <a:pt x="12884" y="39731"/>
                        <a:pt x="955" y="39731"/>
                      </a:cubicBezTo>
                      <a:cubicBezTo>
                        <a:pt x="636" y="39731"/>
                        <a:pt x="318" y="39723"/>
                        <a:pt x="0" y="39709"/>
                      </a:cubicBezTo>
                    </a:path>
                    <a:path w="22555" h="39731" stroke="0" extrusionOk="0">
                      <a:moveTo>
                        <a:pt x="12694" y="0"/>
                      </a:moveTo>
                      <a:cubicBezTo>
                        <a:pt x="18843" y="3981"/>
                        <a:pt x="22555" y="10806"/>
                        <a:pt x="22555" y="18131"/>
                      </a:cubicBezTo>
                      <a:cubicBezTo>
                        <a:pt x="22555" y="30060"/>
                        <a:pt x="12884" y="39731"/>
                        <a:pt x="955" y="39731"/>
                      </a:cubicBezTo>
                      <a:cubicBezTo>
                        <a:pt x="636" y="39731"/>
                        <a:pt x="318" y="39723"/>
                        <a:pt x="0" y="39709"/>
                      </a:cubicBezTo>
                      <a:lnTo>
                        <a:pt x="955" y="18131"/>
                      </a:lnTo>
                      <a:lnTo>
                        <a:pt x="12694" y="0"/>
                      </a:lnTo>
                      <a:close/>
                    </a:path>
                  </a:pathLst>
                </a:custGeom>
                <a:noFill/>
                <a:ln w="9525">
                  <a:solidFill>
                    <a:srgbClr val="00B0F0"/>
                  </a:solidFill>
                  <a:prstDash val="dash"/>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2819" name="Oval 10"/>
                <p:cNvSpPr>
                  <a:spLocks noChangeArrowheads="1"/>
                </p:cNvSpPr>
                <p:nvPr/>
              </p:nvSpPr>
              <p:spPr bwMode="auto">
                <a:xfrm>
                  <a:off x="2198" y="2092"/>
                  <a:ext cx="373" cy="591"/>
                </a:xfrm>
                <a:prstGeom prst="ellipse">
                  <a:avLst/>
                </a:prstGeom>
                <a:noFill/>
                <a:ln w="9525">
                  <a:solidFill>
                    <a:srgbClr val="00B0F0"/>
                  </a:solidFill>
                  <a:prstDash val="dash"/>
                  <a:round/>
                  <a:headEnd/>
                  <a:tailEnd/>
                </a:ln>
                <a:extLst>
                  <a:ext uri="{909E8E84-426E-40DD-AFC4-6F175D3DCCD1}">
                    <a14:hiddenFill xmlns:a14="http://schemas.microsoft.com/office/drawing/2010/main" xmlns="">
                      <a:solidFill>
                        <a:srgbClr val="FFFFFF"/>
                      </a:solidFill>
                    </a14:hiddenFill>
                  </a:ext>
                </a:extLst>
              </p:spPr>
              <p:txBody>
                <a:bodyPr anchor="ctr">
                  <a:spAutoFit/>
                </a:bodyPr>
                <a:lstStyle/>
                <a:p>
                  <a:endParaRPr lang="zh-CN" altLang="en-US" sz="1800" b="0">
                    <a:latin typeface="Times New Roman" pitchFamily="18" charset="0"/>
                    <a:ea typeface="宋体" pitchFamily="2" charset="-122"/>
                  </a:endParaRPr>
                </a:p>
              </p:txBody>
            </p:sp>
            <p:sp>
              <p:nvSpPr>
                <p:cNvPr id="32820" name="Arc 11"/>
                <p:cNvSpPr>
                  <a:spLocks/>
                </p:cNvSpPr>
                <p:nvPr/>
              </p:nvSpPr>
              <p:spPr bwMode="auto">
                <a:xfrm>
                  <a:off x="1661" y="2614"/>
                  <a:ext cx="1474" cy="482"/>
                </a:xfrm>
                <a:custGeom>
                  <a:avLst/>
                  <a:gdLst>
                    <a:gd name="T0" fmla="*/ 0 w 43200"/>
                    <a:gd name="T1" fmla="*/ 0 h 23781"/>
                    <a:gd name="T2" fmla="*/ 0 w 43200"/>
                    <a:gd name="T3" fmla="*/ 0 h 23781"/>
                    <a:gd name="T4" fmla="*/ 0 w 43200"/>
                    <a:gd name="T5" fmla="*/ 0 h 23781"/>
                    <a:gd name="T6" fmla="*/ 0 60000 65536"/>
                    <a:gd name="T7" fmla="*/ 0 60000 65536"/>
                    <a:gd name="T8" fmla="*/ 0 60000 65536"/>
                    <a:gd name="T9" fmla="*/ 0 w 43200"/>
                    <a:gd name="T10" fmla="*/ 0 h 23781"/>
                    <a:gd name="T11" fmla="*/ 43200 w 43200"/>
                    <a:gd name="T12" fmla="*/ 23781 h 23781"/>
                  </a:gdLst>
                  <a:ahLst/>
                  <a:cxnLst>
                    <a:cxn ang="T6">
                      <a:pos x="T0" y="T1"/>
                    </a:cxn>
                    <a:cxn ang="T7">
                      <a:pos x="T2" y="T3"/>
                    </a:cxn>
                    <a:cxn ang="T8">
                      <a:pos x="T4" y="T5"/>
                    </a:cxn>
                  </a:cxnLst>
                  <a:rect l="T9" t="T10" r="T11" b="T12"/>
                  <a:pathLst>
                    <a:path w="43200" h="23781" fill="none" extrusionOk="0">
                      <a:moveTo>
                        <a:pt x="43089" y="0"/>
                      </a:moveTo>
                      <a:cubicBezTo>
                        <a:pt x="43163" y="724"/>
                        <a:pt x="43200" y="1452"/>
                        <a:pt x="43200" y="2181"/>
                      </a:cubicBezTo>
                      <a:cubicBezTo>
                        <a:pt x="43200" y="14110"/>
                        <a:pt x="33529" y="23781"/>
                        <a:pt x="21600" y="23781"/>
                      </a:cubicBezTo>
                      <a:cubicBezTo>
                        <a:pt x="9670" y="23781"/>
                        <a:pt x="0" y="14110"/>
                        <a:pt x="0" y="2181"/>
                      </a:cubicBezTo>
                      <a:cubicBezTo>
                        <a:pt x="-1" y="2092"/>
                        <a:pt x="0" y="2004"/>
                        <a:pt x="1" y="1915"/>
                      </a:cubicBezTo>
                    </a:path>
                    <a:path w="43200" h="23781" stroke="0" extrusionOk="0">
                      <a:moveTo>
                        <a:pt x="43089" y="0"/>
                      </a:moveTo>
                      <a:cubicBezTo>
                        <a:pt x="43163" y="724"/>
                        <a:pt x="43200" y="1452"/>
                        <a:pt x="43200" y="2181"/>
                      </a:cubicBezTo>
                      <a:cubicBezTo>
                        <a:pt x="43200" y="14110"/>
                        <a:pt x="33529" y="23781"/>
                        <a:pt x="21600" y="23781"/>
                      </a:cubicBezTo>
                      <a:cubicBezTo>
                        <a:pt x="9670" y="23781"/>
                        <a:pt x="0" y="14110"/>
                        <a:pt x="0" y="2181"/>
                      </a:cubicBezTo>
                      <a:cubicBezTo>
                        <a:pt x="-1" y="2092"/>
                        <a:pt x="0" y="2004"/>
                        <a:pt x="1" y="1915"/>
                      </a:cubicBezTo>
                      <a:lnTo>
                        <a:pt x="21600" y="2181"/>
                      </a:lnTo>
                      <a:lnTo>
                        <a:pt x="43089" y="0"/>
                      </a:lnTo>
                      <a:close/>
                    </a:path>
                  </a:pathLst>
                </a:custGeom>
                <a:noFill/>
                <a:ln w="9525">
                  <a:solidFill>
                    <a:srgbClr val="00B0F0"/>
                  </a:solidFill>
                  <a:prstDash val="dash"/>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2821" name="Arc 12"/>
                <p:cNvSpPr>
                  <a:spLocks/>
                </p:cNvSpPr>
                <p:nvPr/>
              </p:nvSpPr>
              <p:spPr bwMode="auto">
                <a:xfrm>
                  <a:off x="1576" y="2883"/>
                  <a:ext cx="1616" cy="496"/>
                </a:xfrm>
                <a:custGeom>
                  <a:avLst/>
                  <a:gdLst>
                    <a:gd name="T0" fmla="*/ 0 w 43038"/>
                    <a:gd name="T1" fmla="*/ 0 h 21865"/>
                    <a:gd name="T2" fmla="*/ 0 w 43038"/>
                    <a:gd name="T3" fmla="*/ 0 h 21865"/>
                    <a:gd name="T4" fmla="*/ 0 w 43038"/>
                    <a:gd name="T5" fmla="*/ 0 h 21865"/>
                    <a:gd name="T6" fmla="*/ 0 60000 65536"/>
                    <a:gd name="T7" fmla="*/ 0 60000 65536"/>
                    <a:gd name="T8" fmla="*/ 0 60000 65536"/>
                    <a:gd name="T9" fmla="*/ 0 w 43038"/>
                    <a:gd name="T10" fmla="*/ 0 h 21865"/>
                    <a:gd name="T11" fmla="*/ 43038 w 43038"/>
                    <a:gd name="T12" fmla="*/ 21865 h 21865"/>
                  </a:gdLst>
                  <a:ahLst/>
                  <a:cxnLst>
                    <a:cxn ang="T6">
                      <a:pos x="T0" y="T1"/>
                    </a:cxn>
                    <a:cxn ang="T7">
                      <a:pos x="T2" y="T3"/>
                    </a:cxn>
                    <a:cxn ang="T8">
                      <a:pos x="T4" y="T5"/>
                    </a:cxn>
                  </a:cxnLst>
                  <a:rect l="T9" t="T10" r="T11" b="T12"/>
                  <a:pathLst>
                    <a:path w="43038" h="21865" fill="none" extrusionOk="0">
                      <a:moveTo>
                        <a:pt x="43037" y="2907"/>
                      </a:moveTo>
                      <a:cubicBezTo>
                        <a:pt x="41703" y="13733"/>
                        <a:pt x="32507" y="21864"/>
                        <a:pt x="21600" y="21865"/>
                      </a:cubicBezTo>
                      <a:cubicBezTo>
                        <a:pt x="9670" y="21865"/>
                        <a:pt x="0" y="12194"/>
                        <a:pt x="0" y="265"/>
                      </a:cubicBezTo>
                      <a:cubicBezTo>
                        <a:pt x="-1" y="176"/>
                        <a:pt x="0" y="88"/>
                        <a:pt x="1" y="-1"/>
                      </a:cubicBezTo>
                    </a:path>
                    <a:path w="43038" h="21865" stroke="0" extrusionOk="0">
                      <a:moveTo>
                        <a:pt x="43037" y="2907"/>
                      </a:moveTo>
                      <a:cubicBezTo>
                        <a:pt x="41703" y="13733"/>
                        <a:pt x="32507" y="21864"/>
                        <a:pt x="21600" y="21865"/>
                      </a:cubicBezTo>
                      <a:cubicBezTo>
                        <a:pt x="9670" y="21865"/>
                        <a:pt x="0" y="12194"/>
                        <a:pt x="0" y="265"/>
                      </a:cubicBezTo>
                      <a:cubicBezTo>
                        <a:pt x="-1" y="176"/>
                        <a:pt x="0" y="88"/>
                        <a:pt x="1" y="-1"/>
                      </a:cubicBezTo>
                      <a:lnTo>
                        <a:pt x="21600" y="265"/>
                      </a:lnTo>
                      <a:lnTo>
                        <a:pt x="43037" y="2907"/>
                      </a:lnTo>
                      <a:close/>
                    </a:path>
                  </a:pathLst>
                </a:custGeom>
                <a:noFill/>
                <a:ln w="9525">
                  <a:solidFill>
                    <a:srgbClr val="00B0F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2822" name="Arc 13"/>
                <p:cNvSpPr>
                  <a:spLocks/>
                </p:cNvSpPr>
                <p:nvPr/>
              </p:nvSpPr>
              <p:spPr bwMode="auto">
                <a:xfrm>
                  <a:off x="1703" y="3266"/>
                  <a:ext cx="1404" cy="365"/>
                </a:xfrm>
                <a:custGeom>
                  <a:avLst/>
                  <a:gdLst>
                    <a:gd name="T0" fmla="*/ 0 w 41286"/>
                    <a:gd name="T1" fmla="*/ 0 h 21600"/>
                    <a:gd name="T2" fmla="*/ 0 w 41286"/>
                    <a:gd name="T3" fmla="*/ 0 h 21600"/>
                    <a:gd name="T4" fmla="*/ 0 w 41286"/>
                    <a:gd name="T5" fmla="*/ 0 h 21600"/>
                    <a:gd name="T6" fmla="*/ 0 60000 65536"/>
                    <a:gd name="T7" fmla="*/ 0 60000 65536"/>
                    <a:gd name="T8" fmla="*/ 0 60000 65536"/>
                    <a:gd name="T9" fmla="*/ 0 w 41286"/>
                    <a:gd name="T10" fmla="*/ 0 h 21600"/>
                    <a:gd name="T11" fmla="*/ 41286 w 41286"/>
                    <a:gd name="T12" fmla="*/ 21600 h 21600"/>
                  </a:gdLst>
                  <a:ahLst/>
                  <a:cxnLst>
                    <a:cxn ang="T6">
                      <a:pos x="T0" y="T1"/>
                    </a:cxn>
                    <a:cxn ang="T7">
                      <a:pos x="T2" y="T3"/>
                    </a:cxn>
                    <a:cxn ang="T8">
                      <a:pos x="T4" y="T5"/>
                    </a:cxn>
                  </a:cxnLst>
                  <a:rect l="T9" t="T10" r="T11" b="T12"/>
                  <a:pathLst>
                    <a:path w="41286" h="21600" fill="none" extrusionOk="0">
                      <a:moveTo>
                        <a:pt x="41286" y="5314"/>
                      </a:moveTo>
                      <a:cubicBezTo>
                        <a:pt x="38854" y="14892"/>
                        <a:pt x="30232" y="21599"/>
                        <a:pt x="20350" y="21600"/>
                      </a:cubicBezTo>
                      <a:cubicBezTo>
                        <a:pt x="11211" y="21600"/>
                        <a:pt x="3062" y="15849"/>
                        <a:pt x="-1" y="7240"/>
                      </a:cubicBezTo>
                    </a:path>
                    <a:path w="41286" h="21600" stroke="0" extrusionOk="0">
                      <a:moveTo>
                        <a:pt x="41286" y="5314"/>
                      </a:moveTo>
                      <a:cubicBezTo>
                        <a:pt x="38854" y="14892"/>
                        <a:pt x="30232" y="21599"/>
                        <a:pt x="20350" y="21600"/>
                      </a:cubicBezTo>
                      <a:cubicBezTo>
                        <a:pt x="11211" y="21600"/>
                        <a:pt x="3062" y="15849"/>
                        <a:pt x="-1" y="7240"/>
                      </a:cubicBezTo>
                      <a:lnTo>
                        <a:pt x="20350" y="0"/>
                      </a:lnTo>
                      <a:lnTo>
                        <a:pt x="41286" y="5314"/>
                      </a:lnTo>
                      <a:close/>
                    </a:path>
                  </a:pathLst>
                </a:custGeom>
                <a:noFill/>
                <a:ln w="9525">
                  <a:solidFill>
                    <a:srgbClr val="00B0F0"/>
                  </a:solidFill>
                  <a:prstDash val="dash"/>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2823" name="Arc 14"/>
                <p:cNvSpPr>
                  <a:spLocks/>
                </p:cNvSpPr>
                <p:nvPr/>
              </p:nvSpPr>
              <p:spPr bwMode="auto">
                <a:xfrm rot="1254202" flipH="1">
                  <a:off x="1690" y="2268"/>
                  <a:ext cx="415" cy="1171"/>
                </a:xfrm>
                <a:custGeom>
                  <a:avLst/>
                  <a:gdLst>
                    <a:gd name="T0" fmla="*/ 0 w 21600"/>
                    <a:gd name="T1" fmla="*/ 0 h 40286"/>
                    <a:gd name="T2" fmla="*/ 0 w 21600"/>
                    <a:gd name="T3" fmla="*/ 0 h 40286"/>
                    <a:gd name="T4" fmla="*/ 0 w 21600"/>
                    <a:gd name="T5" fmla="*/ 0 h 40286"/>
                    <a:gd name="T6" fmla="*/ 0 60000 65536"/>
                    <a:gd name="T7" fmla="*/ 0 60000 65536"/>
                    <a:gd name="T8" fmla="*/ 0 60000 65536"/>
                    <a:gd name="T9" fmla="*/ 0 w 21600"/>
                    <a:gd name="T10" fmla="*/ 0 h 40286"/>
                    <a:gd name="T11" fmla="*/ 21600 w 21600"/>
                    <a:gd name="T12" fmla="*/ 40286 h 40286"/>
                  </a:gdLst>
                  <a:ahLst/>
                  <a:cxnLst>
                    <a:cxn ang="T6">
                      <a:pos x="T0" y="T1"/>
                    </a:cxn>
                    <a:cxn ang="T7">
                      <a:pos x="T2" y="T3"/>
                    </a:cxn>
                    <a:cxn ang="T8">
                      <a:pos x="T4" y="T5"/>
                    </a:cxn>
                  </a:cxnLst>
                  <a:rect l="T9" t="T10" r="T11" b="T12"/>
                  <a:pathLst>
                    <a:path w="21600" h="40286" fill="none" extrusionOk="0">
                      <a:moveTo>
                        <a:pt x="5759" y="-1"/>
                      </a:moveTo>
                      <a:cubicBezTo>
                        <a:pt x="15118" y="2589"/>
                        <a:pt x="21600" y="11106"/>
                        <a:pt x="21600" y="20818"/>
                      </a:cubicBezTo>
                      <a:cubicBezTo>
                        <a:pt x="21600" y="29120"/>
                        <a:pt x="16840" y="36688"/>
                        <a:pt x="9357" y="40285"/>
                      </a:cubicBezTo>
                    </a:path>
                    <a:path w="21600" h="40286" stroke="0" extrusionOk="0">
                      <a:moveTo>
                        <a:pt x="5759" y="-1"/>
                      </a:moveTo>
                      <a:cubicBezTo>
                        <a:pt x="15118" y="2589"/>
                        <a:pt x="21600" y="11106"/>
                        <a:pt x="21600" y="20818"/>
                      </a:cubicBezTo>
                      <a:cubicBezTo>
                        <a:pt x="21600" y="29120"/>
                        <a:pt x="16840" y="36688"/>
                        <a:pt x="9357" y="40285"/>
                      </a:cubicBezTo>
                      <a:lnTo>
                        <a:pt x="0" y="20818"/>
                      </a:lnTo>
                      <a:lnTo>
                        <a:pt x="5759" y="-1"/>
                      </a:lnTo>
                      <a:close/>
                    </a:path>
                  </a:pathLst>
                </a:custGeom>
                <a:noFill/>
                <a:ln w="9525">
                  <a:solidFill>
                    <a:srgbClr val="00B0F0"/>
                  </a:solidFill>
                  <a:prstDash val="dash"/>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2824" name="Arc 15"/>
                <p:cNvSpPr>
                  <a:spLocks/>
                </p:cNvSpPr>
                <p:nvPr/>
              </p:nvSpPr>
              <p:spPr bwMode="auto">
                <a:xfrm flipH="1">
                  <a:off x="2171" y="2500"/>
                  <a:ext cx="255" cy="1270"/>
                </a:xfrm>
                <a:custGeom>
                  <a:avLst/>
                  <a:gdLst>
                    <a:gd name="T0" fmla="*/ 0 w 21600"/>
                    <a:gd name="T1" fmla="*/ 0 h 39253"/>
                    <a:gd name="T2" fmla="*/ 0 w 21600"/>
                    <a:gd name="T3" fmla="*/ 0 h 39253"/>
                    <a:gd name="T4" fmla="*/ 0 w 21600"/>
                    <a:gd name="T5" fmla="*/ 0 h 39253"/>
                    <a:gd name="T6" fmla="*/ 0 60000 65536"/>
                    <a:gd name="T7" fmla="*/ 0 60000 65536"/>
                    <a:gd name="T8" fmla="*/ 0 60000 65536"/>
                    <a:gd name="T9" fmla="*/ 0 w 21600"/>
                    <a:gd name="T10" fmla="*/ 0 h 39253"/>
                    <a:gd name="T11" fmla="*/ 21600 w 21600"/>
                    <a:gd name="T12" fmla="*/ 39253 h 39253"/>
                  </a:gdLst>
                  <a:ahLst/>
                  <a:cxnLst>
                    <a:cxn ang="T6">
                      <a:pos x="T0" y="T1"/>
                    </a:cxn>
                    <a:cxn ang="T7">
                      <a:pos x="T2" y="T3"/>
                    </a:cxn>
                    <a:cxn ang="T8">
                      <a:pos x="T4" y="T5"/>
                    </a:cxn>
                  </a:cxnLst>
                  <a:rect l="T9" t="T10" r="T11" b="T12"/>
                  <a:pathLst>
                    <a:path w="21600" h="39253" fill="none" extrusionOk="0">
                      <a:moveTo>
                        <a:pt x="7398" y="-1"/>
                      </a:moveTo>
                      <a:cubicBezTo>
                        <a:pt x="15925" y="3108"/>
                        <a:pt x="21600" y="11216"/>
                        <a:pt x="21600" y="20293"/>
                      </a:cubicBezTo>
                      <a:cubicBezTo>
                        <a:pt x="21600" y="28195"/>
                        <a:pt x="17284" y="35467"/>
                        <a:pt x="10347" y="39252"/>
                      </a:cubicBezTo>
                    </a:path>
                    <a:path w="21600" h="39253" stroke="0" extrusionOk="0">
                      <a:moveTo>
                        <a:pt x="7398" y="-1"/>
                      </a:moveTo>
                      <a:cubicBezTo>
                        <a:pt x="15925" y="3108"/>
                        <a:pt x="21600" y="11216"/>
                        <a:pt x="21600" y="20293"/>
                      </a:cubicBezTo>
                      <a:cubicBezTo>
                        <a:pt x="21600" y="28195"/>
                        <a:pt x="17284" y="35467"/>
                        <a:pt x="10347" y="39252"/>
                      </a:cubicBezTo>
                      <a:lnTo>
                        <a:pt x="0" y="20293"/>
                      </a:lnTo>
                      <a:lnTo>
                        <a:pt x="7398" y="-1"/>
                      </a:lnTo>
                      <a:close/>
                    </a:path>
                  </a:pathLst>
                </a:custGeom>
                <a:noFill/>
                <a:ln w="9525">
                  <a:solidFill>
                    <a:srgbClr val="00B0F0"/>
                  </a:solidFill>
                  <a:prstDash val="dash"/>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2825" name="Arc 16"/>
                <p:cNvSpPr>
                  <a:spLocks/>
                </p:cNvSpPr>
                <p:nvPr/>
              </p:nvSpPr>
              <p:spPr bwMode="auto">
                <a:xfrm rot="-925934">
                  <a:off x="2468" y="2415"/>
                  <a:ext cx="468" cy="1256"/>
                </a:xfrm>
                <a:custGeom>
                  <a:avLst/>
                  <a:gdLst>
                    <a:gd name="T0" fmla="*/ 0 w 21600"/>
                    <a:gd name="T1" fmla="*/ 0 h 39300"/>
                    <a:gd name="T2" fmla="*/ 0 w 21600"/>
                    <a:gd name="T3" fmla="*/ 0 h 39300"/>
                    <a:gd name="T4" fmla="*/ 0 w 21600"/>
                    <a:gd name="T5" fmla="*/ 0 h 39300"/>
                    <a:gd name="T6" fmla="*/ 0 60000 65536"/>
                    <a:gd name="T7" fmla="*/ 0 60000 65536"/>
                    <a:gd name="T8" fmla="*/ 0 60000 65536"/>
                    <a:gd name="T9" fmla="*/ 0 w 21600"/>
                    <a:gd name="T10" fmla="*/ 0 h 39300"/>
                    <a:gd name="T11" fmla="*/ 21600 w 21600"/>
                    <a:gd name="T12" fmla="*/ 39300 h 39300"/>
                  </a:gdLst>
                  <a:ahLst/>
                  <a:cxnLst>
                    <a:cxn ang="T6">
                      <a:pos x="T0" y="T1"/>
                    </a:cxn>
                    <a:cxn ang="T7">
                      <a:pos x="T2" y="T3"/>
                    </a:cxn>
                    <a:cxn ang="T8">
                      <a:pos x="T4" y="T5"/>
                    </a:cxn>
                  </a:cxnLst>
                  <a:rect l="T9" t="T10" r="T11" b="T12"/>
                  <a:pathLst>
                    <a:path w="21600" h="39300" fill="none" extrusionOk="0">
                      <a:moveTo>
                        <a:pt x="11739" y="0"/>
                      </a:moveTo>
                      <a:cubicBezTo>
                        <a:pt x="17888" y="3981"/>
                        <a:pt x="21600" y="10806"/>
                        <a:pt x="21600" y="18131"/>
                      </a:cubicBezTo>
                      <a:cubicBezTo>
                        <a:pt x="21600" y="28405"/>
                        <a:pt x="14362" y="37258"/>
                        <a:pt x="4293" y="39300"/>
                      </a:cubicBezTo>
                    </a:path>
                    <a:path w="21600" h="39300" stroke="0" extrusionOk="0">
                      <a:moveTo>
                        <a:pt x="11739" y="0"/>
                      </a:moveTo>
                      <a:cubicBezTo>
                        <a:pt x="17888" y="3981"/>
                        <a:pt x="21600" y="10806"/>
                        <a:pt x="21600" y="18131"/>
                      </a:cubicBezTo>
                      <a:cubicBezTo>
                        <a:pt x="21600" y="28405"/>
                        <a:pt x="14362" y="37258"/>
                        <a:pt x="4293" y="39300"/>
                      </a:cubicBezTo>
                      <a:lnTo>
                        <a:pt x="0" y="18131"/>
                      </a:lnTo>
                      <a:lnTo>
                        <a:pt x="11739" y="0"/>
                      </a:lnTo>
                      <a:close/>
                    </a:path>
                  </a:pathLst>
                </a:custGeom>
                <a:noFill/>
                <a:ln w="9525">
                  <a:solidFill>
                    <a:srgbClr val="00B0F0"/>
                  </a:solidFill>
                  <a:prstDash val="dash"/>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2826" name="Arc 17"/>
                <p:cNvSpPr>
                  <a:spLocks/>
                </p:cNvSpPr>
                <p:nvPr/>
              </p:nvSpPr>
              <p:spPr bwMode="auto">
                <a:xfrm rot="-1254202">
                  <a:off x="2680" y="2263"/>
                  <a:ext cx="415" cy="1182"/>
                </a:xfrm>
                <a:custGeom>
                  <a:avLst/>
                  <a:gdLst>
                    <a:gd name="T0" fmla="*/ 0 w 21600"/>
                    <a:gd name="T1" fmla="*/ 0 h 40679"/>
                    <a:gd name="T2" fmla="*/ 0 w 21600"/>
                    <a:gd name="T3" fmla="*/ 0 h 40679"/>
                    <a:gd name="T4" fmla="*/ 0 w 21600"/>
                    <a:gd name="T5" fmla="*/ 0 h 40679"/>
                    <a:gd name="T6" fmla="*/ 0 60000 65536"/>
                    <a:gd name="T7" fmla="*/ 0 60000 65536"/>
                    <a:gd name="T8" fmla="*/ 0 60000 65536"/>
                    <a:gd name="T9" fmla="*/ 0 w 21600"/>
                    <a:gd name="T10" fmla="*/ 0 h 40679"/>
                    <a:gd name="T11" fmla="*/ 21600 w 21600"/>
                    <a:gd name="T12" fmla="*/ 40679 h 40679"/>
                  </a:gdLst>
                  <a:ahLst/>
                  <a:cxnLst>
                    <a:cxn ang="T6">
                      <a:pos x="T0" y="T1"/>
                    </a:cxn>
                    <a:cxn ang="T7">
                      <a:pos x="T2" y="T3"/>
                    </a:cxn>
                    <a:cxn ang="T8">
                      <a:pos x="T4" y="T5"/>
                    </a:cxn>
                  </a:cxnLst>
                  <a:rect l="T9" t="T10" r="T11" b="T12"/>
                  <a:pathLst>
                    <a:path w="21600" h="40679" fill="none" extrusionOk="0">
                      <a:moveTo>
                        <a:pt x="4082" y="0"/>
                      </a:moveTo>
                      <a:cubicBezTo>
                        <a:pt x="14251" y="1957"/>
                        <a:pt x="21600" y="10855"/>
                        <a:pt x="21600" y="21211"/>
                      </a:cubicBezTo>
                      <a:cubicBezTo>
                        <a:pt x="21600" y="29513"/>
                        <a:pt x="16840" y="37081"/>
                        <a:pt x="9357" y="40678"/>
                      </a:cubicBezTo>
                    </a:path>
                    <a:path w="21600" h="40679" stroke="0" extrusionOk="0">
                      <a:moveTo>
                        <a:pt x="4082" y="0"/>
                      </a:moveTo>
                      <a:cubicBezTo>
                        <a:pt x="14251" y="1957"/>
                        <a:pt x="21600" y="10855"/>
                        <a:pt x="21600" y="21211"/>
                      </a:cubicBezTo>
                      <a:cubicBezTo>
                        <a:pt x="21600" y="29513"/>
                        <a:pt x="16840" y="37081"/>
                        <a:pt x="9357" y="40678"/>
                      </a:cubicBezTo>
                      <a:lnTo>
                        <a:pt x="0" y="21211"/>
                      </a:lnTo>
                      <a:lnTo>
                        <a:pt x="4082" y="0"/>
                      </a:lnTo>
                      <a:close/>
                    </a:path>
                  </a:pathLst>
                </a:custGeom>
                <a:noFill/>
                <a:ln w="9525">
                  <a:solidFill>
                    <a:srgbClr val="00B0F0"/>
                  </a:solidFill>
                  <a:prstDash val="dash"/>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2827" name="Arc 18"/>
                <p:cNvSpPr>
                  <a:spLocks/>
                </p:cNvSpPr>
                <p:nvPr/>
              </p:nvSpPr>
              <p:spPr bwMode="auto">
                <a:xfrm>
                  <a:off x="2313" y="2497"/>
                  <a:ext cx="312" cy="1264"/>
                </a:xfrm>
                <a:custGeom>
                  <a:avLst/>
                  <a:gdLst>
                    <a:gd name="T0" fmla="*/ 0 w 21600"/>
                    <a:gd name="T1" fmla="*/ 0 h 38518"/>
                    <a:gd name="T2" fmla="*/ 0 w 21600"/>
                    <a:gd name="T3" fmla="*/ 0 h 38518"/>
                    <a:gd name="T4" fmla="*/ 0 w 21600"/>
                    <a:gd name="T5" fmla="*/ 0 h 38518"/>
                    <a:gd name="T6" fmla="*/ 0 60000 65536"/>
                    <a:gd name="T7" fmla="*/ 0 60000 65536"/>
                    <a:gd name="T8" fmla="*/ 0 60000 65536"/>
                    <a:gd name="T9" fmla="*/ 0 w 21600"/>
                    <a:gd name="T10" fmla="*/ 0 h 38518"/>
                    <a:gd name="T11" fmla="*/ 21600 w 21600"/>
                    <a:gd name="T12" fmla="*/ 38518 h 38518"/>
                  </a:gdLst>
                  <a:ahLst/>
                  <a:cxnLst>
                    <a:cxn ang="T6">
                      <a:pos x="T0" y="T1"/>
                    </a:cxn>
                    <a:cxn ang="T7">
                      <a:pos x="T2" y="T3"/>
                    </a:cxn>
                    <a:cxn ang="T8">
                      <a:pos x="T4" y="T5"/>
                    </a:cxn>
                  </a:cxnLst>
                  <a:rect l="T9" t="T10" r="T11" b="T12"/>
                  <a:pathLst>
                    <a:path w="21600" h="38518" fill="none" extrusionOk="0">
                      <a:moveTo>
                        <a:pt x="9167" y="-1"/>
                      </a:moveTo>
                      <a:cubicBezTo>
                        <a:pt x="16754" y="3555"/>
                        <a:pt x="21600" y="11178"/>
                        <a:pt x="21600" y="19558"/>
                      </a:cubicBezTo>
                      <a:cubicBezTo>
                        <a:pt x="21600" y="27460"/>
                        <a:pt x="17284" y="34732"/>
                        <a:pt x="10347" y="38517"/>
                      </a:cubicBezTo>
                    </a:path>
                    <a:path w="21600" h="38518" stroke="0" extrusionOk="0">
                      <a:moveTo>
                        <a:pt x="9167" y="-1"/>
                      </a:moveTo>
                      <a:cubicBezTo>
                        <a:pt x="16754" y="3555"/>
                        <a:pt x="21600" y="11178"/>
                        <a:pt x="21600" y="19558"/>
                      </a:cubicBezTo>
                      <a:cubicBezTo>
                        <a:pt x="21600" y="27460"/>
                        <a:pt x="17284" y="34732"/>
                        <a:pt x="10347" y="38517"/>
                      </a:cubicBezTo>
                      <a:lnTo>
                        <a:pt x="0" y="19558"/>
                      </a:lnTo>
                      <a:lnTo>
                        <a:pt x="9167" y="-1"/>
                      </a:lnTo>
                      <a:close/>
                    </a:path>
                  </a:pathLst>
                </a:custGeom>
                <a:noFill/>
                <a:ln w="9525">
                  <a:solidFill>
                    <a:srgbClr val="00B0F0"/>
                  </a:solidFill>
                  <a:prstDash val="dash"/>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2828" name="Line 19"/>
                <p:cNvSpPr>
                  <a:spLocks noChangeShapeType="1"/>
                </p:cNvSpPr>
                <p:nvPr/>
              </p:nvSpPr>
              <p:spPr bwMode="auto">
                <a:xfrm flipH="1" flipV="1">
                  <a:off x="2381" y="1937"/>
                  <a:ext cx="1" cy="438"/>
                </a:xfrm>
                <a:prstGeom prst="line">
                  <a:avLst/>
                </a:prstGeom>
                <a:noFill/>
                <a:ln w="28575">
                  <a:solidFill>
                    <a:srgbClr val="0000FF"/>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zh-CN" altLang="en-US"/>
                </a:p>
              </p:txBody>
            </p:sp>
            <p:sp>
              <p:nvSpPr>
                <p:cNvPr id="349204" name="Text Box 20"/>
                <p:cNvSpPr txBox="1">
                  <a:spLocks noChangeArrowheads="1"/>
                </p:cNvSpPr>
                <p:nvPr/>
              </p:nvSpPr>
              <p:spPr bwMode="auto">
                <a:xfrm>
                  <a:off x="2333" y="1830"/>
                  <a:ext cx="357" cy="455"/>
                </a:xfrm>
                <a:prstGeom prst="rect">
                  <a:avLst/>
                </a:prstGeom>
                <a:noFill/>
                <a:ln w="9525">
                  <a:noFill/>
                  <a:miter lim="800000"/>
                  <a:headEnd/>
                  <a:tailEnd/>
                </a:ln>
                <a:effectLst/>
              </p:spPr>
              <p:txBody>
                <a:bodyPr wrap="none">
                  <a:spAutoFit/>
                </a:bodyPr>
                <a:lstStyle/>
                <a:p>
                  <a:pPr>
                    <a:defRPr/>
                  </a:pPr>
                  <a:r>
                    <a:rPr kumimoji="1" lang="en-US" altLang="zh-CN" sz="2000" b="0" i="1">
                      <a:solidFill>
                        <a:srgbClr val="0000FF"/>
                      </a:solidFill>
                      <a:effectLst>
                        <a:outerShdw blurRad="38100" dist="38100" dir="2700000" algn="tl">
                          <a:srgbClr val="C0C0C0"/>
                        </a:outerShdw>
                      </a:effectLst>
                      <a:latin typeface="宋体" pitchFamily="2" charset="-122"/>
                      <a:ea typeface="宋体" pitchFamily="2" charset="-122"/>
                    </a:rPr>
                    <a:t>ω</a:t>
                  </a:r>
                </a:p>
              </p:txBody>
            </p:sp>
            <p:grpSp>
              <p:nvGrpSpPr>
                <p:cNvPr id="32830" name="Group 23"/>
                <p:cNvGrpSpPr>
                  <a:grpSpLocks/>
                </p:cNvGrpSpPr>
                <p:nvPr/>
              </p:nvGrpSpPr>
              <p:grpSpPr bwMode="auto">
                <a:xfrm>
                  <a:off x="1681" y="2160"/>
                  <a:ext cx="291" cy="980"/>
                  <a:chOff x="1681" y="2160"/>
                  <a:chExt cx="291" cy="980"/>
                </a:xfrm>
              </p:grpSpPr>
              <p:sp>
                <p:nvSpPr>
                  <p:cNvPr id="32838" name="Line 24"/>
                  <p:cNvSpPr>
                    <a:spLocks noChangeShapeType="1"/>
                  </p:cNvSpPr>
                  <p:nvPr/>
                </p:nvSpPr>
                <p:spPr bwMode="auto">
                  <a:xfrm flipV="1">
                    <a:off x="1944" y="2160"/>
                    <a:ext cx="0" cy="453"/>
                  </a:xfrm>
                  <a:prstGeom prst="line">
                    <a:avLst/>
                  </a:prstGeom>
                  <a:noFill/>
                  <a:ln w="19050">
                    <a:solidFill>
                      <a:srgbClr val="0000FF"/>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zh-CN" altLang="en-US"/>
                  </a:p>
                </p:txBody>
              </p:sp>
              <p:sp>
                <p:nvSpPr>
                  <p:cNvPr id="32839" name="Line 25"/>
                  <p:cNvSpPr>
                    <a:spLocks noChangeShapeType="1"/>
                  </p:cNvSpPr>
                  <p:nvPr/>
                </p:nvSpPr>
                <p:spPr bwMode="auto">
                  <a:xfrm flipH="1">
                    <a:off x="1803" y="2585"/>
                    <a:ext cx="142" cy="227"/>
                  </a:xfrm>
                  <a:prstGeom prst="line">
                    <a:avLst/>
                  </a:prstGeom>
                  <a:noFill/>
                  <a:ln w="28575">
                    <a:solidFill>
                      <a:srgbClr val="FF0066"/>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zh-CN" altLang="en-US"/>
                  </a:p>
                </p:txBody>
              </p:sp>
              <p:sp>
                <p:nvSpPr>
                  <p:cNvPr id="349211" name="Text Box 27"/>
                  <p:cNvSpPr txBox="1">
                    <a:spLocks noChangeArrowheads="1"/>
                  </p:cNvSpPr>
                  <p:nvPr/>
                </p:nvSpPr>
                <p:spPr bwMode="auto">
                  <a:xfrm>
                    <a:off x="1715" y="2720"/>
                    <a:ext cx="257" cy="422"/>
                  </a:xfrm>
                  <a:prstGeom prst="rect">
                    <a:avLst/>
                  </a:prstGeom>
                  <a:noFill/>
                  <a:ln w="9525">
                    <a:noFill/>
                    <a:miter lim="800000"/>
                    <a:headEnd/>
                    <a:tailEnd/>
                  </a:ln>
                  <a:effectLst/>
                </p:spPr>
                <p:txBody>
                  <a:bodyPr wrap="none">
                    <a:spAutoFit/>
                  </a:bodyPr>
                  <a:lstStyle/>
                  <a:p>
                    <a:pPr>
                      <a:defRPr/>
                    </a:pPr>
                    <a:r>
                      <a:rPr lang="en-US" altLang="zh-CN" sz="1800" b="0" i="1">
                        <a:solidFill>
                          <a:srgbClr val="0000FF"/>
                        </a:solidFill>
                        <a:effectLst>
                          <a:outerShdw blurRad="38100" dist="38100" dir="2700000" algn="tl">
                            <a:srgbClr val="C0C0C0"/>
                          </a:outerShdw>
                        </a:effectLst>
                        <a:latin typeface="Symbol" pitchFamily="18" charset="2"/>
                        <a:ea typeface="宋体" pitchFamily="2" charset="-122"/>
                        <a:sym typeface="Symbol" pitchFamily="18" charset="2"/>
                      </a:rPr>
                      <a:t></a:t>
                    </a:r>
                    <a:endParaRPr lang="en-US" altLang="zh-CN" sz="1800" b="0" i="1">
                      <a:solidFill>
                        <a:srgbClr val="0000FF"/>
                      </a:solidFill>
                      <a:effectLst>
                        <a:outerShdw blurRad="38100" dist="38100" dir="2700000" algn="tl">
                          <a:srgbClr val="C0C0C0"/>
                        </a:outerShdw>
                      </a:effectLst>
                      <a:latin typeface="Times New Roman" pitchFamily="18" charset="0"/>
                      <a:ea typeface="宋体" pitchFamily="2" charset="-122"/>
                    </a:endParaRPr>
                  </a:p>
                </p:txBody>
              </p:sp>
              <p:sp>
                <p:nvSpPr>
                  <p:cNvPr id="32841" name="Line 28"/>
                  <p:cNvSpPr>
                    <a:spLocks noChangeShapeType="1"/>
                  </p:cNvSpPr>
                  <p:nvPr/>
                </p:nvSpPr>
                <p:spPr bwMode="auto">
                  <a:xfrm flipH="1" flipV="1">
                    <a:off x="1770" y="2484"/>
                    <a:ext cx="170" cy="114"/>
                  </a:xfrm>
                  <a:prstGeom prst="line">
                    <a:avLst/>
                  </a:prstGeom>
                  <a:noFill/>
                  <a:ln w="28575">
                    <a:solidFill>
                      <a:srgbClr val="008000"/>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zh-CN" altLang="en-US"/>
                  </a:p>
                </p:txBody>
              </p:sp>
              <p:sp>
                <p:nvSpPr>
                  <p:cNvPr id="349213" name="Rectangle 29"/>
                  <p:cNvSpPr>
                    <a:spLocks noChangeArrowheads="1"/>
                  </p:cNvSpPr>
                  <p:nvPr/>
                </p:nvSpPr>
                <p:spPr bwMode="auto">
                  <a:xfrm>
                    <a:off x="1681" y="2467"/>
                    <a:ext cx="275" cy="455"/>
                  </a:xfrm>
                  <a:prstGeom prst="rect">
                    <a:avLst/>
                  </a:prstGeom>
                  <a:noFill/>
                  <a:ln w="9525">
                    <a:noFill/>
                    <a:miter lim="800000"/>
                    <a:headEnd/>
                    <a:tailEnd/>
                  </a:ln>
                  <a:effectLst/>
                </p:spPr>
                <p:txBody>
                  <a:bodyPr wrap="none">
                    <a:spAutoFit/>
                  </a:bodyPr>
                  <a:lstStyle/>
                  <a:p>
                    <a:pPr>
                      <a:defRPr/>
                    </a:pPr>
                    <a:r>
                      <a:rPr kumimoji="1" lang="en-US" altLang="zh-CN" sz="2000" b="0" i="1">
                        <a:solidFill>
                          <a:srgbClr val="0000FF"/>
                        </a:solidFill>
                        <a:effectLst>
                          <a:outerShdw blurRad="38100" dist="38100" dir="2700000" algn="tl">
                            <a:srgbClr val="C0C0C0"/>
                          </a:outerShdw>
                        </a:effectLst>
                        <a:latin typeface="Times New Roman" pitchFamily="18" charset="0"/>
                        <a:ea typeface="宋体" pitchFamily="2" charset="-122"/>
                      </a:rPr>
                      <a:t>f</a:t>
                    </a:r>
                    <a:r>
                      <a:rPr kumimoji="1" lang="en-US" altLang="zh-CN" sz="2000" b="0" baseline="-25000">
                        <a:solidFill>
                          <a:srgbClr val="0000FF"/>
                        </a:solidFill>
                        <a:effectLst>
                          <a:outerShdw blurRad="38100" dist="38100" dir="2700000" algn="tl">
                            <a:srgbClr val="C0C0C0"/>
                          </a:outerShdw>
                        </a:effectLst>
                        <a:latin typeface="Times New Roman" pitchFamily="18" charset="0"/>
                        <a:ea typeface="宋体" pitchFamily="2" charset="-122"/>
                      </a:rPr>
                      <a:t>k</a:t>
                    </a:r>
                  </a:p>
                </p:txBody>
              </p:sp>
            </p:grpSp>
            <p:sp>
              <p:nvSpPr>
                <p:cNvPr id="32831" name="Line 30"/>
                <p:cNvSpPr>
                  <a:spLocks noChangeShapeType="1"/>
                </p:cNvSpPr>
                <p:nvPr/>
              </p:nvSpPr>
              <p:spPr bwMode="auto">
                <a:xfrm flipV="1">
                  <a:off x="2301" y="2506"/>
                  <a:ext cx="0" cy="340"/>
                </a:xfrm>
                <a:prstGeom prst="line">
                  <a:avLst/>
                </a:prstGeom>
                <a:noFill/>
                <a:ln w="19050">
                  <a:solidFill>
                    <a:srgbClr val="0000FF"/>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zh-CN" altLang="en-US"/>
                </a:p>
              </p:txBody>
            </p:sp>
            <p:sp>
              <p:nvSpPr>
                <p:cNvPr id="32832" name="Line 31"/>
                <p:cNvSpPr>
                  <a:spLocks noChangeShapeType="1"/>
                </p:cNvSpPr>
                <p:nvPr/>
              </p:nvSpPr>
              <p:spPr bwMode="auto">
                <a:xfrm>
                  <a:off x="2307" y="2834"/>
                  <a:ext cx="311" cy="85"/>
                </a:xfrm>
                <a:prstGeom prst="line">
                  <a:avLst/>
                </a:prstGeom>
                <a:noFill/>
                <a:ln w="28575">
                  <a:solidFill>
                    <a:srgbClr val="FF0066"/>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zh-CN" altLang="en-US"/>
                </a:p>
              </p:txBody>
            </p:sp>
            <p:sp>
              <p:nvSpPr>
                <p:cNvPr id="32833" name="Line 32"/>
                <p:cNvSpPr>
                  <a:spLocks noChangeShapeType="1"/>
                </p:cNvSpPr>
                <p:nvPr/>
              </p:nvSpPr>
              <p:spPr bwMode="auto">
                <a:xfrm flipH="1">
                  <a:off x="2137" y="2828"/>
                  <a:ext cx="170" cy="170"/>
                </a:xfrm>
                <a:prstGeom prst="line">
                  <a:avLst/>
                </a:prstGeom>
                <a:noFill/>
                <a:ln w="28575">
                  <a:solidFill>
                    <a:srgbClr val="008000"/>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zh-CN" altLang="en-US"/>
                </a:p>
              </p:txBody>
            </p:sp>
            <p:sp>
              <p:nvSpPr>
                <p:cNvPr id="349217" name="Rectangle 33"/>
                <p:cNvSpPr>
                  <a:spLocks noChangeArrowheads="1"/>
                </p:cNvSpPr>
                <p:nvPr/>
              </p:nvSpPr>
              <p:spPr bwMode="auto">
                <a:xfrm>
                  <a:off x="2556" y="2859"/>
                  <a:ext cx="257" cy="421"/>
                </a:xfrm>
                <a:prstGeom prst="rect">
                  <a:avLst/>
                </a:prstGeom>
                <a:noFill/>
                <a:ln w="9525">
                  <a:noFill/>
                  <a:miter lim="800000"/>
                  <a:headEnd/>
                  <a:tailEnd/>
                </a:ln>
                <a:effectLst/>
              </p:spPr>
              <p:txBody>
                <a:bodyPr wrap="none">
                  <a:spAutoFit/>
                </a:bodyPr>
                <a:lstStyle/>
                <a:p>
                  <a:pPr>
                    <a:defRPr/>
                  </a:pPr>
                  <a:r>
                    <a:rPr lang="en-US" altLang="zh-CN" sz="1800" b="0" i="1">
                      <a:solidFill>
                        <a:srgbClr val="0000FF"/>
                      </a:solidFill>
                      <a:effectLst>
                        <a:outerShdw blurRad="38100" dist="38100" dir="2700000" algn="tl">
                          <a:srgbClr val="C0C0C0"/>
                        </a:outerShdw>
                      </a:effectLst>
                      <a:latin typeface="Times New Roman" pitchFamily="18" charset="0"/>
                      <a:ea typeface="宋体" pitchFamily="2" charset="-122"/>
                      <a:sym typeface="Symbol" pitchFamily="18" charset="2"/>
                    </a:rPr>
                    <a:t></a:t>
                  </a:r>
                </a:p>
              </p:txBody>
            </p:sp>
            <p:sp>
              <p:nvSpPr>
                <p:cNvPr id="349218" name="Rectangle 34"/>
                <p:cNvSpPr>
                  <a:spLocks noChangeArrowheads="1"/>
                </p:cNvSpPr>
                <p:nvPr/>
              </p:nvSpPr>
              <p:spPr bwMode="auto">
                <a:xfrm>
                  <a:off x="1899" y="2021"/>
                  <a:ext cx="356" cy="455"/>
                </a:xfrm>
                <a:prstGeom prst="rect">
                  <a:avLst/>
                </a:prstGeom>
                <a:noFill/>
                <a:ln w="9525">
                  <a:noFill/>
                  <a:miter lim="800000"/>
                  <a:headEnd/>
                  <a:tailEnd/>
                </a:ln>
                <a:effectLst/>
              </p:spPr>
              <p:txBody>
                <a:bodyPr wrap="none">
                  <a:spAutoFit/>
                </a:bodyPr>
                <a:lstStyle/>
                <a:p>
                  <a:pPr>
                    <a:defRPr/>
                  </a:pPr>
                  <a:r>
                    <a:rPr kumimoji="1" lang="en-US" altLang="zh-CN" sz="2000" b="0" i="1">
                      <a:solidFill>
                        <a:srgbClr val="0000FF"/>
                      </a:solidFill>
                      <a:effectLst>
                        <a:outerShdw blurRad="38100" dist="38100" dir="2700000" algn="tl">
                          <a:srgbClr val="C0C0C0"/>
                        </a:outerShdw>
                      </a:effectLst>
                      <a:latin typeface="宋体" pitchFamily="2" charset="-122"/>
                      <a:ea typeface="宋体" pitchFamily="2" charset="-122"/>
                    </a:rPr>
                    <a:t>ω</a:t>
                  </a:r>
                </a:p>
              </p:txBody>
            </p:sp>
            <p:sp>
              <p:nvSpPr>
                <p:cNvPr id="349219" name="Rectangle 35"/>
                <p:cNvSpPr>
                  <a:spLocks noChangeArrowheads="1"/>
                </p:cNvSpPr>
                <p:nvPr/>
              </p:nvSpPr>
              <p:spPr bwMode="auto">
                <a:xfrm>
                  <a:off x="1986" y="2877"/>
                  <a:ext cx="263" cy="419"/>
                </a:xfrm>
                <a:prstGeom prst="rect">
                  <a:avLst/>
                </a:prstGeom>
                <a:noFill/>
                <a:ln w="9525">
                  <a:noFill/>
                  <a:miter lim="800000"/>
                  <a:headEnd/>
                  <a:tailEnd/>
                </a:ln>
                <a:effectLst/>
              </p:spPr>
              <p:txBody>
                <a:bodyPr wrap="none">
                  <a:spAutoFit/>
                </a:bodyPr>
                <a:lstStyle/>
                <a:p>
                  <a:pPr>
                    <a:defRPr/>
                  </a:pPr>
                  <a:r>
                    <a:rPr kumimoji="1" lang="en-US" altLang="zh-CN" sz="1800" b="0" i="1">
                      <a:solidFill>
                        <a:srgbClr val="0000FF"/>
                      </a:solidFill>
                      <a:effectLst>
                        <a:outerShdw blurRad="38100" dist="38100" dir="2700000" algn="tl">
                          <a:srgbClr val="C0C0C0"/>
                        </a:outerShdw>
                      </a:effectLst>
                      <a:latin typeface="Times New Roman" pitchFamily="18" charset="0"/>
                      <a:ea typeface="宋体" pitchFamily="2" charset="-122"/>
                    </a:rPr>
                    <a:t>f</a:t>
                  </a:r>
                  <a:r>
                    <a:rPr kumimoji="1" lang="en-US" altLang="zh-CN" sz="1800" b="0" baseline="-25000">
                      <a:solidFill>
                        <a:srgbClr val="0000FF"/>
                      </a:solidFill>
                      <a:effectLst>
                        <a:outerShdw blurRad="38100" dist="38100" dir="2700000" algn="tl">
                          <a:srgbClr val="C0C0C0"/>
                        </a:outerShdw>
                      </a:effectLst>
                      <a:latin typeface="Times New Roman" pitchFamily="18" charset="0"/>
                      <a:ea typeface="宋体" pitchFamily="2" charset="-122"/>
                    </a:rPr>
                    <a:t>k</a:t>
                  </a:r>
                </a:p>
              </p:txBody>
            </p:sp>
            <p:sp>
              <p:nvSpPr>
                <p:cNvPr id="77" name="Rectangle 34"/>
                <p:cNvSpPr>
                  <a:spLocks noChangeArrowheads="1"/>
                </p:cNvSpPr>
                <p:nvPr/>
              </p:nvSpPr>
              <p:spPr bwMode="auto">
                <a:xfrm>
                  <a:off x="2296" y="2460"/>
                  <a:ext cx="356" cy="455"/>
                </a:xfrm>
                <a:prstGeom prst="rect">
                  <a:avLst/>
                </a:prstGeom>
                <a:noFill/>
                <a:ln w="9525">
                  <a:noFill/>
                  <a:miter lim="800000"/>
                  <a:headEnd/>
                  <a:tailEnd/>
                </a:ln>
                <a:effectLst/>
              </p:spPr>
              <p:txBody>
                <a:bodyPr wrap="none">
                  <a:spAutoFit/>
                </a:bodyPr>
                <a:lstStyle/>
                <a:p>
                  <a:pPr>
                    <a:defRPr/>
                  </a:pPr>
                  <a:r>
                    <a:rPr kumimoji="1" lang="en-US" altLang="zh-CN" sz="2000" b="0" i="1">
                      <a:solidFill>
                        <a:srgbClr val="0000FF"/>
                      </a:solidFill>
                      <a:effectLst>
                        <a:outerShdw blurRad="38100" dist="38100" dir="2700000" algn="tl">
                          <a:srgbClr val="C0C0C0"/>
                        </a:outerShdw>
                      </a:effectLst>
                      <a:latin typeface="宋体" pitchFamily="2" charset="-122"/>
                      <a:ea typeface="宋体" pitchFamily="2" charset="-122"/>
                    </a:rPr>
                    <a:t>ω</a:t>
                  </a:r>
                </a:p>
              </p:txBody>
            </p:sp>
          </p:grpSp>
          <p:sp>
            <p:nvSpPr>
              <p:cNvPr id="349220" name="Rectangle 36"/>
              <p:cNvSpPr>
                <a:spLocks noChangeArrowheads="1"/>
              </p:cNvSpPr>
              <p:nvPr/>
            </p:nvSpPr>
            <p:spPr bwMode="auto">
              <a:xfrm>
                <a:off x="702" y="2623"/>
                <a:ext cx="1205" cy="735"/>
              </a:xfrm>
              <a:prstGeom prst="rect">
                <a:avLst/>
              </a:prstGeom>
              <a:noFill/>
              <a:ln w="9525">
                <a:noFill/>
                <a:miter lim="800000"/>
                <a:headEnd/>
                <a:tailEnd/>
              </a:ln>
              <a:effectLst/>
            </p:spPr>
            <p:txBody>
              <a:bodyPr>
                <a:spAutoFit/>
              </a:bodyPr>
              <a:lstStyle/>
              <a:p>
                <a:pPr>
                  <a:defRPr/>
                </a:pPr>
                <a:r>
                  <a:rPr kumimoji="1" lang="zh-CN" altLang="en-US" sz="1800">
                    <a:solidFill>
                      <a:srgbClr val="0000FF"/>
                    </a:solidFill>
                    <a:effectLst>
                      <a:outerShdw blurRad="38100" dist="38100" dir="2700000" algn="tl">
                        <a:srgbClr val="C0C0C0"/>
                      </a:outerShdw>
                    </a:effectLst>
                    <a:latin typeface="Times New Roman" pitchFamily="18" charset="0"/>
                    <a:ea typeface="宋体" pitchFamily="2" charset="-122"/>
                  </a:rPr>
                  <a:t>北半球的科氏力</a:t>
                </a:r>
              </a:p>
            </p:txBody>
          </p:sp>
        </p:grpSp>
        <p:sp>
          <p:nvSpPr>
            <p:cNvPr id="3" name="弧形 2"/>
            <p:cNvSpPr/>
            <p:nvPr/>
          </p:nvSpPr>
          <p:spPr>
            <a:xfrm>
              <a:off x="1707160" y="1471406"/>
              <a:ext cx="744599" cy="197765"/>
            </a:xfrm>
            <a:prstGeom prst="arc">
              <a:avLst>
                <a:gd name="adj1" fmla="val 366866"/>
                <a:gd name="adj2" fmla="val 11822469"/>
              </a:avLst>
            </a:prstGeom>
            <a:ln>
              <a:solidFill>
                <a:schemeClr val="accent6">
                  <a:lumMod val="75000"/>
                </a:schemeClr>
              </a:solidFill>
              <a:headEnd type="arrow" w="med" len="med"/>
              <a:tailEnd type="none" w="sm" len="sm"/>
            </a:ln>
          </p:spPr>
          <p:style>
            <a:lnRef idx="1">
              <a:schemeClr val="accent1"/>
            </a:lnRef>
            <a:fillRef idx="0">
              <a:schemeClr val="accent1"/>
            </a:fillRef>
            <a:effectRef idx="0">
              <a:schemeClr val="accent1"/>
            </a:effectRef>
            <a:fontRef idx="minor">
              <a:schemeClr val="tx1"/>
            </a:fontRef>
          </p:style>
          <p:txBody>
            <a:bodyPr anchor="ctr"/>
            <a:lstStyle/>
            <a:p>
              <a:pPr>
                <a:defRPr/>
              </a:pPr>
              <a:endParaRPr lang="zh-CN" altLang="en-US" sz="1800" b="0"/>
            </a:p>
          </p:txBody>
        </p:sp>
      </p:grpSp>
      <p:sp>
        <p:nvSpPr>
          <p:cNvPr id="86" name="Text Box 76"/>
          <p:cNvSpPr txBox="1">
            <a:spLocks noChangeArrowheads="1"/>
          </p:cNvSpPr>
          <p:nvPr/>
        </p:nvSpPr>
        <p:spPr bwMode="auto">
          <a:xfrm>
            <a:off x="755650" y="1193800"/>
            <a:ext cx="7669213"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457200" indent="-457200"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buClr>
                <a:srgbClr val="00B0F0"/>
              </a:buClr>
              <a:buFont typeface="Wingdings" pitchFamily="2" charset="2"/>
              <a:buChar char="l"/>
            </a:pPr>
            <a:r>
              <a:rPr kumimoji="1" lang="zh-CN" altLang="en-US" sz="1800">
                <a:solidFill>
                  <a:srgbClr val="000000"/>
                </a:solidFill>
                <a:latin typeface="华文中宋" pitchFamily="2" charset="-122"/>
                <a:ea typeface="华文中宋" pitchFamily="2" charset="-122"/>
              </a:rPr>
              <a:t>赤道附近的信风</a:t>
            </a:r>
            <a:r>
              <a:rPr kumimoji="1" lang="en-US" altLang="zh-CN" sz="1800">
                <a:solidFill>
                  <a:srgbClr val="000000"/>
                </a:solidFill>
                <a:latin typeface="华文中宋" pitchFamily="2" charset="-122"/>
                <a:ea typeface="华文中宋" pitchFamily="2" charset="-122"/>
              </a:rPr>
              <a:t>(</a:t>
            </a:r>
            <a:r>
              <a:rPr kumimoji="1" lang="zh-CN" altLang="en-US" sz="1800">
                <a:solidFill>
                  <a:srgbClr val="000000"/>
                </a:solidFill>
                <a:latin typeface="华文中宋" pitchFamily="2" charset="-122"/>
                <a:ea typeface="华文中宋" pitchFamily="2" charset="-122"/>
              </a:rPr>
              <a:t>北半球东北，南半球东南</a:t>
            </a:r>
            <a:r>
              <a:rPr kumimoji="1" lang="en-US" altLang="zh-CN" sz="1800">
                <a:solidFill>
                  <a:srgbClr val="000000"/>
                </a:solidFill>
                <a:latin typeface="华文中宋" pitchFamily="2" charset="-122"/>
                <a:ea typeface="华文中宋" pitchFamily="2" charset="-122"/>
              </a:rPr>
              <a:t>)</a:t>
            </a:r>
            <a:endParaRPr kumimoji="1" lang="zh-CN" altLang="en-US" sz="1800">
              <a:solidFill>
                <a:srgbClr val="000000"/>
              </a:solidFill>
              <a:latin typeface="华文中宋" pitchFamily="2" charset="-122"/>
              <a:ea typeface="华文中宋" pitchFamily="2" charset="-122"/>
            </a:endParaRPr>
          </a:p>
        </p:txBody>
      </p:sp>
      <p:grpSp>
        <p:nvGrpSpPr>
          <p:cNvPr id="7" name="组合 87"/>
          <p:cNvGrpSpPr>
            <a:grpSpLocks/>
          </p:cNvGrpSpPr>
          <p:nvPr/>
        </p:nvGrpSpPr>
        <p:grpSpPr bwMode="auto">
          <a:xfrm>
            <a:off x="4932363" y="1549400"/>
            <a:ext cx="2087562" cy="2387600"/>
            <a:chOff x="3503024" y="1239099"/>
            <a:chExt cx="2590800" cy="4135438"/>
          </a:xfrm>
        </p:grpSpPr>
        <p:grpSp>
          <p:nvGrpSpPr>
            <p:cNvPr id="32775" name="Group 37"/>
            <p:cNvGrpSpPr>
              <a:grpSpLocks/>
            </p:cNvGrpSpPr>
            <p:nvPr/>
          </p:nvGrpSpPr>
          <p:grpSpPr bwMode="auto">
            <a:xfrm>
              <a:off x="3503024" y="1239099"/>
              <a:ext cx="2590800" cy="4135438"/>
              <a:chOff x="1292" y="797"/>
              <a:chExt cx="1632" cy="2605"/>
            </a:xfrm>
          </p:grpSpPr>
          <p:grpSp>
            <p:nvGrpSpPr>
              <p:cNvPr id="32777" name="Group 38"/>
              <p:cNvGrpSpPr>
                <a:grpSpLocks/>
              </p:cNvGrpSpPr>
              <p:nvPr/>
            </p:nvGrpSpPr>
            <p:grpSpPr bwMode="auto">
              <a:xfrm>
                <a:off x="1292" y="797"/>
                <a:ext cx="1632" cy="2056"/>
                <a:chOff x="1292" y="797"/>
                <a:chExt cx="1632" cy="2056"/>
              </a:xfrm>
            </p:grpSpPr>
            <p:sp>
              <p:nvSpPr>
                <p:cNvPr id="32779" name="Oval 39"/>
                <p:cNvSpPr>
                  <a:spLocks noChangeArrowheads="1"/>
                </p:cNvSpPr>
                <p:nvPr/>
              </p:nvSpPr>
              <p:spPr bwMode="auto">
                <a:xfrm>
                  <a:off x="1292" y="1082"/>
                  <a:ext cx="1632" cy="1584"/>
                </a:xfrm>
                <a:prstGeom prst="ellipse">
                  <a:avLst/>
                </a:prstGeom>
                <a:solidFill>
                  <a:schemeClr val="bg1"/>
                </a:solidFill>
                <a:ln w="28575">
                  <a:solidFill>
                    <a:srgbClr val="0070C0"/>
                  </a:solidFill>
                  <a:round/>
                  <a:headEnd/>
                  <a:tailEnd/>
                </a:ln>
              </p:spPr>
              <p:txBody>
                <a:bodyPr wrap="none" anchor="ctr"/>
                <a:lstStyle/>
                <a:p>
                  <a:endParaRPr lang="zh-CN" altLang="en-US" sz="1800" b="0">
                    <a:latin typeface="Times New Roman" pitchFamily="18" charset="0"/>
                    <a:ea typeface="宋体" pitchFamily="2" charset="-122"/>
                  </a:endParaRPr>
                </a:p>
              </p:txBody>
            </p:sp>
            <p:sp>
              <p:nvSpPr>
                <p:cNvPr id="32780" name="Arc 40"/>
                <p:cNvSpPr>
                  <a:spLocks/>
                </p:cNvSpPr>
                <p:nvPr/>
              </p:nvSpPr>
              <p:spPr bwMode="auto">
                <a:xfrm>
                  <a:off x="1576" y="1277"/>
                  <a:ext cx="1048" cy="401"/>
                </a:xfrm>
                <a:custGeom>
                  <a:avLst/>
                  <a:gdLst>
                    <a:gd name="T0" fmla="*/ 0 w 43200"/>
                    <a:gd name="T1" fmla="*/ 0 h 22408"/>
                    <a:gd name="T2" fmla="*/ 0 w 43200"/>
                    <a:gd name="T3" fmla="*/ 0 h 22408"/>
                    <a:gd name="T4" fmla="*/ 0 w 43200"/>
                    <a:gd name="T5" fmla="*/ 0 h 22408"/>
                    <a:gd name="T6" fmla="*/ 0 60000 65536"/>
                    <a:gd name="T7" fmla="*/ 0 60000 65536"/>
                    <a:gd name="T8" fmla="*/ 0 60000 65536"/>
                    <a:gd name="T9" fmla="*/ 0 w 43200"/>
                    <a:gd name="T10" fmla="*/ 0 h 22408"/>
                    <a:gd name="T11" fmla="*/ 43200 w 43200"/>
                    <a:gd name="T12" fmla="*/ 22408 h 22408"/>
                  </a:gdLst>
                  <a:ahLst/>
                  <a:cxnLst>
                    <a:cxn ang="T6">
                      <a:pos x="T0" y="T1"/>
                    </a:cxn>
                    <a:cxn ang="T7">
                      <a:pos x="T2" y="T3"/>
                    </a:cxn>
                    <a:cxn ang="T8">
                      <a:pos x="T4" y="T5"/>
                    </a:cxn>
                  </a:cxnLst>
                  <a:rect l="T9" t="T10" r="T11" b="T12"/>
                  <a:pathLst>
                    <a:path w="43200" h="22408" fill="none" extrusionOk="0">
                      <a:moveTo>
                        <a:pt x="43197" y="451"/>
                      </a:moveTo>
                      <a:cubicBezTo>
                        <a:pt x="43199" y="570"/>
                        <a:pt x="43200" y="689"/>
                        <a:pt x="43200" y="808"/>
                      </a:cubicBezTo>
                      <a:cubicBezTo>
                        <a:pt x="43200" y="12737"/>
                        <a:pt x="33529" y="22408"/>
                        <a:pt x="21600" y="22408"/>
                      </a:cubicBezTo>
                      <a:cubicBezTo>
                        <a:pt x="9670" y="22408"/>
                        <a:pt x="0" y="12737"/>
                        <a:pt x="0" y="808"/>
                      </a:cubicBezTo>
                      <a:cubicBezTo>
                        <a:pt x="-1" y="538"/>
                        <a:pt x="5" y="269"/>
                        <a:pt x="15" y="0"/>
                      </a:cubicBezTo>
                    </a:path>
                    <a:path w="43200" h="22408" stroke="0" extrusionOk="0">
                      <a:moveTo>
                        <a:pt x="43197" y="451"/>
                      </a:moveTo>
                      <a:cubicBezTo>
                        <a:pt x="43199" y="570"/>
                        <a:pt x="43200" y="689"/>
                        <a:pt x="43200" y="808"/>
                      </a:cubicBezTo>
                      <a:cubicBezTo>
                        <a:pt x="43200" y="12737"/>
                        <a:pt x="33529" y="22408"/>
                        <a:pt x="21600" y="22408"/>
                      </a:cubicBezTo>
                      <a:cubicBezTo>
                        <a:pt x="9670" y="22408"/>
                        <a:pt x="0" y="12737"/>
                        <a:pt x="0" y="808"/>
                      </a:cubicBezTo>
                      <a:cubicBezTo>
                        <a:pt x="-1" y="538"/>
                        <a:pt x="5" y="269"/>
                        <a:pt x="15" y="0"/>
                      </a:cubicBezTo>
                      <a:lnTo>
                        <a:pt x="21600" y="808"/>
                      </a:lnTo>
                      <a:lnTo>
                        <a:pt x="43197" y="451"/>
                      </a:lnTo>
                      <a:close/>
                    </a:path>
                  </a:pathLst>
                </a:custGeom>
                <a:noFill/>
                <a:ln w="9525">
                  <a:solidFill>
                    <a:srgbClr val="00B0F0"/>
                  </a:solidFill>
                  <a:prstDash val="dash"/>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2781" name="Arc 41"/>
                <p:cNvSpPr>
                  <a:spLocks/>
                </p:cNvSpPr>
                <p:nvPr/>
              </p:nvSpPr>
              <p:spPr bwMode="auto">
                <a:xfrm rot="925934" flipH="1">
                  <a:off x="1574" y="1324"/>
                  <a:ext cx="479" cy="1261"/>
                </a:xfrm>
                <a:custGeom>
                  <a:avLst/>
                  <a:gdLst>
                    <a:gd name="T0" fmla="*/ 0 w 22555"/>
                    <a:gd name="T1" fmla="*/ 0 h 39731"/>
                    <a:gd name="T2" fmla="*/ 0 w 22555"/>
                    <a:gd name="T3" fmla="*/ 0 h 39731"/>
                    <a:gd name="T4" fmla="*/ 0 w 22555"/>
                    <a:gd name="T5" fmla="*/ 0 h 39731"/>
                    <a:gd name="T6" fmla="*/ 0 60000 65536"/>
                    <a:gd name="T7" fmla="*/ 0 60000 65536"/>
                    <a:gd name="T8" fmla="*/ 0 60000 65536"/>
                    <a:gd name="T9" fmla="*/ 0 w 22555"/>
                    <a:gd name="T10" fmla="*/ 0 h 39731"/>
                    <a:gd name="T11" fmla="*/ 22555 w 22555"/>
                    <a:gd name="T12" fmla="*/ 39731 h 39731"/>
                  </a:gdLst>
                  <a:ahLst/>
                  <a:cxnLst>
                    <a:cxn ang="T6">
                      <a:pos x="T0" y="T1"/>
                    </a:cxn>
                    <a:cxn ang="T7">
                      <a:pos x="T2" y="T3"/>
                    </a:cxn>
                    <a:cxn ang="T8">
                      <a:pos x="T4" y="T5"/>
                    </a:cxn>
                  </a:cxnLst>
                  <a:rect l="T9" t="T10" r="T11" b="T12"/>
                  <a:pathLst>
                    <a:path w="22555" h="39731" fill="none" extrusionOk="0">
                      <a:moveTo>
                        <a:pt x="12694" y="0"/>
                      </a:moveTo>
                      <a:cubicBezTo>
                        <a:pt x="18843" y="3981"/>
                        <a:pt x="22555" y="10806"/>
                        <a:pt x="22555" y="18131"/>
                      </a:cubicBezTo>
                      <a:cubicBezTo>
                        <a:pt x="22555" y="30060"/>
                        <a:pt x="12884" y="39731"/>
                        <a:pt x="955" y="39731"/>
                      </a:cubicBezTo>
                      <a:cubicBezTo>
                        <a:pt x="636" y="39731"/>
                        <a:pt x="318" y="39723"/>
                        <a:pt x="0" y="39709"/>
                      </a:cubicBezTo>
                    </a:path>
                    <a:path w="22555" h="39731" stroke="0" extrusionOk="0">
                      <a:moveTo>
                        <a:pt x="12694" y="0"/>
                      </a:moveTo>
                      <a:cubicBezTo>
                        <a:pt x="18843" y="3981"/>
                        <a:pt x="22555" y="10806"/>
                        <a:pt x="22555" y="18131"/>
                      </a:cubicBezTo>
                      <a:cubicBezTo>
                        <a:pt x="22555" y="30060"/>
                        <a:pt x="12884" y="39731"/>
                        <a:pt x="955" y="39731"/>
                      </a:cubicBezTo>
                      <a:cubicBezTo>
                        <a:pt x="636" y="39731"/>
                        <a:pt x="318" y="39723"/>
                        <a:pt x="0" y="39709"/>
                      </a:cubicBezTo>
                      <a:lnTo>
                        <a:pt x="955" y="18131"/>
                      </a:lnTo>
                      <a:lnTo>
                        <a:pt x="12694" y="0"/>
                      </a:lnTo>
                      <a:close/>
                    </a:path>
                  </a:pathLst>
                </a:custGeom>
                <a:noFill/>
                <a:ln w="9525">
                  <a:solidFill>
                    <a:srgbClr val="00B0F0"/>
                  </a:solidFill>
                  <a:prstDash val="dash"/>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2782" name="Oval 42"/>
                <p:cNvSpPr>
                  <a:spLocks noChangeArrowheads="1"/>
                </p:cNvSpPr>
                <p:nvPr/>
              </p:nvSpPr>
              <p:spPr bwMode="auto">
                <a:xfrm>
                  <a:off x="1915" y="999"/>
                  <a:ext cx="371" cy="567"/>
                </a:xfrm>
                <a:prstGeom prst="ellipse">
                  <a:avLst/>
                </a:prstGeom>
                <a:noFill/>
                <a:ln w="9525">
                  <a:solidFill>
                    <a:srgbClr val="00B0F0"/>
                  </a:solidFill>
                  <a:prstDash val="dash"/>
                  <a:round/>
                  <a:headEnd/>
                  <a:tailEnd/>
                </a:ln>
                <a:extLst>
                  <a:ext uri="{909E8E84-426E-40DD-AFC4-6F175D3DCCD1}">
                    <a14:hiddenFill xmlns:a14="http://schemas.microsoft.com/office/drawing/2010/main" xmlns="">
                      <a:solidFill>
                        <a:srgbClr val="FFFFFF"/>
                      </a:solidFill>
                    </a14:hiddenFill>
                  </a:ext>
                </a:extLst>
              </p:spPr>
              <p:txBody>
                <a:bodyPr anchor="ctr">
                  <a:spAutoFit/>
                </a:bodyPr>
                <a:lstStyle/>
                <a:p>
                  <a:endParaRPr lang="zh-CN" altLang="en-US" sz="1800" b="0">
                    <a:latin typeface="Times New Roman" pitchFamily="18" charset="0"/>
                    <a:ea typeface="宋体" pitchFamily="2" charset="-122"/>
                  </a:endParaRPr>
                </a:p>
              </p:txBody>
            </p:sp>
            <p:sp>
              <p:nvSpPr>
                <p:cNvPr id="32783" name="Arc 43"/>
                <p:cNvSpPr>
                  <a:spLocks/>
                </p:cNvSpPr>
                <p:nvPr/>
              </p:nvSpPr>
              <p:spPr bwMode="auto">
                <a:xfrm>
                  <a:off x="1377" y="1508"/>
                  <a:ext cx="1474" cy="482"/>
                </a:xfrm>
                <a:custGeom>
                  <a:avLst/>
                  <a:gdLst>
                    <a:gd name="T0" fmla="*/ 0 w 43200"/>
                    <a:gd name="T1" fmla="*/ 0 h 23781"/>
                    <a:gd name="T2" fmla="*/ 0 w 43200"/>
                    <a:gd name="T3" fmla="*/ 0 h 23781"/>
                    <a:gd name="T4" fmla="*/ 0 w 43200"/>
                    <a:gd name="T5" fmla="*/ 0 h 23781"/>
                    <a:gd name="T6" fmla="*/ 0 60000 65536"/>
                    <a:gd name="T7" fmla="*/ 0 60000 65536"/>
                    <a:gd name="T8" fmla="*/ 0 60000 65536"/>
                    <a:gd name="T9" fmla="*/ 0 w 43200"/>
                    <a:gd name="T10" fmla="*/ 0 h 23781"/>
                    <a:gd name="T11" fmla="*/ 43200 w 43200"/>
                    <a:gd name="T12" fmla="*/ 23781 h 23781"/>
                  </a:gdLst>
                  <a:ahLst/>
                  <a:cxnLst>
                    <a:cxn ang="T6">
                      <a:pos x="T0" y="T1"/>
                    </a:cxn>
                    <a:cxn ang="T7">
                      <a:pos x="T2" y="T3"/>
                    </a:cxn>
                    <a:cxn ang="T8">
                      <a:pos x="T4" y="T5"/>
                    </a:cxn>
                  </a:cxnLst>
                  <a:rect l="T9" t="T10" r="T11" b="T12"/>
                  <a:pathLst>
                    <a:path w="43200" h="23781" fill="none" extrusionOk="0">
                      <a:moveTo>
                        <a:pt x="43089" y="0"/>
                      </a:moveTo>
                      <a:cubicBezTo>
                        <a:pt x="43163" y="724"/>
                        <a:pt x="43200" y="1452"/>
                        <a:pt x="43200" y="2181"/>
                      </a:cubicBezTo>
                      <a:cubicBezTo>
                        <a:pt x="43200" y="14110"/>
                        <a:pt x="33529" y="23781"/>
                        <a:pt x="21600" y="23781"/>
                      </a:cubicBezTo>
                      <a:cubicBezTo>
                        <a:pt x="9670" y="23781"/>
                        <a:pt x="0" y="14110"/>
                        <a:pt x="0" y="2181"/>
                      </a:cubicBezTo>
                      <a:cubicBezTo>
                        <a:pt x="-1" y="2092"/>
                        <a:pt x="0" y="2004"/>
                        <a:pt x="1" y="1915"/>
                      </a:cubicBezTo>
                    </a:path>
                    <a:path w="43200" h="23781" stroke="0" extrusionOk="0">
                      <a:moveTo>
                        <a:pt x="43089" y="0"/>
                      </a:moveTo>
                      <a:cubicBezTo>
                        <a:pt x="43163" y="724"/>
                        <a:pt x="43200" y="1452"/>
                        <a:pt x="43200" y="2181"/>
                      </a:cubicBezTo>
                      <a:cubicBezTo>
                        <a:pt x="43200" y="14110"/>
                        <a:pt x="33529" y="23781"/>
                        <a:pt x="21600" y="23781"/>
                      </a:cubicBezTo>
                      <a:cubicBezTo>
                        <a:pt x="9670" y="23781"/>
                        <a:pt x="0" y="14110"/>
                        <a:pt x="0" y="2181"/>
                      </a:cubicBezTo>
                      <a:cubicBezTo>
                        <a:pt x="-1" y="2092"/>
                        <a:pt x="0" y="2004"/>
                        <a:pt x="1" y="1915"/>
                      </a:cubicBezTo>
                      <a:lnTo>
                        <a:pt x="21600" y="2181"/>
                      </a:lnTo>
                      <a:lnTo>
                        <a:pt x="43089" y="0"/>
                      </a:lnTo>
                      <a:close/>
                    </a:path>
                  </a:pathLst>
                </a:custGeom>
                <a:noFill/>
                <a:ln w="9525">
                  <a:solidFill>
                    <a:srgbClr val="00B0F0"/>
                  </a:solidFill>
                  <a:prstDash val="dash"/>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2784" name="Arc 44"/>
                <p:cNvSpPr>
                  <a:spLocks/>
                </p:cNvSpPr>
                <p:nvPr/>
              </p:nvSpPr>
              <p:spPr bwMode="auto">
                <a:xfrm>
                  <a:off x="1292" y="1777"/>
                  <a:ext cx="1616" cy="496"/>
                </a:xfrm>
                <a:custGeom>
                  <a:avLst/>
                  <a:gdLst>
                    <a:gd name="T0" fmla="*/ 0 w 43038"/>
                    <a:gd name="T1" fmla="*/ 0 h 21865"/>
                    <a:gd name="T2" fmla="*/ 0 w 43038"/>
                    <a:gd name="T3" fmla="*/ 0 h 21865"/>
                    <a:gd name="T4" fmla="*/ 0 w 43038"/>
                    <a:gd name="T5" fmla="*/ 0 h 21865"/>
                    <a:gd name="T6" fmla="*/ 0 60000 65536"/>
                    <a:gd name="T7" fmla="*/ 0 60000 65536"/>
                    <a:gd name="T8" fmla="*/ 0 60000 65536"/>
                    <a:gd name="T9" fmla="*/ 0 w 43038"/>
                    <a:gd name="T10" fmla="*/ 0 h 21865"/>
                    <a:gd name="T11" fmla="*/ 43038 w 43038"/>
                    <a:gd name="T12" fmla="*/ 21865 h 21865"/>
                  </a:gdLst>
                  <a:ahLst/>
                  <a:cxnLst>
                    <a:cxn ang="T6">
                      <a:pos x="T0" y="T1"/>
                    </a:cxn>
                    <a:cxn ang="T7">
                      <a:pos x="T2" y="T3"/>
                    </a:cxn>
                    <a:cxn ang="T8">
                      <a:pos x="T4" y="T5"/>
                    </a:cxn>
                  </a:cxnLst>
                  <a:rect l="T9" t="T10" r="T11" b="T12"/>
                  <a:pathLst>
                    <a:path w="43038" h="21865" fill="none" extrusionOk="0">
                      <a:moveTo>
                        <a:pt x="43037" y="2907"/>
                      </a:moveTo>
                      <a:cubicBezTo>
                        <a:pt x="41703" y="13733"/>
                        <a:pt x="32507" y="21864"/>
                        <a:pt x="21600" y="21865"/>
                      </a:cubicBezTo>
                      <a:cubicBezTo>
                        <a:pt x="9670" y="21865"/>
                        <a:pt x="0" y="12194"/>
                        <a:pt x="0" y="265"/>
                      </a:cubicBezTo>
                      <a:cubicBezTo>
                        <a:pt x="-1" y="176"/>
                        <a:pt x="0" y="88"/>
                        <a:pt x="1" y="-1"/>
                      </a:cubicBezTo>
                    </a:path>
                    <a:path w="43038" h="21865" stroke="0" extrusionOk="0">
                      <a:moveTo>
                        <a:pt x="43037" y="2907"/>
                      </a:moveTo>
                      <a:cubicBezTo>
                        <a:pt x="41703" y="13733"/>
                        <a:pt x="32507" y="21864"/>
                        <a:pt x="21600" y="21865"/>
                      </a:cubicBezTo>
                      <a:cubicBezTo>
                        <a:pt x="9670" y="21865"/>
                        <a:pt x="0" y="12194"/>
                        <a:pt x="0" y="265"/>
                      </a:cubicBezTo>
                      <a:cubicBezTo>
                        <a:pt x="-1" y="176"/>
                        <a:pt x="0" y="88"/>
                        <a:pt x="1" y="-1"/>
                      </a:cubicBezTo>
                      <a:lnTo>
                        <a:pt x="21600" y="265"/>
                      </a:lnTo>
                      <a:lnTo>
                        <a:pt x="43037" y="2907"/>
                      </a:lnTo>
                      <a:close/>
                    </a:path>
                  </a:pathLst>
                </a:custGeom>
                <a:noFill/>
                <a:ln w="9525">
                  <a:solidFill>
                    <a:srgbClr val="00B0F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2785" name="Arc 45"/>
                <p:cNvSpPr>
                  <a:spLocks/>
                </p:cNvSpPr>
                <p:nvPr/>
              </p:nvSpPr>
              <p:spPr bwMode="auto">
                <a:xfrm>
                  <a:off x="1419" y="2160"/>
                  <a:ext cx="1404" cy="365"/>
                </a:xfrm>
                <a:custGeom>
                  <a:avLst/>
                  <a:gdLst>
                    <a:gd name="T0" fmla="*/ 0 w 41286"/>
                    <a:gd name="T1" fmla="*/ 0 h 21600"/>
                    <a:gd name="T2" fmla="*/ 0 w 41286"/>
                    <a:gd name="T3" fmla="*/ 0 h 21600"/>
                    <a:gd name="T4" fmla="*/ 0 w 41286"/>
                    <a:gd name="T5" fmla="*/ 0 h 21600"/>
                    <a:gd name="T6" fmla="*/ 0 60000 65536"/>
                    <a:gd name="T7" fmla="*/ 0 60000 65536"/>
                    <a:gd name="T8" fmla="*/ 0 60000 65536"/>
                    <a:gd name="T9" fmla="*/ 0 w 41286"/>
                    <a:gd name="T10" fmla="*/ 0 h 21600"/>
                    <a:gd name="T11" fmla="*/ 41286 w 41286"/>
                    <a:gd name="T12" fmla="*/ 21600 h 21600"/>
                  </a:gdLst>
                  <a:ahLst/>
                  <a:cxnLst>
                    <a:cxn ang="T6">
                      <a:pos x="T0" y="T1"/>
                    </a:cxn>
                    <a:cxn ang="T7">
                      <a:pos x="T2" y="T3"/>
                    </a:cxn>
                    <a:cxn ang="T8">
                      <a:pos x="T4" y="T5"/>
                    </a:cxn>
                  </a:cxnLst>
                  <a:rect l="T9" t="T10" r="T11" b="T12"/>
                  <a:pathLst>
                    <a:path w="41286" h="21600" fill="none" extrusionOk="0">
                      <a:moveTo>
                        <a:pt x="41286" y="5314"/>
                      </a:moveTo>
                      <a:cubicBezTo>
                        <a:pt x="38854" y="14892"/>
                        <a:pt x="30232" y="21599"/>
                        <a:pt x="20350" y="21600"/>
                      </a:cubicBezTo>
                      <a:cubicBezTo>
                        <a:pt x="11211" y="21600"/>
                        <a:pt x="3062" y="15849"/>
                        <a:pt x="-1" y="7240"/>
                      </a:cubicBezTo>
                    </a:path>
                    <a:path w="41286" h="21600" stroke="0" extrusionOk="0">
                      <a:moveTo>
                        <a:pt x="41286" y="5314"/>
                      </a:moveTo>
                      <a:cubicBezTo>
                        <a:pt x="38854" y="14892"/>
                        <a:pt x="30232" y="21599"/>
                        <a:pt x="20350" y="21600"/>
                      </a:cubicBezTo>
                      <a:cubicBezTo>
                        <a:pt x="11211" y="21600"/>
                        <a:pt x="3062" y="15849"/>
                        <a:pt x="-1" y="7240"/>
                      </a:cubicBezTo>
                      <a:lnTo>
                        <a:pt x="20350" y="0"/>
                      </a:lnTo>
                      <a:lnTo>
                        <a:pt x="41286" y="5314"/>
                      </a:lnTo>
                      <a:close/>
                    </a:path>
                  </a:pathLst>
                </a:custGeom>
                <a:noFill/>
                <a:ln w="9525">
                  <a:solidFill>
                    <a:srgbClr val="00B0F0"/>
                  </a:solidFill>
                  <a:prstDash val="dash"/>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2786" name="Arc 46"/>
                <p:cNvSpPr>
                  <a:spLocks/>
                </p:cNvSpPr>
                <p:nvPr/>
              </p:nvSpPr>
              <p:spPr bwMode="auto">
                <a:xfrm rot="1254202" flipH="1">
                  <a:off x="1406" y="1162"/>
                  <a:ext cx="415" cy="1171"/>
                </a:xfrm>
                <a:custGeom>
                  <a:avLst/>
                  <a:gdLst>
                    <a:gd name="T0" fmla="*/ 0 w 21600"/>
                    <a:gd name="T1" fmla="*/ 0 h 40286"/>
                    <a:gd name="T2" fmla="*/ 0 w 21600"/>
                    <a:gd name="T3" fmla="*/ 0 h 40286"/>
                    <a:gd name="T4" fmla="*/ 0 w 21600"/>
                    <a:gd name="T5" fmla="*/ 0 h 40286"/>
                    <a:gd name="T6" fmla="*/ 0 60000 65536"/>
                    <a:gd name="T7" fmla="*/ 0 60000 65536"/>
                    <a:gd name="T8" fmla="*/ 0 60000 65536"/>
                    <a:gd name="T9" fmla="*/ 0 w 21600"/>
                    <a:gd name="T10" fmla="*/ 0 h 40286"/>
                    <a:gd name="T11" fmla="*/ 21600 w 21600"/>
                    <a:gd name="T12" fmla="*/ 40286 h 40286"/>
                  </a:gdLst>
                  <a:ahLst/>
                  <a:cxnLst>
                    <a:cxn ang="T6">
                      <a:pos x="T0" y="T1"/>
                    </a:cxn>
                    <a:cxn ang="T7">
                      <a:pos x="T2" y="T3"/>
                    </a:cxn>
                    <a:cxn ang="T8">
                      <a:pos x="T4" y="T5"/>
                    </a:cxn>
                  </a:cxnLst>
                  <a:rect l="T9" t="T10" r="T11" b="T12"/>
                  <a:pathLst>
                    <a:path w="21600" h="40286" fill="none" extrusionOk="0">
                      <a:moveTo>
                        <a:pt x="5759" y="-1"/>
                      </a:moveTo>
                      <a:cubicBezTo>
                        <a:pt x="15118" y="2589"/>
                        <a:pt x="21600" y="11106"/>
                        <a:pt x="21600" y="20818"/>
                      </a:cubicBezTo>
                      <a:cubicBezTo>
                        <a:pt x="21600" y="29120"/>
                        <a:pt x="16840" y="36688"/>
                        <a:pt x="9357" y="40285"/>
                      </a:cubicBezTo>
                    </a:path>
                    <a:path w="21600" h="40286" stroke="0" extrusionOk="0">
                      <a:moveTo>
                        <a:pt x="5759" y="-1"/>
                      </a:moveTo>
                      <a:cubicBezTo>
                        <a:pt x="15118" y="2589"/>
                        <a:pt x="21600" y="11106"/>
                        <a:pt x="21600" y="20818"/>
                      </a:cubicBezTo>
                      <a:cubicBezTo>
                        <a:pt x="21600" y="29120"/>
                        <a:pt x="16840" y="36688"/>
                        <a:pt x="9357" y="40285"/>
                      </a:cubicBezTo>
                      <a:lnTo>
                        <a:pt x="0" y="20818"/>
                      </a:lnTo>
                      <a:lnTo>
                        <a:pt x="5759" y="-1"/>
                      </a:lnTo>
                      <a:close/>
                    </a:path>
                  </a:pathLst>
                </a:custGeom>
                <a:noFill/>
                <a:ln w="9525">
                  <a:solidFill>
                    <a:srgbClr val="00B0F0"/>
                  </a:solidFill>
                  <a:prstDash val="dash"/>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2787" name="Arc 47"/>
                <p:cNvSpPr>
                  <a:spLocks/>
                </p:cNvSpPr>
                <p:nvPr/>
              </p:nvSpPr>
              <p:spPr bwMode="auto">
                <a:xfrm flipH="1">
                  <a:off x="1887" y="1394"/>
                  <a:ext cx="255" cy="1270"/>
                </a:xfrm>
                <a:custGeom>
                  <a:avLst/>
                  <a:gdLst>
                    <a:gd name="T0" fmla="*/ 0 w 21600"/>
                    <a:gd name="T1" fmla="*/ 0 h 39253"/>
                    <a:gd name="T2" fmla="*/ 0 w 21600"/>
                    <a:gd name="T3" fmla="*/ 0 h 39253"/>
                    <a:gd name="T4" fmla="*/ 0 w 21600"/>
                    <a:gd name="T5" fmla="*/ 0 h 39253"/>
                    <a:gd name="T6" fmla="*/ 0 60000 65536"/>
                    <a:gd name="T7" fmla="*/ 0 60000 65536"/>
                    <a:gd name="T8" fmla="*/ 0 60000 65536"/>
                    <a:gd name="T9" fmla="*/ 0 w 21600"/>
                    <a:gd name="T10" fmla="*/ 0 h 39253"/>
                    <a:gd name="T11" fmla="*/ 21600 w 21600"/>
                    <a:gd name="T12" fmla="*/ 39253 h 39253"/>
                  </a:gdLst>
                  <a:ahLst/>
                  <a:cxnLst>
                    <a:cxn ang="T6">
                      <a:pos x="T0" y="T1"/>
                    </a:cxn>
                    <a:cxn ang="T7">
                      <a:pos x="T2" y="T3"/>
                    </a:cxn>
                    <a:cxn ang="T8">
                      <a:pos x="T4" y="T5"/>
                    </a:cxn>
                  </a:cxnLst>
                  <a:rect l="T9" t="T10" r="T11" b="T12"/>
                  <a:pathLst>
                    <a:path w="21600" h="39253" fill="none" extrusionOk="0">
                      <a:moveTo>
                        <a:pt x="7398" y="-1"/>
                      </a:moveTo>
                      <a:cubicBezTo>
                        <a:pt x="15925" y="3108"/>
                        <a:pt x="21600" y="11216"/>
                        <a:pt x="21600" y="20293"/>
                      </a:cubicBezTo>
                      <a:cubicBezTo>
                        <a:pt x="21600" y="28195"/>
                        <a:pt x="17284" y="35467"/>
                        <a:pt x="10347" y="39252"/>
                      </a:cubicBezTo>
                    </a:path>
                    <a:path w="21600" h="39253" stroke="0" extrusionOk="0">
                      <a:moveTo>
                        <a:pt x="7398" y="-1"/>
                      </a:moveTo>
                      <a:cubicBezTo>
                        <a:pt x="15925" y="3108"/>
                        <a:pt x="21600" y="11216"/>
                        <a:pt x="21600" y="20293"/>
                      </a:cubicBezTo>
                      <a:cubicBezTo>
                        <a:pt x="21600" y="28195"/>
                        <a:pt x="17284" y="35467"/>
                        <a:pt x="10347" y="39252"/>
                      </a:cubicBezTo>
                      <a:lnTo>
                        <a:pt x="0" y="20293"/>
                      </a:lnTo>
                      <a:lnTo>
                        <a:pt x="7398" y="-1"/>
                      </a:lnTo>
                      <a:close/>
                    </a:path>
                  </a:pathLst>
                </a:custGeom>
                <a:noFill/>
                <a:ln w="9525">
                  <a:solidFill>
                    <a:srgbClr val="00B0F0"/>
                  </a:solidFill>
                  <a:prstDash val="dash"/>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2788" name="Arc 48"/>
                <p:cNvSpPr>
                  <a:spLocks/>
                </p:cNvSpPr>
                <p:nvPr/>
              </p:nvSpPr>
              <p:spPr bwMode="auto">
                <a:xfrm rot="-925934">
                  <a:off x="2184" y="1309"/>
                  <a:ext cx="468" cy="1256"/>
                </a:xfrm>
                <a:custGeom>
                  <a:avLst/>
                  <a:gdLst>
                    <a:gd name="T0" fmla="*/ 0 w 21600"/>
                    <a:gd name="T1" fmla="*/ 0 h 39300"/>
                    <a:gd name="T2" fmla="*/ 0 w 21600"/>
                    <a:gd name="T3" fmla="*/ 0 h 39300"/>
                    <a:gd name="T4" fmla="*/ 0 w 21600"/>
                    <a:gd name="T5" fmla="*/ 0 h 39300"/>
                    <a:gd name="T6" fmla="*/ 0 60000 65536"/>
                    <a:gd name="T7" fmla="*/ 0 60000 65536"/>
                    <a:gd name="T8" fmla="*/ 0 60000 65536"/>
                    <a:gd name="T9" fmla="*/ 0 w 21600"/>
                    <a:gd name="T10" fmla="*/ 0 h 39300"/>
                    <a:gd name="T11" fmla="*/ 21600 w 21600"/>
                    <a:gd name="T12" fmla="*/ 39300 h 39300"/>
                  </a:gdLst>
                  <a:ahLst/>
                  <a:cxnLst>
                    <a:cxn ang="T6">
                      <a:pos x="T0" y="T1"/>
                    </a:cxn>
                    <a:cxn ang="T7">
                      <a:pos x="T2" y="T3"/>
                    </a:cxn>
                    <a:cxn ang="T8">
                      <a:pos x="T4" y="T5"/>
                    </a:cxn>
                  </a:cxnLst>
                  <a:rect l="T9" t="T10" r="T11" b="T12"/>
                  <a:pathLst>
                    <a:path w="21600" h="39300" fill="none" extrusionOk="0">
                      <a:moveTo>
                        <a:pt x="11739" y="0"/>
                      </a:moveTo>
                      <a:cubicBezTo>
                        <a:pt x="17888" y="3981"/>
                        <a:pt x="21600" y="10806"/>
                        <a:pt x="21600" y="18131"/>
                      </a:cubicBezTo>
                      <a:cubicBezTo>
                        <a:pt x="21600" y="28405"/>
                        <a:pt x="14362" y="37258"/>
                        <a:pt x="4293" y="39300"/>
                      </a:cubicBezTo>
                    </a:path>
                    <a:path w="21600" h="39300" stroke="0" extrusionOk="0">
                      <a:moveTo>
                        <a:pt x="11739" y="0"/>
                      </a:moveTo>
                      <a:cubicBezTo>
                        <a:pt x="17888" y="3981"/>
                        <a:pt x="21600" y="10806"/>
                        <a:pt x="21600" y="18131"/>
                      </a:cubicBezTo>
                      <a:cubicBezTo>
                        <a:pt x="21600" y="28405"/>
                        <a:pt x="14362" y="37258"/>
                        <a:pt x="4293" y="39300"/>
                      </a:cubicBezTo>
                      <a:lnTo>
                        <a:pt x="0" y="18131"/>
                      </a:lnTo>
                      <a:lnTo>
                        <a:pt x="11739" y="0"/>
                      </a:lnTo>
                      <a:close/>
                    </a:path>
                  </a:pathLst>
                </a:custGeom>
                <a:noFill/>
                <a:ln w="9525">
                  <a:solidFill>
                    <a:srgbClr val="00B0F0"/>
                  </a:solidFill>
                  <a:prstDash val="dash"/>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2789" name="Arc 49"/>
                <p:cNvSpPr>
                  <a:spLocks/>
                </p:cNvSpPr>
                <p:nvPr/>
              </p:nvSpPr>
              <p:spPr bwMode="auto">
                <a:xfrm rot="-1254202">
                  <a:off x="2396" y="1157"/>
                  <a:ext cx="415" cy="1182"/>
                </a:xfrm>
                <a:custGeom>
                  <a:avLst/>
                  <a:gdLst>
                    <a:gd name="T0" fmla="*/ 0 w 21600"/>
                    <a:gd name="T1" fmla="*/ 0 h 40679"/>
                    <a:gd name="T2" fmla="*/ 0 w 21600"/>
                    <a:gd name="T3" fmla="*/ 0 h 40679"/>
                    <a:gd name="T4" fmla="*/ 0 w 21600"/>
                    <a:gd name="T5" fmla="*/ 0 h 40679"/>
                    <a:gd name="T6" fmla="*/ 0 60000 65536"/>
                    <a:gd name="T7" fmla="*/ 0 60000 65536"/>
                    <a:gd name="T8" fmla="*/ 0 60000 65536"/>
                    <a:gd name="T9" fmla="*/ 0 w 21600"/>
                    <a:gd name="T10" fmla="*/ 0 h 40679"/>
                    <a:gd name="T11" fmla="*/ 21600 w 21600"/>
                    <a:gd name="T12" fmla="*/ 40679 h 40679"/>
                  </a:gdLst>
                  <a:ahLst/>
                  <a:cxnLst>
                    <a:cxn ang="T6">
                      <a:pos x="T0" y="T1"/>
                    </a:cxn>
                    <a:cxn ang="T7">
                      <a:pos x="T2" y="T3"/>
                    </a:cxn>
                    <a:cxn ang="T8">
                      <a:pos x="T4" y="T5"/>
                    </a:cxn>
                  </a:cxnLst>
                  <a:rect l="T9" t="T10" r="T11" b="T12"/>
                  <a:pathLst>
                    <a:path w="21600" h="40679" fill="none" extrusionOk="0">
                      <a:moveTo>
                        <a:pt x="4082" y="0"/>
                      </a:moveTo>
                      <a:cubicBezTo>
                        <a:pt x="14251" y="1957"/>
                        <a:pt x="21600" y="10855"/>
                        <a:pt x="21600" y="21211"/>
                      </a:cubicBezTo>
                      <a:cubicBezTo>
                        <a:pt x="21600" y="29513"/>
                        <a:pt x="16840" y="37081"/>
                        <a:pt x="9357" y="40678"/>
                      </a:cubicBezTo>
                    </a:path>
                    <a:path w="21600" h="40679" stroke="0" extrusionOk="0">
                      <a:moveTo>
                        <a:pt x="4082" y="0"/>
                      </a:moveTo>
                      <a:cubicBezTo>
                        <a:pt x="14251" y="1957"/>
                        <a:pt x="21600" y="10855"/>
                        <a:pt x="21600" y="21211"/>
                      </a:cubicBezTo>
                      <a:cubicBezTo>
                        <a:pt x="21600" y="29513"/>
                        <a:pt x="16840" y="37081"/>
                        <a:pt x="9357" y="40678"/>
                      </a:cubicBezTo>
                      <a:lnTo>
                        <a:pt x="0" y="21211"/>
                      </a:lnTo>
                      <a:lnTo>
                        <a:pt x="4082" y="0"/>
                      </a:lnTo>
                      <a:close/>
                    </a:path>
                  </a:pathLst>
                </a:custGeom>
                <a:noFill/>
                <a:ln w="9525">
                  <a:solidFill>
                    <a:srgbClr val="00B0F0"/>
                  </a:solidFill>
                  <a:prstDash val="dash"/>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2790" name="Arc 50"/>
                <p:cNvSpPr>
                  <a:spLocks/>
                </p:cNvSpPr>
                <p:nvPr/>
              </p:nvSpPr>
              <p:spPr bwMode="auto">
                <a:xfrm>
                  <a:off x="2029" y="1391"/>
                  <a:ext cx="312" cy="1264"/>
                </a:xfrm>
                <a:custGeom>
                  <a:avLst/>
                  <a:gdLst>
                    <a:gd name="T0" fmla="*/ 0 w 21600"/>
                    <a:gd name="T1" fmla="*/ 0 h 38518"/>
                    <a:gd name="T2" fmla="*/ 0 w 21600"/>
                    <a:gd name="T3" fmla="*/ 0 h 38518"/>
                    <a:gd name="T4" fmla="*/ 0 w 21600"/>
                    <a:gd name="T5" fmla="*/ 0 h 38518"/>
                    <a:gd name="T6" fmla="*/ 0 60000 65536"/>
                    <a:gd name="T7" fmla="*/ 0 60000 65536"/>
                    <a:gd name="T8" fmla="*/ 0 60000 65536"/>
                    <a:gd name="T9" fmla="*/ 0 w 21600"/>
                    <a:gd name="T10" fmla="*/ 0 h 38518"/>
                    <a:gd name="T11" fmla="*/ 21600 w 21600"/>
                    <a:gd name="T12" fmla="*/ 38518 h 38518"/>
                  </a:gdLst>
                  <a:ahLst/>
                  <a:cxnLst>
                    <a:cxn ang="T6">
                      <a:pos x="T0" y="T1"/>
                    </a:cxn>
                    <a:cxn ang="T7">
                      <a:pos x="T2" y="T3"/>
                    </a:cxn>
                    <a:cxn ang="T8">
                      <a:pos x="T4" y="T5"/>
                    </a:cxn>
                  </a:cxnLst>
                  <a:rect l="T9" t="T10" r="T11" b="T12"/>
                  <a:pathLst>
                    <a:path w="21600" h="38518" fill="none" extrusionOk="0">
                      <a:moveTo>
                        <a:pt x="9167" y="-1"/>
                      </a:moveTo>
                      <a:cubicBezTo>
                        <a:pt x="16754" y="3555"/>
                        <a:pt x="21600" y="11178"/>
                        <a:pt x="21600" y="19558"/>
                      </a:cubicBezTo>
                      <a:cubicBezTo>
                        <a:pt x="21600" y="27460"/>
                        <a:pt x="17284" y="34732"/>
                        <a:pt x="10347" y="38517"/>
                      </a:cubicBezTo>
                    </a:path>
                    <a:path w="21600" h="38518" stroke="0" extrusionOk="0">
                      <a:moveTo>
                        <a:pt x="9167" y="-1"/>
                      </a:moveTo>
                      <a:cubicBezTo>
                        <a:pt x="16754" y="3555"/>
                        <a:pt x="21600" y="11178"/>
                        <a:pt x="21600" y="19558"/>
                      </a:cubicBezTo>
                      <a:cubicBezTo>
                        <a:pt x="21600" y="27460"/>
                        <a:pt x="17284" y="34732"/>
                        <a:pt x="10347" y="38517"/>
                      </a:cubicBezTo>
                      <a:lnTo>
                        <a:pt x="0" y="19558"/>
                      </a:lnTo>
                      <a:lnTo>
                        <a:pt x="9167" y="-1"/>
                      </a:lnTo>
                      <a:close/>
                    </a:path>
                  </a:pathLst>
                </a:custGeom>
                <a:noFill/>
                <a:ln w="9525">
                  <a:solidFill>
                    <a:srgbClr val="00B0F0"/>
                  </a:solidFill>
                  <a:prstDash val="dash"/>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2791" name="Line 51"/>
                <p:cNvSpPr>
                  <a:spLocks noChangeShapeType="1"/>
                </p:cNvSpPr>
                <p:nvPr/>
              </p:nvSpPr>
              <p:spPr bwMode="auto">
                <a:xfrm flipH="1" flipV="1">
                  <a:off x="2108" y="860"/>
                  <a:ext cx="2" cy="427"/>
                </a:xfrm>
                <a:prstGeom prst="line">
                  <a:avLst/>
                </a:prstGeom>
                <a:noFill/>
                <a:ln w="28575">
                  <a:solidFill>
                    <a:srgbClr val="0000FF"/>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zh-CN" altLang="en-US"/>
                </a:p>
              </p:txBody>
            </p:sp>
            <p:sp>
              <p:nvSpPr>
                <p:cNvPr id="32792" name="Text Box 52"/>
                <p:cNvSpPr txBox="1">
                  <a:spLocks noChangeArrowheads="1"/>
                </p:cNvSpPr>
                <p:nvPr/>
              </p:nvSpPr>
              <p:spPr bwMode="auto">
                <a:xfrm>
                  <a:off x="2096" y="797"/>
                  <a:ext cx="346" cy="4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kumimoji="1" lang="en-US" altLang="zh-CN" sz="2000" i="1">
                      <a:solidFill>
                        <a:srgbClr val="0000FF"/>
                      </a:solidFill>
                      <a:latin typeface="宋体" pitchFamily="2" charset="-122"/>
                      <a:ea typeface="宋体" pitchFamily="2" charset="-122"/>
                    </a:rPr>
                    <a:t>ω</a:t>
                  </a:r>
                </a:p>
              </p:txBody>
            </p:sp>
            <p:sp>
              <p:nvSpPr>
                <p:cNvPr id="32793" name="Freeform 53"/>
                <p:cNvSpPr>
                  <a:spLocks/>
                </p:cNvSpPr>
                <p:nvPr/>
              </p:nvSpPr>
              <p:spPr bwMode="auto">
                <a:xfrm>
                  <a:off x="2738" y="1706"/>
                  <a:ext cx="114" cy="504"/>
                </a:xfrm>
                <a:custGeom>
                  <a:avLst/>
                  <a:gdLst>
                    <a:gd name="T0" fmla="*/ 2 w 142"/>
                    <a:gd name="T1" fmla="*/ 0 h 312"/>
                    <a:gd name="T2" fmla="*/ 2 w 142"/>
                    <a:gd name="T3" fmla="*/ 720 h 312"/>
                    <a:gd name="T4" fmla="*/ 0 w 142"/>
                    <a:gd name="T5" fmla="*/ 1315 h 312"/>
                    <a:gd name="T6" fmla="*/ 0 60000 65536"/>
                    <a:gd name="T7" fmla="*/ 0 60000 65536"/>
                    <a:gd name="T8" fmla="*/ 0 60000 65536"/>
                    <a:gd name="T9" fmla="*/ 0 w 142"/>
                    <a:gd name="T10" fmla="*/ 0 h 312"/>
                    <a:gd name="T11" fmla="*/ 142 w 142"/>
                    <a:gd name="T12" fmla="*/ 312 h 312"/>
                  </a:gdLst>
                  <a:ahLst/>
                  <a:cxnLst>
                    <a:cxn ang="T6">
                      <a:pos x="T0" y="T1"/>
                    </a:cxn>
                    <a:cxn ang="T7">
                      <a:pos x="T2" y="T3"/>
                    </a:cxn>
                    <a:cxn ang="T8">
                      <a:pos x="T4" y="T5"/>
                    </a:cxn>
                  </a:cxnLst>
                  <a:rect l="T9" t="T10" r="T11" b="T12"/>
                  <a:pathLst>
                    <a:path w="142" h="312">
                      <a:moveTo>
                        <a:pt x="142" y="0"/>
                      </a:moveTo>
                      <a:cubicBezTo>
                        <a:pt x="139" y="59"/>
                        <a:pt x="137" y="119"/>
                        <a:pt x="113" y="171"/>
                      </a:cubicBezTo>
                      <a:cubicBezTo>
                        <a:pt x="89" y="223"/>
                        <a:pt x="44" y="267"/>
                        <a:pt x="0" y="312"/>
                      </a:cubicBezTo>
                    </a:path>
                  </a:pathLst>
                </a:custGeom>
                <a:noFill/>
                <a:ln w="19050">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a:spAutoFit/>
                </a:bodyPr>
                <a:lstStyle/>
                <a:p>
                  <a:endParaRPr lang="zh-CN" altLang="en-US"/>
                </a:p>
              </p:txBody>
            </p:sp>
            <p:sp>
              <p:nvSpPr>
                <p:cNvPr id="32794" name="Freeform 54"/>
                <p:cNvSpPr>
                  <a:spLocks/>
                </p:cNvSpPr>
                <p:nvPr/>
              </p:nvSpPr>
              <p:spPr bwMode="auto">
                <a:xfrm>
                  <a:off x="2540" y="1848"/>
                  <a:ext cx="113" cy="504"/>
                </a:xfrm>
                <a:custGeom>
                  <a:avLst/>
                  <a:gdLst>
                    <a:gd name="T0" fmla="*/ 2 w 142"/>
                    <a:gd name="T1" fmla="*/ 0 h 312"/>
                    <a:gd name="T2" fmla="*/ 2 w 142"/>
                    <a:gd name="T3" fmla="*/ 720 h 312"/>
                    <a:gd name="T4" fmla="*/ 0 w 142"/>
                    <a:gd name="T5" fmla="*/ 1315 h 312"/>
                    <a:gd name="T6" fmla="*/ 0 60000 65536"/>
                    <a:gd name="T7" fmla="*/ 0 60000 65536"/>
                    <a:gd name="T8" fmla="*/ 0 60000 65536"/>
                    <a:gd name="T9" fmla="*/ 0 w 142"/>
                    <a:gd name="T10" fmla="*/ 0 h 312"/>
                    <a:gd name="T11" fmla="*/ 142 w 142"/>
                    <a:gd name="T12" fmla="*/ 312 h 312"/>
                  </a:gdLst>
                  <a:ahLst/>
                  <a:cxnLst>
                    <a:cxn ang="T6">
                      <a:pos x="T0" y="T1"/>
                    </a:cxn>
                    <a:cxn ang="T7">
                      <a:pos x="T2" y="T3"/>
                    </a:cxn>
                    <a:cxn ang="T8">
                      <a:pos x="T4" y="T5"/>
                    </a:cxn>
                  </a:cxnLst>
                  <a:rect l="T9" t="T10" r="T11" b="T12"/>
                  <a:pathLst>
                    <a:path w="142" h="312">
                      <a:moveTo>
                        <a:pt x="142" y="0"/>
                      </a:moveTo>
                      <a:cubicBezTo>
                        <a:pt x="139" y="59"/>
                        <a:pt x="137" y="119"/>
                        <a:pt x="113" y="171"/>
                      </a:cubicBezTo>
                      <a:cubicBezTo>
                        <a:pt x="89" y="223"/>
                        <a:pt x="44" y="267"/>
                        <a:pt x="0" y="312"/>
                      </a:cubicBezTo>
                    </a:path>
                  </a:pathLst>
                </a:custGeom>
                <a:noFill/>
                <a:ln w="19050">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a:spAutoFit/>
                </a:bodyPr>
                <a:lstStyle/>
                <a:p>
                  <a:endParaRPr lang="zh-CN" altLang="en-US"/>
                </a:p>
              </p:txBody>
            </p:sp>
            <p:sp>
              <p:nvSpPr>
                <p:cNvPr id="32795" name="Freeform 55"/>
                <p:cNvSpPr>
                  <a:spLocks/>
                </p:cNvSpPr>
                <p:nvPr/>
              </p:nvSpPr>
              <p:spPr bwMode="auto">
                <a:xfrm>
                  <a:off x="2285" y="1933"/>
                  <a:ext cx="198" cy="504"/>
                </a:xfrm>
                <a:custGeom>
                  <a:avLst/>
                  <a:gdLst>
                    <a:gd name="T0" fmla="*/ 2147483647 w 142"/>
                    <a:gd name="T1" fmla="*/ 0 h 312"/>
                    <a:gd name="T2" fmla="*/ 2147483647 w 142"/>
                    <a:gd name="T3" fmla="*/ 21 h 312"/>
                    <a:gd name="T4" fmla="*/ 0 w 142"/>
                    <a:gd name="T5" fmla="*/ 21 h 312"/>
                    <a:gd name="T6" fmla="*/ 0 60000 65536"/>
                    <a:gd name="T7" fmla="*/ 0 60000 65536"/>
                    <a:gd name="T8" fmla="*/ 0 60000 65536"/>
                    <a:gd name="T9" fmla="*/ 0 w 142"/>
                    <a:gd name="T10" fmla="*/ 0 h 312"/>
                    <a:gd name="T11" fmla="*/ 142 w 142"/>
                    <a:gd name="T12" fmla="*/ 312 h 312"/>
                  </a:gdLst>
                  <a:ahLst/>
                  <a:cxnLst>
                    <a:cxn ang="T6">
                      <a:pos x="T0" y="T1"/>
                    </a:cxn>
                    <a:cxn ang="T7">
                      <a:pos x="T2" y="T3"/>
                    </a:cxn>
                    <a:cxn ang="T8">
                      <a:pos x="T4" y="T5"/>
                    </a:cxn>
                  </a:cxnLst>
                  <a:rect l="T9" t="T10" r="T11" b="T12"/>
                  <a:pathLst>
                    <a:path w="142" h="312">
                      <a:moveTo>
                        <a:pt x="142" y="0"/>
                      </a:moveTo>
                      <a:cubicBezTo>
                        <a:pt x="139" y="59"/>
                        <a:pt x="137" y="119"/>
                        <a:pt x="113" y="171"/>
                      </a:cubicBezTo>
                      <a:cubicBezTo>
                        <a:pt x="89" y="223"/>
                        <a:pt x="44" y="267"/>
                        <a:pt x="0" y="312"/>
                      </a:cubicBezTo>
                    </a:path>
                  </a:pathLst>
                </a:custGeom>
                <a:noFill/>
                <a:ln w="19050">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a:spAutoFit/>
                </a:bodyPr>
                <a:lstStyle/>
                <a:p>
                  <a:endParaRPr lang="zh-CN" altLang="en-US"/>
                </a:p>
              </p:txBody>
            </p:sp>
            <p:sp>
              <p:nvSpPr>
                <p:cNvPr id="32796" name="Freeform 56"/>
                <p:cNvSpPr>
                  <a:spLocks/>
                </p:cNvSpPr>
                <p:nvPr/>
              </p:nvSpPr>
              <p:spPr bwMode="auto">
                <a:xfrm>
                  <a:off x="2001" y="1990"/>
                  <a:ext cx="284" cy="504"/>
                </a:xfrm>
                <a:custGeom>
                  <a:avLst/>
                  <a:gdLst>
                    <a:gd name="T0" fmla="*/ 2147483647 w 142"/>
                    <a:gd name="T1" fmla="*/ 0 h 312"/>
                    <a:gd name="T2" fmla="*/ 2147483647 w 142"/>
                    <a:gd name="T3" fmla="*/ 5 h 312"/>
                    <a:gd name="T4" fmla="*/ 0 w 142"/>
                    <a:gd name="T5" fmla="*/ 5 h 312"/>
                    <a:gd name="T6" fmla="*/ 0 60000 65536"/>
                    <a:gd name="T7" fmla="*/ 0 60000 65536"/>
                    <a:gd name="T8" fmla="*/ 0 60000 65536"/>
                    <a:gd name="T9" fmla="*/ 0 w 142"/>
                    <a:gd name="T10" fmla="*/ 0 h 312"/>
                    <a:gd name="T11" fmla="*/ 142 w 142"/>
                    <a:gd name="T12" fmla="*/ 312 h 312"/>
                  </a:gdLst>
                  <a:ahLst/>
                  <a:cxnLst>
                    <a:cxn ang="T6">
                      <a:pos x="T0" y="T1"/>
                    </a:cxn>
                    <a:cxn ang="T7">
                      <a:pos x="T2" y="T3"/>
                    </a:cxn>
                    <a:cxn ang="T8">
                      <a:pos x="T4" y="T5"/>
                    </a:cxn>
                  </a:cxnLst>
                  <a:rect l="T9" t="T10" r="T11" b="T12"/>
                  <a:pathLst>
                    <a:path w="142" h="312">
                      <a:moveTo>
                        <a:pt x="142" y="0"/>
                      </a:moveTo>
                      <a:cubicBezTo>
                        <a:pt x="139" y="59"/>
                        <a:pt x="137" y="119"/>
                        <a:pt x="113" y="171"/>
                      </a:cubicBezTo>
                      <a:cubicBezTo>
                        <a:pt x="89" y="223"/>
                        <a:pt x="44" y="267"/>
                        <a:pt x="0" y="312"/>
                      </a:cubicBezTo>
                    </a:path>
                  </a:pathLst>
                </a:custGeom>
                <a:noFill/>
                <a:ln w="19050">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a:spAutoFit/>
                </a:bodyPr>
                <a:lstStyle/>
                <a:p>
                  <a:endParaRPr lang="zh-CN" altLang="en-US"/>
                </a:p>
              </p:txBody>
            </p:sp>
            <p:sp>
              <p:nvSpPr>
                <p:cNvPr id="32797" name="Freeform 57"/>
                <p:cNvSpPr>
                  <a:spLocks/>
                </p:cNvSpPr>
                <p:nvPr/>
              </p:nvSpPr>
              <p:spPr bwMode="auto">
                <a:xfrm>
                  <a:off x="1746" y="1990"/>
                  <a:ext cx="312" cy="504"/>
                </a:xfrm>
                <a:custGeom>
                  <a:avLst/>
                  <a:gdLst>
                    <a:gd name="T0" fmla="*/ 2147483647 w 142"/>
                    <a:gd name="T1" fmla="*/ 0 h 312"/>
                    <a:gd name="T2" fmla="*/ 2147483647 w 142"/>
                    <a:gd name="T3" fmla="*/ 5 h 312"/>
                    <a:gd name="T4" fmla="*/ 0 w 142"/>
                    <a:gd name="T5" fmla="*/ 5 h 312"/>
                    <a:gd name="T6" fmla="*/ 0 60000 65536"/>
                    <a:gd name="T7" fmla="*/ 0 60000 65536"/>
                    <a:gd name="T8" fmla="*/ 0 60000 65536"/>
                    <a:gd name="T9" fmla="*/ 0 w 142"/>
                    <a:gd name="T10" fmla="*/ 0 h 312"/>
                    <a:gd name="T11" fmla="*/ 142 w 142"/>
                    <a:gd name="T12" fmla="*/ 312 h 312"/>
                  </a:gdLst>
                  <a:ahLst/>
                  <a:cxnLst>
                    <a:cxn ang="T6">
                      <a:pos x="T0" y="T1"/>
                    </a:cxn>
                    <a:cxn ang="T7">
                      <a:pos x="T2" y="T3"/>
                    </a:cxn>
                    <a:cxn ang="T8">
                      <a:pos x="T4" y="T5"/>
                    </a:cxn>
                  </a:cxnLst>
                  <a:rect l="T9" t="T10" r="T11" b="T12"/>
                  <a:pathLst>
                    <a:path w="142" h="312">
                      <a:moveTo>
                        <a:pt x="142" y="0"/>
                      </a:moveTo>
                      <a:cubicBezTo>
                        <a:pt x="139" y="59"/>
                        <a:pt x="137" y="119"/>
                        <a:pt x="113" y="171"/>
                      </a:cubicBezTo>
                      <a:cubicBezTo>
                        <a:pt x="89" y="223"/>
                        <a:pt x="44" y="267"/>
                        <a:pt x="0" y="312"/>
                      </a:cubicBezTo>
                    </a:path>
                  </a:pathLst>
                </a:custGeom>
                <a:noFill/>
                <a:ln w="19050">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a:spAutoFit/>
                </a:bodyPr>
                <a:lstStyle/>
                <a:p>
                  <a:endParaRPr lang="zh-CN" altLang="en-US"/>
                </a:p>
              </p:txBody>
            </p:sp>
            <p:sp>
              <p:nvSpPr>
                <p:cNvPr id="32798" name="Freeform 58"/>
                <p:cNvSpPr>
                  <a:spLocks/>
                </p:cNvSpPr>
                <p:nvPr/>
              </p:nvSpPr>
              <p:spPr bwMode="auto">
                <a:xfrm>
                  <a:off x="1548" y="1962"/>
                  <a:ext cx="340" cy="504"/>
                </a:xfrm>
                <a:custGeom>
                  <a:avLst/>
                  <a:gdLst>
                    <a:gd name="T0" fmla="*/ 2147483647 w 142"/>
                    <a:gd name="T1" fmla="*/ 0 h 312"/>
                    <a:gd name="T2" fmla="*/ 2147483647 w 142"/>
                    <a:gd name="T3" fmla="*/ 0 h 312"/>
                    <a:gd name="T4" fmla="*/ 0 w 142"/>
                    <a:gd name="T5" fmla="*/ 0 h 312"/>
                    <a:gd name="T6" fmla="*/ 0 60000 65536"/>
                    <a:gd name="T7" fmla="*/ 0 60000 65536"/>
                    <a:gd name="T8" fmla="*/ 0 60000 65536"/>
                    <a:gd name="T9" fmla="*/ 0 w 142"/>
                    <a:gd name="T10" fmla="*/ 0 h 312"/>
                    <a:gd name="T11" fmla="*/ 142 w 142"/>
                    <a:gd name="T12" fmla="*/ 312 h 312"/>
                  </a:gdLst>
                  <a:ahLst/>
                  <a:cxnLst>
                    <a:cxn ang="T6">
                      <a:pos x="T0" y="T1"/>
                    </a:cxn>
                    <a:cxn ang="T7">
                      <a:pos x="T2" y="T3"/>
                    </a:cxn>
                    <a:cxn ang="T8">
                      <a:pos x="T4" y="T5"/>
                    </a:cxn>
                  </a:cxnLst>
                  <a:rect l="T9" t="T10" r="T11" b="T12"/>
                  <a:pathLst>
                    <a:path w="142" h="312">
                      <a:moveTo>
                        <a:pt x="142" y="0"/>
                      </a:moveTo>
                      <a:cubicBezTo>
                        <a:pt x="139" y="59"/>
                        <a:pt x="137" y="119"/>
                        <a:pt x="113" y="171"/>
                      </a:cubicBezTo>
                      <a:cubicBezTo>
                        <a:pt x="89" y="223"/>
                        <a:pt x="44" y="267"/>
                        <a:pt x="0" y="312"/>
                      </a:cubicBezTo>
                    </a:path>
                  </a:pathLst>
                </a:custGeom>
                <a:noFill/>
                <a:ln w="19050">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a:spAutoFit/>
                </a:bodyPr>
                <a:lstStyle/>
                <a:p>
                  <a:endParaRPr lang="zh-CN" altLang="en-US"/>
                </a:p>
              </p:txBody>
            </p:sp>
            <p:sp>
              <p:nvSpPr>
                <p:cNvPr id="32799" name="Freeform 59"/>
                <p:cNvSpPr>
                  <a:spLocks/>
                </p:cNvSpPr>
                <p:nvPr/>
              </p:nvSpPr>
              <p:spPr bwMode="auto">
                <a:xfrm>
                  <a:off x="1434" y="1933"/>
                  <a:ext cx="284" cy="504"/>
                </a:xfrm>
                <a:custGeom>
                  <a:avLst/>
                  <a:gdLst>
                    <a:gd name="T0" fmla="*/ 2147483647 w 142"/>
                    <a:gd name="T1" fmla="*/ 0 h 312"/>
                    <a:gd name="T2" fmla="*/ 2147483647 w 142"/>
                    <a:gd name="T3" fmla="*/ 0 h 312"/>
                    <a:gd name="T4" fmla="*/ 0 w 142"/>
                    <a:gd name="T5" fmla="*/ 0 h 312"/>
                    <a:gd name="T6" fmla="*/ 0 60000 65536"/>
                    <a:gd name="T7" fmla="*/ 0 60000 65536"/>
                    <a:gd name="T8" fmla="*/ 0 60000 65536"/>
                    <a:gd name="T9" fmla="*/ 0 w 142"/>
                    <a:gd name="T10" fmla="*/ 0 h 312"/>
                    <a:gd name="T11" fmla="*/ 142 w 142"/>
                    <a:gd name="T12" fmla="*/ 312 h 312"/>
                  </a:gdLst>
                  <a:ahLst/>
                  <a:cxnLst>
                    <a:cxn ang="T6">
                      <a:pos x="T0" y="T1"/>
                    </a:cxn>
                    <a:cxn ang="T7">
                      <a:pos x="T2" y="T3"/>
                    </a:cxn>
                    <a:cxn ang="T8">
                      <a:pos x="T4" y="T5"/>
                    </a:cxn>
                  </a:cxnLst>
                  <a:rect l="T9" t="T10" r="T11" b="T12"/>
                  <a:pathLst>
                    <a:path w="142" h="312">
                      <a:moveTo>
                        <a:pt x="142" y="0"/>
                      </a:moveTo>
                      <a:cubicBezTo>
                        <a:pt x="139" y="59"/>
                        <a:pt x="137" y="119"/>
                        <a:pt x="113" y="171"/>
                      </a:cubicBezTo>
                      <a:cubicBezTo>
                        <a:pt x="89" y="223"/>
                        <a:pt x="44" y="267"/>
                        <a:pt x="0" y="312"/>
                      </a:cubicBezTo>
                    </a:path>
                  </a:pathLst>
                </a:custGeom>
                <a:noFill/>
                <a:ln w="19050">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a:spAutoFit/>
                </a:bodyPr>
                <a:lstStyle/>
                <a:p>
                  <a:endParaRPr lang="zh-CN" altLang="en-US"/>
                </a:p>
              </p:txBody>
            </p:sp>
            <p:sp>
              <p:nvSpPr>
                <p:cNvPr id="32800" name="Freeform 60"/>
                <p:cNvSpPr>
                  <a:spLocks/>
                </p:cNvSpPr>
                <p:nvPr/>
              </p:nvSpPr>
              <p:spPr bwMode="auto">
                <a:xfrm>
                  <a:off x="1349" y="1848"/>
                  <a:ext cx="227" cy="504"/>
                </a:xfrm>
                <a:custGeom>
                  <a:avLst/>
                  <a:gdLst>
                    <a:gd name="T0" fmla="*/ 2147483647 w 142"/>
                    <a:gd name="T1" fmla="*/ 0 h 312"/>
                    <a:gd name="T2" fmla="*/ 2147483647 w 142"/>
                    <a:gd name="T3" fmla="*/ 0 h 312"/>
                    <a:gd name="T4" fmla="*/ 0 w 142"/>
                    <a:gd name="T5" fmla="*/ 0 h 312"/>
                    <a:gd name="T6" fmla="*/ 0 60000 65536"/>
                    <a:gd name="T7" fmla="*/ 0 60000 65536"/>
                    <a:gd name="T8" fmla="*/ 0 60000 65536"/>
                    <a:gd name="T9" fmla="*/ 0 w 142"/>
                    <a:gd name="T10" fmla="*/ 0 h 312"/>
                    <a:gd name="T11" fmla="*/ 142 w 142"/>
                    <a:gd name="T12" fmla="*/ 312 h 312"/>
                  </a:gdLst>
                  <a:ahLst/>
                  <a:cxnLst>
                    <a:cxn ang="T6">
                      <a:pos x="T0" y="T1"/>
                    </a:cxn>
                    <a:cxn ang="T7">
                      <a:pos x="T2" y="T3"/>
                    </a:cxn>
                    <a:cxn ang="T8">
                      <a:pos x="T4" y="T5"/>
                    </a:cxn>
                  </a:cxnLst>
                  <a:rect l="T9" t="T10" r="T11" b="T12"/>
                  <a:pathLst>
                    <a:path w="142" h="312">
                      <a:moveTo>
                        <a:pt x="142" y="0"/>
                      </a:moveTo>
                      <a:cubicBezTo>
                        <a:pt x="139" y="59"/>
                        <a:pt x="137" y="119"/>
                        <a:pt x="113" y="171"/>
                      </a:cubicBezTo>
                      <a:cubicBezTo>
                        <a:pt x="89" y="223"/>
                        <a:pt x="44" y="267"/>
                        <a:pt x="0" y="312"/>
                      </a:cubicBezTo>
                    </a:path>
                  </a:pathLst>
                </a:custGeom>
                <a:noFill/>
                <a:ln w="19050">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a:spAutoFit/>
                </a:bodyPr>
                <a:lstStyle/>
                <a:p>
                  <a:endParaRPr lang="zh-CN" altLang="en-US"/>
                </a:p>
              </p:txBody>
            </p:sp>
            <p:sp>
              <p:nvSpPr>
                <p:cNvPr id="32801" name="Freeform 61"/>
                <p:cNvSpPr>
                  <a:spLocks/>
                </p:cNvSpPr>
                <p:nvPr/>
              </p:nvSpPr>
              <p:spPr bwMode="auto">
                <a:xfrm flipV="1">
                  <a:off x="2540" y="2273"/>
                  <a:ext cx="227" cy="504"/>
                </a:xfrm>
                <a:custGeom>
                  <a:avLst/>
                  <a:gdLst>
                    <a:gd name="T0" fmla="*/ 2147483647 w 142"/>
                    <a:gd name="T1" fmla="*/ 0 h 312"/>
                    <a:gd name="T2" fmla="*/ 2147483647 w 142"/>
                    <a:gd name="T3" fmla="*/ 0 h 312"/>
                    <a:gd name="T4" fmla="*/ 0 w 142"/>
                    <a:gd name="T5" fmla="*/ 0 h 312"/>
                    <a:gd name="T6" fmla="*/ 0 60000 65536"/>
                    <a:gd name="T7" fmla="*/ 0 60000 65536"/>
                    <a:gd name="T8" fmla="*/ 0 60000 65536"/>
                    <a:gd name="T9" fmla="*/ 0 w 142"/>
                    <a:gd name="T10" fmla="*/ 0 h 312"/>
                    <a:gd name="T11" fmla="*/ 142 w 142"/>
                    <a:gd name="T12" fmla="*/ 312 h 312"/>
                  </a:gdLst>
                  <a:ahLst/>
                  <a:cxnLst>
                    <a:cxn ang="T6">
                      <a:pos x="T0" y="T1"/>
                    </a:cxn>
                    <a:cxn ang="T7">
                      <a:pos x="T2" y="T3"/>
                    </a:cxn>
                    <a:cxn ang="T8">
                      <a:pos x="T4" y="T5"/>
                    </a:cxn>
                  </a:cxnLst>
                  <a:rect l="T9" t="T10" r="T11" b="T12"/>
                  <a:pathLst>
                    <a:path w="142" h="312">
                      <a:moveTo>
                        <a:pt x="142" y="0"/>
                      </a:moveTo>
                      <a:cubicBezTo>
                        <a:pt x="139" y="59"/>
                        <a:pt x="137" y="119"/>
                        <a:pt x="113" y="171"/>
                      </a:cubicBezTo>
                      <a:cubicBezTo>
                        <a:pt x="89" y="223"/>
                        <a:pt x="44" y="267"/>
                        <a:pt x="0" y="312"/>
                      </a:cubicBezTo>
                    </a:path>
                  </a:pathLst>
                </a:custGeom>
                <a:noFill/>
                <a:ln w="19050">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a:spAutoFit/>
                </a:bodyPr>
                <a:lstStyle/>
                <a:p>
                  <a:endParaRPr lang="zh-CN" altLang="en-US"/>
                </a:p>
              </p:txBody>
            </p:sp>
            <p:sp>
              <p:nvSpPr>
                <p:cNvPr id="32802" name="Freeform 62"/>
                <p:cNvSpPr>
                  <a:spLocks/>
                </p:cNvSpPr>
                <p:nvPr/>
              </p:nvSpPr>
              <p:spPr bwMode="auto">
                <a:xfrm flipV="1">
                  <a:off x="2342" y="2349"/>
                  <a:ext cx="226" cy="504"/>
                </a:xfrm>
                <a:custGeom>
                  <a:avLst/>
                  <a:gdLst>
                    <a:gd name="T0" fmla="*/ 2147483647 w 142"/>
                    <a:gd name="T1" fmla="*/ 0 h 312"/>
                    <a:gd name="T2" fmla="*/ 2147483647 w 142"/>
                    <a:gd name="T3" fmla="*/ 0 h 312"/>
                    <a:gd name="T4" fmla="*/ 0 w 142"/>
                    <a:gd name="T5" fmla="*/ 0 h 312"/>
                    <a:gd name="T6" fmla="*/ 0 60000 65536"/>
                    <a:gd name="T7" fmla="*/ 0 60000 65536"/>
                    <a:gd name="T8" fmla="*/ 0 60000 65536"/>
                    <a:gd name="T9" fmla="*/ 0 w 142"/>
                    <a:gd name="T10" fmla="*/ 0 h 312"/>
                    <a:gd name="T11" fmla="*/ 142 w 142"/>
                    <a:gd name="T12" fmla="*/ 312 h 312"/>
                  </a:gdLst>
                  <a:ahLst/>
                  <a:cxnLst>
                    <a:cxn ang="T6">
                      <a:pos x="T0" y="T1"/>
                    </a:cxn>
                    <a:cxn ang="T7">
                      <a:pos x="T2" y="T3"/>
                    </a:cxn>
                    <a:cxn ang="T8">
                      <a:pos x="T4" y="T5"/>
                    </a:cxn>
                  </a:cxnLst>
                  <a:rect l="T9" t="T10" r="T11" b="T12"/>
                  <a:pathLst>
                    <a:path w="142" h="312">
                      <a:moveTo>
                        <a:pt x="142" y="0"/>
                      </a:moveTo>
                      <a:cubicBezTo>
                        <a:pt x="139" y="59"/>
                        <a:pt x="137" y="119"/>
                        <a:pt x="113" y="171"/>
                      </a:cubicBezTo>
                      <a:cubicBezTo>
                        <a:pt x="89" y="223"/>
                        <a:pt x="44" y="267"/>
                        <a:pt x="0" y="312"/>
                      </a:cubicBezTo>
                    </a:path>
                  </a:pathLst>
                </a:custGeom>
                <a:noFill/>
                <a:ln w="19050">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a:spAutoFit/>
                </a:bodyPr>
                <a:lstStyle/>
                <a:p>
                  <a:endParaRPr lang="zh-CN" altLang="en-US"/>
                </a:p>
              </p:txBody>
            </p:sp>
            <p:sp>
              <p:nvSpPr>
                <p:cNvPr id="32803" name="Freeform 63"/>
                <p:cNvSpPr>
                  <a:spLocks/>
                </p:cNvSpPr>
                <p:nvPr/>
              </p:nvSpPr>
              <p:spPr bwMode="auto">
                <a:xfrm flipV="1">
                  <a:off x="1413" y="2136"/>
                  <a:ext cx="136" cy="504"/>
                </a:xfrm>
                <a:custGeom>
                  <a:avLst/>
                  <a:gdLst>
                    <a:gd name="T0" fmla="*/ 307752714 w 142"/>
                    <a:gd name="T1" fmla="*/ 0 h 312"/>
                    <a:gd name="T2" fmla="*/ 307752714 w 142"/>
                    <a:gd name="T3" fmla="*/ 5 h 312"/>
                    <a:gd name="T4" fmla="*/ 0 w 142"/>
                    <a:gd name="T5" fmla="*/ 5 h 312"/>
                    <a:gd name="T6" fmla="*/ 0 60000 65536"/>
                    <a:gd name="T7" fmla="*/ 0 60000 65536"/>
                    <a:gd name="T8" fmla="*/ 0 60000 65536"/>
                    <a:gd name="T9" fmla="*/ 0 w 142"/>
                    <a:gd name="T10" fmla="*/ 0 h 312"/>
                    <a:gd name="T11" fmla="*/ 142 w 142"/>
                    <a:gd name="T12" fmla="*/ 312 h 312"/>
                  </a:gdLst>
                  <a:ahLst/>
                  <a:cxnLst>
                    <a:cxn ang="T6">
                      <a:pos x="T0" y="T1"/>
                    </a:cxn>
                    <a:cxn ang="T7">
                      <a:pos x="T2" y="T3"/>
                    </a:cxn>
                    <a:cxn ang="T8">
                      <a:pos x="T4" y="T5"/>
                    </a:cxn>
                  </a:cxnLst>
                  <a:rect l="T9" t="T10" r="T11" b="T12"/>
                  <a:pathLst>
                    <a:path w="142" h="312">
                      <a:moveTo>
                        <a:pt x="142" y="0"/>
                      </a:moveTo>
                      <a:cubicBezTo>
                        <a:pt x="139" y="59"/>
                        <a:pt x="137" y="119"/>
                        <a:pt x="113" y="171"/>
                      </a:cubicBezTo>
                      <a:cubicBezTo>
                        <a:pt x="89" y="223"/>
                        <a:pt x="44" y="267"/>
                        <a:pt x="0" y="312"/>
                      </a:cubicBezTo>
                    </a:path>
                  </a:pathLst>
                </a:custGeom>
                <a:noFill/>
                <a:ln w="19050">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a:spAutoFit/>
                </a:bodyPr>
                <a:lstStyle/>
                <a:p>
                  <a:endParaRPr lang="zh-CN" altLang="en-US"/>
                </a:p>
              </p:txBody>
            </p:sp>
            <p:sp>
              <p:nvSpPr>
                <p:cNvPr id="32804" name="Freeform 64"/>
                <p:cNvSpPr>
                  <a:spLocks/>
                </p:cNvSpPr>
                <p:nvPr/>
              </p:nvSpPr>
              <p:spPr bwMode="auto">
                <a:xfrm flipV="1">
                  <a:off x="1604" y="2245"/>
                  <a:ext cx="170" cy="504"/>
                </a:xfrm>
                <a:custGeom>
                  <a:avLst/>
                  <a:gdLst>
                    <a:gd name="T0" fmla="*/ 2147483647 w 142"/>
                    <a:gd name="T1" fmla="*/ 0 h 312"/>
                    <a:gd name="T2" fmla="*/ 2147483647 w 142"/>
                    <a:gd name="T3" fmla="*/ 5 h 312"/>
                    <a:gd name="T4" fmla="*/ 0 w 142"/>
                    <a:gd name="T5" fmla="*/ 5 h 312"/>
                    <a:gd name="T6" fmla="*/ 0 60000 65536"/>
                    <a:gd name="T7" fmla="*/ 0 60000 65536"/>
                    <a:gd name="T8" fmla="*/ 0 60000 65536"/>
                    <a:gd name="T9" fmla="*/ 0 w 142"/>
                    <a:gd name="T10" fmla="*/ 0 h 312"/>
                    <a:gd name="T11" fmla="*/ 142 w 142"/>
                    <a:gd name="T12" fmla="*/ 312 h 312"/>
                  </a:gdLst>
                  <a:ahLst/>
                  <a:cxnLst>
                    <a:cxn ang="T6">
                      <a:pos x="T0" y="T1"/>
                    </a:cxn>
                    <a:cxn ang="T7">
                      <a:pos x="T2" y="T3"/>
                    </a:cxn>
                    <a:cxn ang="T8">
                      <a:pos x="T4" y="T5"/>
                    </a:cxn>
                  </a:cxnLst>
                  <a:rect l="T9" t="T10" r="T11" b="T12"/>
                  <a:pathLst>
                    <a:path w="142" h="312">
                      <a:moveTo>
                        <a:pt x="142" y="0"/>
                      </a:moveTo>
                      <a:cubicBezTo>
                        <a:pt x="139" y="59"/>
                        <a:pt x="137" y="119"/>
                        <a:pt x="113" y="171"/>
                      </a:cubicBezTo>
                      <a:cubicBezTo>
                        <a:pt x="89" y="223"/>
                        <a:pt x="44" y="267"/>
                        <a:pt x="0" y="312"/>
                      </a:cubicBezTo>
                    </a:path>
                  </a:pathLst>
                </a:custGeom>
                <a:noFill/>
                <a:ln w="19050">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a:spAutoFit/>
                </a:bodyPr>
                <a:lstStyle/>
                <a:p>
                  <a:endParaRPr lang="zh-CN" altLang="en-US"/>
                </a:p>
              </p:txBody>
            </p:sp>
            <p:sp>
              <p:nvSpPr>
                <p:cNvPr id="32805" name="Freeform 65"/>
                <p:cNvSpPr>
                  <a:spLocks/>
                </p:cNvSpPr>
                <p:nvPr/>
              </p:nvSpPr>
              <p:spPr bwMode="auto">
                <a:xfrm flipV="1">
                  <a:off x="1831" y="2330"/>
                  <a:ext cx="193" cy="504"/>
                </a:xfrm>
                <a:custGeom>
                  <a:avLst/>
                  <a:gdLst>
                    <a:gd name="T0" fmla="*/ 2147483647 w 142"/>
                    <a:gd name="T1" fmla="*/ 0 h 312"/>
                    <a:gd name="T2" fmla="*/ 2147483647 w 142"/>
                    <a:gd name="T3" fmla="*/ 0 h 312"/>
                    <a:gd name="T4" fmla="*/ 0 w 142"/>
                    <a:gd name="T5" fmla="*/ 0 h 312"/>
                    <a:gd name="T6" fmla="*/ 0 60000 65536"/>
                    <a:gd name="T7" fmla="*/ 0 60000 65536"/>
                    <a:gd name="T8" fmla="*/ 0 60000 65536"/>
                    <a:gd name="T9" fmla="*/ 0 w 142"/>
                    <a:gd name="T10" fmla="*/ 0 h 312"/>
                    <a:gd name="T11" fmla="*/ 142 w 142"/>
                    <a:gd name="T12" fmla="*/ 312 h 312"/>
                  </a:gdLst>
                  <a:ahLst/>
                  <a:cxnLst>
                    <a:cxn ang="T6">
                      <a:pos x="T0" y="T1"/>
                    </a:cxn>
                    <a:cxn ang="T7">
                      <a:pos x="T2" y="T3"/>
                    </a:cxn>
                    <a:cxn ang="T8">
                      <a:pos x="T4" y="T5"/>
                    </a:cxn>
                  </a:cxnLst>
                  <a:rect l="T9" t="T10" r="T11" b="T12"/>
                  <a:pathLst>
                    <a:path w="142" h="312">
                      <a:moveTo>
                        <a:pt x="142" y="0"/>
                      </a:moveTo>
                      <a:cubicBezTo>
                        <a:pt x="139" y="59"/>
                        <a:pt x="137" y="119"/>
                        <a:pt x="113" y="171"/>
                      </a:cubicBezTo>
                      <a:cubicBezTo>
                        <a:pt x="89" y="223"/>
                        <a:pt x="44" y="267"/>
                        <a:pt x="0" y="312"/>
                      </a:cubicBezTo>
                    </a:path>
                  </a:pathLst>
                </a:custGeom>
                <a:noFill/>
                <a:ln w="19050">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a:spAutoFit/>
                </a:bodyPr>
                <a:lstStyle/>
                <a:p>
                  <a:endParaRPr lang="zh-CN" altLang="en-US"/>
                </a:p>
              </p:txBody>
            </p:sp>
            <p:sp>
              <p:nvSpPr>
                <p:cNvPr id="32806" name="Freeform 66"/>
                <p:cNvSpPr>
                  <a:spLocks/>
                </p:cNvSpPr>
                <p:nvPr/>
              </p:nvSpPr>
              <p:spPr bwMode="auto">
                <a:xfrm flipV="1">
                  <a:off x="2044" y="2348"/>
                  <a:ext cx="255" cy="504"/>
                </a:xfrm>
                <a:custGeom>
                  <a:avLst/>
                  <a:gdLst>
                    <a:gd name="T0" fmla="*/ 2147483647 w 142"/>
                    <a:gd name="T1" fmla="*/ 0 h 312"/>
                    <a:gd name="T2" fmla="*/ 2147483647 w 142"/>
                    <a:gd name="T3" fmla="*/ 0 h 312"/>
                    <a:gd name="T4" fmla="*/ 0 w 142"/>
                    <a:gd name="T5" fmla="*/ 0 h 312"/>
                    <a:gd name="T6" fmla="*/ 0 60000 65536"/>
                    <a:gd name="T7" fmla="*/ 0 60000 65536"/>
                    <a:gd name="T8" fmla="*/ 0 60000 65536"/>
                    <a:gd name="T9" fmla="*/ 0 w 142"/>
                    <a:gd name="T10" fmla="*/ 0 h 312"/>
                    <a:gd name="T11" fmla="*/ 142 w 142"/>
                    <a:gd name="T12" fmla="*/ 312 h 312"/>
                  </a:gdLst>
                  <a:ahLst/>
                  <a:cxnLst>
                    <a:cxn ang="T6">
                      <a:pos x="T0" y="T1"/>
                    </a:cxn>
                    <a:cxn ang="T7">
                      <a:pos x="T2" y="T3"/>
                    </a:cxn>
                    <a:cxn ang="T8">
                      <a:pos x="T4" y="T5"/>
                    </a:cxn>
                  </a:cxnLst>
                  <a:rect l="T9" t="T10" r="T11" b="T12"/>
                  <a:pathLst>
                    <a:path w="142" h="312">
                      <a:moveTo>
                        <a:pt x="142" y="0"/>
                      </a:moveTo>
                      <a:cubicBezTo>
                        <a:pt x="139" y="59"/>
                        <a:pt x="137" y="119"/>
                        <a:pt x="113" y="171"/>
                      </a:cubicBezTo>
                      <a:cubicBezTo>
                        <a:pt x="89" y="223"/>
                        <a:pt x="44" y="267"/>
                        <a:pt x="0" y="312"/>
                      </a:cubicBezTo>
                    </a:path>
                  </a:pathLst>
                </a:custGeom>
                <a:noFill/>
                <a:ln w="19050">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a:spAutoFit/>
                </a:bodyPr>
                <a:lstStyle/>
                <a:p>
                  <a:endParaRPr lang="zh-CN" altLang="en-US"/>
                </a:p>
              </p:txBody>
            </p:sp>
            <p:sp>
              <p:nvSpPr>
                <p:cNvPr id="32807" name="Freeform 67"/>
                <p:cNvSpPr>
                  <a:spLocks/>
                </p:cNvSpPr>
                <p:nvPr/>
              </p:nvSpPr>
              <p:spPr bwMode="auto">
                <a:xfrm flipV="1">
                  <a:off x="2682" y="2160"/>
                  <a:ext cx="180" cy="504"/>
                </a:xfrm>
                <a:custGeom>
                  <a:avLst/>
                  <a:gdLst>
                    <a:gd name="T0" fmla="*/ 2147483647 w 142"/>
                    <a:gd name="T1" fmla="*/ 0 h 312"/>
                    <a:gd name="T2" fmla="*/ 2147483647 w 142"/>
                    <a:gd name="T3" fmla="*/ 0 h 312"/>
                    <a:gd name="T4" fmla="*/ 0 w 142"/>
                    <a:gd name="T5" fmla="*/ 0 h 312"/>
                    <a:gd name="T6" fmla="*/ 0 60000 65536"/>
                    <a:gd name="T7" fmla="*/ 0 60000 65536"/>
                    <a:gd name="T8" fmla="*/ 0 60000 65536"/>
                    <a:gd name="T9" fmla="*/ 0 w 142"/>
                    <a:gd name="T10" fmla="*/ 0 h 312"/>
                    <a:gd name="T11" fmla="*/ 142 w 142"/>
                    <a:gd name="T12" fmla="*/ 312 h 312"/>
                  </a:gdLst>
                  <a:ahLst/>
                  <a:cxnLst>
                    <a:cxn ang="T6">
                      <a:pos x="T0" y="T1"/>
                    </a:cxn>
                    <a:cxn ang="T7">
                      <a:pos x="T2" y="T3"/>
                    </a:cxn>
                    <a:cxn ang="T8">
                      <a:pos x="T4" y="T5"/>
                    </a:cxn>
                  </a:cxnLst>
                  <a:rect l="T9" t="T10" r="T11" b="T12"/>
                  <a:pathLst>
                    <a:path w="142" h="312">
                      <a:moveTo>
                        <a:pt x="142" y="0"/>
                      </a:moveTo>
                      <a:cubicBezTo>
                        <a:pt x="139" y="59"/>
                        <a:pt x="137" y="119"/>
                        <a:pt x="113" y="171"/>
                      </a:cubicBezTo>
                      <a:cubicBezTo>
                        <a:pt x="89" y="223"/>
                        <a:pt x="44" y="267"/>
                        <a:pt x="0" y="312"/>
                      </a:cubicBezTo>
                    </a:path>
                  </a:pathLst>
                </a:custGeom>
                <a:noFill/>
                <a:ln w="19050">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a:spAutoFit/>
                </a:bodyPr>
                <a:lstStyle/>
                <a:p>
                  <a:endParaRPr lang="zh-CN" altLang="en-US"/>
                </a:p>
              </p:txBody>
            </p:sp>
            <p:sp>
              <p:nvSpPr>
                <p:cNvPr id="32808" name="Line 68"/>
                <p:cNvSpPr>
                  <a:spLocks noChangeShapeType="1"/>
                </p:cNvSpPr>
                <p:nvPr/>
              </p:nvSpPr>
              <p:spPr bwMode="auto">
                <a:xfrm flipH="1">
                  <a:off x="2212" y="2109"/>
                  <a:ext cx="227" cy="199"/>
                </a:xfrm>
                <a:prstGeom prst="line">
                  <a:avLst/>
                </a:prstGeom>
                <a:noFill/>
                <a:ln w="28575">
                  <a:solidFill>
                    <a:srgbClr val="FF0066"/>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zh-CN" altLang="en-US"/>
                </a:p>
              </p:txBody>
            </p:sp>
            <p:sp>
              <p:nvSpPr>
                <p:cNvPr id="32809" name="Line 69"/>
                <p:cNvSpPr>
                  <a:spLocks noChangeShapeType="1"/>
                </p:cNvSpPr>
                <p:nvPr/>
              </p:nvSpPr>
              <p:spPr bwMode="auto">
                <a:xfrm flipH="1" flipV="1">
                  <a:off x="2227" y="2053"/>
                  <a:ext cx="199" cy="56"/>
                </a:xfrm>
                <a:prstGeom prst="line">
                  <a:avLst/>
                </a:prstGeom>
                <a:noFill/>
                <a:ln w="28575">
                  <a:solidFill>
                    <a:srgbClr val="C00000"/>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zh-CN" altLang="en-US"/>
                </a:p>
              </p:txBody>
            </p:sp>
            <p:sp>
              <p:nvSpPr>
                <p:cNvPr id="32810" name="Rectangle 70"/>
                <p:cNvSpPr>
                  <a:spLocks noChangeArrowheads="1"/>
                </p:cNvSpPr>
                <p:nvPr/>
              </p:nvSpPr>
              <p:spPr bwMode="auto">
                <a:xfrm>
                  <a:off x="2040" y="1820"/>
                  <a:ext cx="291" cy="50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kumimoji="1" lang="en-US" altLang="zh-CN" b="0" i="1">
                      <a:solidFill>
                        <a:srgbClr val="0000FF"/>
                      </a:solidFill>
                      <a:latin typeface="Times New Roman" pitchFamily="18" charset="0"/>
                      <a:ea typeface="宋体" pitchFamily="2" charset="-122"/>
                    </a:rPr>
                    <a:t>f</a:t>
                  </a:r>
                  <a:r>
                    <a:rPr kumimoji="1" lang="en-US" altLang="zh-CN" b="0" baseline="-25000">
                      <a:solidFill>
                        <a:srgbClr val="0000FF"/>
                      </a:solidFill>
                      <a:latin typeface="Times New Roman" pitchFamily="18" charset="0"/>
                      <a:ea typeface="宋体" pitchFamily="2" charset="-122"/>
                    </a:rPr>
                    <a:t>k</a:t>
                  </a:r>
                </a:p>
              </p:txBody>
            </p:sp>
            <p:sp>
              <p:nvSpPr>
                <p:cNvPr id="32811" name="Rectangle 71"/>
                <p:cNvSpPr>
                  <a:spLocks noChangeArrowheads="1"/>
                </p:cNvSpPr>
                <p:nvPr/>
              </p:nvSpPr>
              <p:spPr bwMode="auto">
                <a:xfrm>
                  <a:off x="2216" y="2157"/>
                  <a:ext cx="283" cy="50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altLang="zh-CN" b="0" i="1">
                      <a:solidFill>
                        <a:srgbClr val="FF0066"/>
                      </a:solidFill>
                      <a:latin typeface="Times New Roman" pitchFamily="18" charset="0"/>
                      <a:ea typeface="宋体" pitchFamily="2" charset="-122"/>
                      <a:sym typeface="Symbol" pitchFamily="18" charset="2"/>
                    </a:rPr>
                    <a:t></a:t>
                  </a:r>
                  <a:endParaRPr lang="en-US" altLang="zh-CN" b="0" i="1">
                    <a:solidFill>
                      <a:srgbClr val="FF0066"/>
                    </a:solidFill>
                    <a:latin typeface="Times New Roman" pitchFamily="18" charset="0"/>
                    <a:ea typeface="宋体" pitchFamily="2" charset="-122"/>
                  </a:endParaRPr>
                </a:p>
              </p:txBody>
            </p:sp>
          </p:grpSp>
          <p:sp>
            <p:nvSpPr>
              <p:cNvPr id="32778" name="Rectangle 72"/>
              <p:cNvSpPr>
                <a:spLocks noChangeArrowheads="1"/>
              </p:cNvSpPr>
              <p:nvPr/>
            </p:nvSpPr>
            <p:spPr bwMode="auto">
              <a:xfrm>
                <a:off x="1625" y="2697"/>
                <a:ext cx="906" cy="7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kumimoji="1" lang="zh-CN" altLang="en-US" sz="1800">
                    <a:solidFill>
                      <a:srgbClr val="0000FF"/>
                    </a:solidFill>
                    <a:latin typeface="Times New Roman" pitchFamily="18" charset="0"/>
                    <a:ea typeface="宋体" pitchFamily="2" charset="-122"/>
                  </a:rPr>
                  <a:t>信风的形成</a:t>
                </a:r>
              </a:p>
            </p:txBody>
          </p:sp>
        </p:grpSp>
        <p:sp>
          <p:nvSpPr>
            <p:cNvPr id="90" name="弧形 89"/>
            <p:cNvSpPr/>
            <p:nvPr/>
          </p:nvSpPr>
          <p:spPr>
            <a:xfrm>
              <a:off x="4448715" y="1450821"/>
              <a:ext cx="744732" cy="197973"/>
            </a:xfrm>
            <a:prstGeom prst="arc">
              <a:avLst>
                <a:gd name="adj1" fmla="val 366866"/>
                <a:gd name="adj2" fmla="val 11822469"/>
              </a:avLst>
            </a:prstGeom>
            <a:ln>
              <a:solidFill>
                <a:schemeClr val="accent6">
                  <a:lumMod val="75000"/>
                </a:schemeClr>
              </a:solidFill>
              <a:headEnd type="arrow" w="med" len="med"/>
              <a:tailEnd type="none" w="sm" len="sm"/>
            </a:ln>
          </p:spPr>
          <p:style>
            <a:lnRef idx="1">
              <a:schemeClr val="accent1"/>
            </a:lnRef>
            <a:fillRef idx="0">
              <a:schemeClr val="accent1"/>
            </a:fillRef>
            <a:effectRef idx="0">
              <a:schemeClr val="accent1"/>
            </a:effectRef>
            <a:fontRef idx="minor">
              <a:schemeClr val="tx1"/>
            </a:fontRef>
          </p:style>
          <p:txBody>
            <a:bodyPr anchor="ctr"/>
            <a:lstStyle/>
            <a:p>
              <a:pPr>
                <a:defRPr/>
              </a:pPr>
              <a:endParaRPr lang="zh-CN" altLang="en-US" sz="1800" b="0"/>
            </a:p>
          </p:txBody>
        </p:sp>
      </p:grpSp>
      <p:sp>
        <p:nvSpPr>
          <p:cNvPr id="109647" name="Rectangle 79"/>
          <p:cNvSpPr>
            <a:spLocks noChangeArrowheads="1"/>
          </p:cNvSpPr>
          <p:nvPr/>
        </p:nvSpPr>
        <p:spPr bwMode="auto">
          <a:xfrm>
            <a:off x="539750" y="3663950"/>
            <a:ext cx="7991475" cy="923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lgn="ctr">
                <a:solidFill>
                  <a:srgbClr val="000000"/>
                </a:solidFill>
                <a:miter lim="800000"/>
                <a:headEnd/>
                <a:tailEnd/>
              </a14:hiddenLine>
            </a:ext>
          </a:extLst>
        </p:spPr>
        <p:txBody>
          <a:bodyPr anchor="ctr">
            <a:spAutoFit/>
          </a:bodyPr>
          <a:lstStyle/>
          <a:p>
            <a:pPr algn="l"/>
            <a:r>
              <a:rPr lang="zh-CN" altLang="en-US" sz="1800">
                <a:solidFill>
                  <a:srgbClr val="FF0000"/>
                </a:solidFill>
                <a:latin typeface="华文中宋" pitchFamily="2" charset="-122"/>
                <a:ea typeface="华文中宋" pitchFamily="2" charset="-122"/>
              </a:rPr>
              <a:t>思考：</a:t>
            </a:r>
          </a:p>
          <a:p>
            <a:pPr algn="l"/>
            <a:r>
              <a:rPr lang="zh-CN" altLang="en-US" sz="1800">
                <a:latin typeface="华文中宋" pitchFamily="2" charset="-122"/>
                <a:ea typeface="华文中宋" pitchFamily="2" charset="-122"/>
              </a:rPr>
              <a:t>     北半球由西向东的河流，人面对下游方向观察则哪一侧河岸被冲刷得厉害些，为什么？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9188"/>
                                        </p:tgtEl>
                                        <p:attrNameLst>
                                          <p:attrName>style.visibility</p:attrName>
                                        </p:attrNameLst>
                                      </p:cBhvr>
                                      <p:to>
                                        <p:strVal val="visible"/>
                                      </p:to>
                                    </p:set>
                                    <p:animEffect transition="in" filter="wipe(left)">
                                      <p:cBhvr>
                                        <p:cTn id="7" dur="500"/>
                                        <p:tgtEl>
                                          <p:spTgt spid="3491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86"/>
                                        </p:tgtEl>
                                        <p:attrNameLst>
                                          <p:attrName>style.visibility</p:attrName>
                                        </p:attrNameLst>
                                      </p:cBhvr>
                                      <p:to>
                                        <p:strVal val="visible"/>
                                      </p:to>
                                    </p:set>
                                    <p:animEffect transition="in" filter="wipe(left)">
                                      <p:cBhvr>
                                        <p:cTn id="19" dur="500"/>
                                        <p:tgtEl>
                                          <p:spTgt spid="8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ntr" presetSubtype="16"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Effect transition="in" filter="fade">
                                      <p:cBhvr>
                                        <p:cTn id="26" dur="500"/>
                                        <p:tgtEl>
                                          <p:spTgt spid="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09647"/>
                                        </p:tgtEl>
                                        <p:attrNameLst>
                                          <p:attrName>style.visibility</p:attrName>
                                        </p:attrNameLst>
                                      </p:cBhvr>
                                      <p:to>
                                        <p:strVal val="visible"/>
                                      </p:to>
                                    </p:set>
                                    <p:animEffect transition="in" filter="blinds(horizontal)">
                                      <p:cBhvr>
                                        <p:cTn id="31" dur="500"/>
                                        <p:tgtEl>
                                          <p:spTgt spid="1096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188" grpId="0"/>
      <p:bldP spid="86" grpId="0"/>
      <p:bldP spid="10964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1136650" y="1047750"/>
            <a:ext cx="1635125" cy="371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chemeClr val="accent2"/>
                </a:solidFill>
                <a:latin typeface="华文中宋" pitchFamily="2" charset="-122"/>
                <a:ea typeface="华文中宋" pitchFamily="2" charset="-122"/>
              </a:rPr>
              <a:t>力的瞬时效应</a:t>
            </a:r>
            <a:endParaRPr lang="zh-CN" altLang="en-US" sz="1800" b="0">
              <a:latin typeface="华文中宋" pitchFamily="2" charset="-122"/>
              <a:ea typeface="华文中宋" pitchFamily="2" charset="-122"/>
            </a:endParaRPr>
          </a:p>
        </p:txBody>
      </p:sp>
      <p:sp>
        <p:nvSpPr>
          <p:cNvPr id="24579" name="Rectangle 3"/>
          <p:cNvSpPr>
            <a:spLocks noChangeArrowheads="1"/>
          </p:cNvSpPr>
          <p:nvPr/>
        </p:nvSpPr>
        <p:spPr bwMode="auto">
          <a:xfrm>
            <a:off x="1112838" y="1768475"/>
            <a:ext cx="1658937" cy="371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p>
            <a:pPr algn="l"/>
            <a:r>
              <a:rPr lang="zh-CN" altLang="en-US" sz="1800">
                <a:solidFill>
                  <a:schemeClr val="accent2"/>
                </a:solidFill>
                <a:latin typeface="华文中宋" pitchFamily="2" charset="-122"/>
                <a:ea typeface="华文中宋" pitchFamily="2" charset="-122"/>
              </a:rPr>
              <a:t>力的积累效应</a:t>
            </a:r>
            <a:endParaRPr lang="zh-CN" altLang="en-US" sz="1800" b="0">
              <a:latin typeface="华文中宋" pitchFamily="2" charset="-122"/>
              <a:ea typeface="华文中宋" pitchFamily="2" charset="-122"/>
            </a:endParaRPr>
          </a:p>
        </p:txBody>
      </p:sp>
      <p:sp>
        <p:nvSpPr>
          <p:cNvPr id="24583" name="Text Box 7"/>
          <p:cNvSpPr txBox="1">
            <a:spLocks noChangeArrowheads="1"/>
          </p:cNvSpPr>
          <p:nvPr/>
        </p:nvSpPr>
        <p:spPr bwMode="auto">
          <a:xfrm>
            <a:off x="755650" y="2895600"/>
            <a:ext cx="6840538" cy="371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latin typeface="华文中宋" pitchFamily="2" charset="-122"/>
                <a:ea typeface="华文中宋" pitchFamily="2" charset="-122"/>
              </a:rPr>
              <a:t>由牛顿第二定律，并考虑质量为常数，可得：</a:t>
            </a:r>
          </a:p>
        </p:txBody>
      </p:sp>
      <p:graphicFrame>
        <p:nvGraphicFramePr>
          <p:cNvPr id="24584" name="Object 8"/>
          <p:cNvGraphicFramePr>
            <a:graphicFrameLocks noChangeAspect="1"/>
          </p:cNvGraphicFramePr>
          <p:nvPr/>
        </p:nvGraphicFramePr>
        <p:xfrm>
          <a:off x="2892425" y="4011613"/>
          <a:ext cx="2903538" cy="622300"/>
        </p:xfrm>
        <a:graphic>
          <a:graphicData uri="http://schemas.openxmlformats.org/presentationml/2006/ole">
            <p:oleObj spid="_x0000_s33813" name="Equation" r:id="rId3" imgW="1244060" imgH="355446" progId="Equation.DSMT4">
              <p:embed/>
            </p:oleObj>
          </a:graphicData>
        </a:graphic>
      </p:graphicFrame>
      <p:graphicFrame>
        <p:nvGraphicFramePr>
          <p:cNvPr id="24586" name="Object 10"/>
          <p:cNvGraphicFramePr>
            <a:graphicFrameLocks noChangeAspect="1"/>
          </p:cNvGraphicFramePr>
          <p:nvPr/>
        </p:nvGraphicFramePr>
        <p:xfrm>
          <a:off x="1665288" y="3363913"/>
          <a:ext cx="5700712" cy="650875"/>
        </p:xfrm>
        <a:graphic>
          <a:graphicData uri="http://schemas.openxmlformats.org/presentationml/2006/ole">
            <p:oleObj spid="_x0000_s33814" name="Equation" r:id="rId4" imgW="2590800" imgH="393700" progId="Equation.DSMT4">
              <p:embed/>
            </p:oleObj>
          </a:graphicData>
        </a:graphic>
      </p:graphicFrame>
      <p:grpSp>
        <p:nvGrpSpPr>
          <p:cNvPr id="2" name="Group 40"/>
          <p:cNvGrpSpPr>
            <a:grpSpLocks/>
          </p:cNvGrpSpPr>
          <p:nvPr/>
        </p:nvGrpSpPr>
        <p:grpSpPr bwMode="auto">
          <a:xfrm>
            <a:off x="2771775" y="1436688"/>
            <a:ext cx="3671888" cy="901700"/>
            <a:chOff x="1746" y="1207"/>
            <a:chExt cx="2313" cy="757"/>
          </a:xfrm>
        </p:grpSpPr>
        <p:grpSp>
          <p:nvGrpSpPr>
            <p:cNvPr id="33804" name="Group 36"/>
            <p:cNvGrpSpPr>
              <a:grpSpLocks/>
            </p:cNvGrpSpPr>
            <p:nvPr/>
          </p:nvGrpSpPr>
          <p:grpSpPr bwMode="auto">
            <a:xfrm>
              <a:off x="2109" y="1207"/>
              <a:ext cx="1950" cy="757"/>
              <a:chOff x="2109" y="1207"/>
              <a:chExt cx="1950" cy="757"/>
            </a:xfrm>
          </p:grpSpPr>
          <p:sp>
            <p:nvSpPr>
              <p:cNvPr id="33806" name="AutoShape 33"/>
              <p:cNvSpPr>
                <a:spLocks/>
              </p:cNvSpPr>
              <p:nvPr/>
            </p:nvSpPr>
            <p:spPr bwMode="auto">
              <a:xfrm>
                <a:off x="2109" y="1402"/>
                <a:ext cx="136" cy="429"/>
              </a:xfrm>
              <a:prstGeom prst="leftBrace">
                <a:avLst>
                  <a:gd name="adj1" fmla="val 38919"/>
                  <a:gd name="adj2" fmla="val 50000"/>
                </a:avLst>
              </a:prstGeom>
              <a:noFill/>
              <a:ln w="381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nchor="ctr">
                <a:spAutoFit/>
              </a:bodyPr>
              <a:lstStyle/>
              <a:p>
                <a:endParaRPr lang="zh-CN" altLang="en-US">
                  <a:latin typeface="华文中宋" pitchFamily="2" charset="-122"/>
                  <a:ea typeface="华文中宋" pitchFamily="2" charset="-122"/>
                </a:endParaRPr>
              </a:p>
            </p:txBody>
          </p:sp>
          <p:sp>
            <p:nvSpPr>
              <p:cNvPr id="33807" name="Text Box 34"/>
              <p:cNvSpPr txBox="1">
                <a:spLocks noChangeArrowheads="1"/>
              </p:cNvSpPr>
              <p:nvPr/>
            </p:nvSpPr>
            <p:spPr bwMode="auto">
              <a:xfrm>
                <a:off x="2245" y="1207"/>
                <a:ext cx="1814" cy="3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力的时间积累：动量定理</a:t>
                </a:r>
              </a:p>
            </p:txBody>
          </p:sp>
          <p:sp>
            <p:nvSpPr>
              <p:cNvPr id="33808" name="Text Box 35"/>
              <p:cNvSpPr txBox="1">
                <a:spLocks noChangeArrowheads="1"/>
              </p:cNvSpPr>
              <p:nvPr/>
            </p:nvSpPr>
            <p:spPr bwMode="auto">
              <a:xfrm>
                <a:off x="2245" y="1652"/>
                <a:ext cx="1814" cy="3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力的空间积累：动能定理</a:t>
                </a:r>
              </a:p>
            </p:txBody>
          </p:sp>
        </p:grpSp>
        <p:sp>
          <p:nvSpPr>
            <p:cNvPr id="33805" name="Line 37"/>
            <p:cNvSpPr>
              <a:spLocks noChangeShapeType="1"/>
            </p:cNvSpPr>
            <p:nvPr/>
          </p:nvSpPr>
          <p:spPr bwMode="auto">
            <a:xfrm>
              <a:off x="1746" y="1616"/>
              <a:ext cx="318" cy="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nchor="ctr">
              <a:spAutoFit/>
            </a:bodyPr>
            <a:lstStyle/>
            <a:p>
              <a:endParaRPr lang="zh-CN" altLang="en-US"/>
            </a:p>
          </p:txBody>
        </p:sp>
      </p:grpSp>
      <p:grpSp>
        <p:nvGrpSpPr>
          <p:cNvPr id="4" name="Group 41"/>
          <p:cNvGrpSpPr>
            <a:grpSpLocks/>
          </p:cNvGrpSpPr>
          <p:nvPr/>
        </p:nvGrpSpPr>
        <p:grpSpPr bwMode="auto">
          <a:xfrm>
            <a:off x="2771775" y="993775"/>
            <a:ext cx="4392613" cy="371475"/>
            <a:chOff x="1746" y="835"/>
            <a:chExt cx="2767" cy="312"/>
          </a:xfrm>
        </p:grpSpPr>
        <p:sp>
          <p:nvSpPr>
            <p:cNvPr id="33802" name="Text Box 18"/>
            <p:cNvSpPr txBox="1">
              <a:spLocks noChangeArrowheads="1"/>
            </p:cNvSpPr>
            <p:nvPr/>
          </p:nvSpPr>
          <p:spPr bwMode="auto">
            <a:xfrm>
              <a:off x="2126" y="835"/>
              <a:ext cx="2387" cy="3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加速度：牛顿定律</a:t>
              </a:r>
            </a:p>
          </p:txBody>
        </p:sp>
        <p:sp>
          <p:nvSpPr>
            <p:cNvPr id="33803" name="Line 38"/>
            <p:cNvSpPr>
              <a:spLocks noChangeShapeType="1"/>
            </p:cNvSpPr>
            <p:nvPr/>
          </p:nvSpPr>
          <p:spPr bwMode="auto">
            <a:xfrm>
              <a:off x="1746" y="1026"/>
              <a:ext cx="318" cy="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nchor="ctr">
              <a:spAutoFit/>
            </a:bodyPr>
            <a:lstStyle/>
            <a:p>
              <a:endParaRPr lang="zh-CN" altLang="en-US"/>
            </a:p>
          </p:txBody>
        </p:sp>
      </p:grpSp>
      <p:sp>
        <p:nvSpPr>
          <p:cNvPr id="18" name="Text Box 2"/>
          <p:cNvSpPr>
            <a:spLocks noChangeArrowheads="1"/>
          </p:cNvSpPr>
          <p:nvPr/>
        </p:nvSpPr>
        <p:spPr bwMode="auto">
          <a:xfrm>
            <a:off x="900113" y="2459038"/>
            <a:ext cx="2879725" cy="400050"/>
          </a:xfrm>
          <a:prstGeom prst="homePlate">
            <a:avLst>
              <a:gd name="adj" fmla="val 50056"/>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buFont typeface="Arial" charset="0"/>
              <a:buNone/>
            </a:pPr>
            <a:r>
              <a:rPr lang="zh-CN" altLang="en-US" sz="2000">
                <a:solidFill>
                  <a:srgbClr val="FFFFFF"/>
                </a:solidFill>
                <a:latin typeface="微软雅黑" pitchFamily="34" charset="-122"/>
                <a:ea typeface="微软雅黑" pitchFamily="34" charset="-122"/>
              </a:rPr>
              <a:t>一、质点的动量定理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4578"/>
                                        </p:tgtEl>
                                        <p:attrNameLst>
                                          <p:attrName>style.visibility</p:attrName>
                                        </p:attrNameLst>
                                      </p:cBhvr>
                                      <p:to>
                                        <p:strVal val="visible"/>
                                      </p:to>
                                    </p:set>
                                    <p:anim calcmode="lin" valueType="num">
                                      <p:cBhvr>
                                        <p:cTn id="7" dur="500" fill="hold"/>
                                        <p:tgtEl>
                                          <p:spTgt spid="24578"/>
                                        </p:tgtEl>
                                        <p:attrNameLst>
                                          <p:attrName>ppt_w</p:attrName>
                                        </p:attrNameLst>
                                      </p:cBhvr>
                                      <p:tavLst>
                                        <p:tav tm="0">
                                          <p:val>
                                            <p:fltVal val="0"/>
                                          </p:val>
                                        </p:tav>
                                        <p:tav tm="100000">
                                          <p:val>
                                            <p:strVal val="#ppt_w"/>
                                          </p:val>
                                        </p:tav>
                                      </p:tavLst>
                                    </p:anim>
                                    <p:anim calcmode="lin" valueType="num">
                                      <p:cBhvr>
                                        <p:cTn id="8" dur="500" fill="hold"/>
                                        <p:tgtEl>
                                          <p:spTgt spid="24578"/>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24579"/>
                                        </p:tgtEl>
                                        <p:attrNameLst>
                                          <p:attrName>style.visibility</p:attrName>
                                        </p:attrNameLst>
                                      </p:cBhvr>
                                      <p:to>
                                        <p:strVal val="visible"/>
                                      </p:to>
                                    </p:set>
                                    <p:anim calcmode="lin" valueType="num">
                                      <p:cBhvr>
                                        <p:cTn id="18" dur="500" fill="hold"/>
                                        <p:tgtEl>
                                          <p:spTgt spid="24579"/>
                                        </p:tgtEl>
                                        <p:attrNameLst>
                                          <p:attrName>ppt_w</p:attrName>
                                        </p:attrNameLst>
                                      </p:cBhvr>
                                      <p:tavLst>
                                        <p:tav tm="0">
                                          <p:val>
                                            <p:fltVal val="0"/>
                                          </p:val>
                                        </p:tav>
                                        <p:tav tm="100000">
                                          <p:val>
                                            <p:strVal val="#ppt_w"/>
                                          </p:val>
                                        </p:tav>
                                      </p:tavLst>
                                    </p:anim>
                                    <p:anim calcmode="lin" valueType="num">
                                      <p:cBhvr>
                                        <p:cTn id="19" dur="500" fill="hold"/>
                                        <p:tgtEl>
                                          <p:spTgt spid="24579"/>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linds(horizontal)">
                                      <p:cBhvr>
                                        <p:cTn id="24" dur="500"/>
                                        <p:tgtEl>
                                          <p:spTgt spid="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wipe(down)">
                                      <p:cBhvr>
                                        <p:cTn id="29" dur="500"/>
                                        <p:tgtEl>
                                          <p:spTgt spid="1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3" presetClass="entr" presetSubtype="16" fill="hold" grpId="0" nodeType="clickEffect">
                                  <p:stCondLst>
                                    <p:cond delay="0"/>
                                  </p:stCondLst>
                                  <p:childTnLst>
                                    <p:set>
                                      <p:cBhvr>
                                        <p:cTn id="33" dur="1" fill="hold">
                                          <p:stCondLst>
                                            <p:cond delay="0"/>
                                          </p:stCondLst>
                                        </p:cTn>
                                        <p:tgtEl>
                                          <p:spTgt spid="24583"/>
                                        </p:tgtEl>
                                        <p:attrNameLst>
                                          <p:attrName>style.visibility</p:attrName>
                                        </p:attrNameLst>
                                      </p:cBhvr>
                                      <p:to>
                                        <p:strVal val="visible"/>
                                      </p:to>
                                    </p:set>
                                    <p:anim calcmode="lin" valueType="num">
                                      <p:cBhvr>
                                        <p:cTn id="34" dur="500" fill="hold"/>
                                        <p:tgtEl>
                                          <p:spTgt spid="24583"/>
                                        </p:tgtEl>
                                        <p:attrNameLst>
                                          <p:attrName>ppt_w</p:attrName>
                                        </p:attrNameLst>
                                      </p:cBhvr>
                                      <p:tavLst>
                                        <p:tav tm="0">
                                          <p:val>
                                            <p:fltVal val="0"/>
                                          </p:val>
                                        </p:tav>
                                        <p:tav tm="100000">
                                          <p:val>
                                            <p:strVal val="#ppt_w"/>
                                          </p:val>
                                        </p:tav>
                                      </p:tavLst>
                                    </p:anim>
                                    <p:anim calcmode="lin" valueType="num">
                                      <p:cBhvr>
                                        <p:cTn id="35" dur="500" fill="hold"/>
                                        <p:tgtEl>
                                          <p:spTgt spid="24583"/>
                                        </p:tgtEl>
                                        <p:attrNameLst>
                                          <p:attrName>ppt_h</p:attrName>
                                        </p:attrNameLst>
                                      </p:cBhvr>
                                      <p:tavLst>
                                        <p:tav tm="0">
                                          <p:val>
                                            <p:fltVal val="0"/>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24586"/>
                                        </p:tgtEl>
                                        <p:attrNameLst>
                                          <p:attrName>style.visibility</p:attrName>
                                        </p:attrNameLst>
                                      </p:cBhvr>
                                      <p:to>
                                        <p:strVal val="visible"/>
                                      </p:to>
                                    </p:set>
                                    <p:animEffect transition="in" filter="blinds(horizontal)">
                                      <p:cBhvr>
                                        <p:cTn id="40" dur="500"/>
                                        <p:tgtEl>
                                          <p:spTgt spid="2458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3" presetClass="entr" presetSubtype="16" fill="hold" nodeType="clickEffect">
                                  <p:stCondLst>
                                    <p:cond delay="0"/>
                                  </p:stCondLst>
                                  <p:childTnLst>
                                    <p:set>
                                      <p:cBhvr>
                                        <p:cTn id="44" dur="1" fill="hold">
                                          <p:stCondLst>
                                            <p:cond delay="0"/>
                                          </p:stCondLst>
                                        </p:cTn>
                                        <p:tgtEl>
                                          <p:spTgt spid="24584"/>
                                        </p:tgtEl>
                                        <p:attrNameLst>
                                          <p:attrName>style.visibility</p:attrName>
                                        </p:attrNameLst>
                                      </p:cBhvr>
                                      <p:to>
                                        <p:strVal val="visible"/>
                                      </p:to>
                                    </p:set>
                                    <p:anim calcmode="lin" valueType="num">
                                      <p:cBhvr>
                                        <p:cTn id="45" dur="500" fill="hold"/>
                                        <p:tgtEl>
                                          <p:spTgt spid="24584"/>
                                        </p:tgtEl>
                                        <p:attrNameLst>
                                          <p:attrName>ppt_w</p:attrName>
                                        </p:attrNameLst>
                                      </p:cBhvr>
                                      <p:tavLst>
                                        <p:tav tm="0">
                                          <p:val>
                                            <p:fltVal val="0"/>
                                          </p:val>
                                        </p:tav>
                                        <p:tav tm="100000">
                                          <p:val>
                                            <p:strVal val="#ppt_w"/>
                                          </p:val>
                                        </p:tav>
                                      </p:tavLst>
                                    </p:anim>
                                    <p:anim calcmode="lin" valueType="num">
                                      <p:cBhvr>
                                        <p:cTn id="46" dur="500" fill="hold"/>
                                        <p:tgtEl>
                                          <p:spTgt spid="2458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autoUpdateAnimBg="0"/>
      <p:bldP spid="24579" grpId="0" autoUpdateAnimBg="0"/>
      <p:bldP spid="24583" grpId="0" autoUpdateAnimBg="0"/>
      <p:bldP spid="1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044" name="Object 4"/>
          <p:cNvGraphicFramePr>
            <a:graphicFrameLocks noGrp="1" noChangeAspect="1"/>
          </p:cNvGraphicFramePr>
          <p:nvPr>
            <p:ph idx="4294967295"/>
          </p:nvPr>
        </p:nvGraphicFramePr>
        <p:xfrm>
          <a:off x="3059113" y="1235075"/>
          <a:ext cx="3111500" cy="666750"/>
        </p:xfrm>
        <a:graphic>
          <a:graphicData uri="http://schemas.openxmlformats.org/presentationml/2006/ole">
            <p:oleObj spid="_x0000_s34843" name="Equation" r:id="rId3" imgW="1244060" imgH="355446" progId="Equation.DSMT4">
              <p:embed/>
            </p:oleObj>
          </a:graphicData>
        </a:graphic>
      </p:graphicFrame>
      <p:sp>
        <p:nvSpPr>
          <p:cNvPr id="87046" name="Rectangle 6"/>
          <p:cNvSpPr>
            <a:spLocks noChangeArrowheads="1"/>
          </p:cNvSpPr>
          <p:nvPr/>
        </p:nvSpPr>
        <p:spPr bwMode="auto">
          <a:xfrm>
            <a:off x="2987675" y="1217613"/>
            <a:ext cx="1223963" cy="706437"/>
          </a:xfrm>
          <a:prstGeom prst="rect">
            <a:avLst/>
          </a:prstGeom>
          <a:noFill/>
          <a:ln w="38100" algn="ctr">
            <a:solidFill>
              <a:srgbClr val="0000CC"/>
            </a:solidFill>
            <a:miter lim="800000"/>
            <a:headEnd/>
            <a:tailEnd/>
          </a:ln>
          <a:extLst>
            <a:ext uri="{909E8E84-426E-40DD-AFC4-6F175D3DCCD1}">
              <a14:hiddenFill xmlns:a14="http://schemas.microsoft.com/office/drawing/2010/main" xmlns="">
                <a:solidFill>
                  <a:srgbClr val="FFFFFF"/>
                </a:solidFill>
              </a14:hiddenFill>
            </a:ext>
          </a:extLst>
        </p:spPr>
        <p:txBody>
          <a:bodyPr anchor="ctr">
            <a:spAutoFit/>
          </a:bodyPr>
          <a:lstStyle/>
          <a:p>
            <a:endParaRPr lang="zh-CN" altLang="en-US" sz="4000">
              <a:latin typeface="华文中宋" pitchFamily="2" charset="-122"/>
              <a:ea typeface="华文中宋" pitchFamily="2" charset="-122"/>
            </a:endParaRPr>
          </a:p>
        </p:txBody>
      </p:sp>
      <p:sp>
        <p:nvSpPr>
          <p:cNvPr id="87051" name="Rectangle 11"/>
          <p:cNvSpPr>
            <a:spLocks noChangeArrowheads="1"/>
          </p:cNvSpPr>
          <p:nvPr/>
        </p:nvSpPr>
        <p:spPr bwMode="auto">
          <a:xfrm>
            <a:off x="4457700" y="1335088"/>
            <a:ext cx="720725" cy="461962"/>
          </a:xfrm>
          <a:prstGeom prst="rect">
            <a:avLst/>
          </a:prstGeom>
          <a:noFill/>
          <a:ln w="38100" algn="ctr">
            <a:solidFill>
              <a:srgbClr val="0000CC"/>
            </a:solidFill>
            <a:miter lim="800000"/>
            <a:headEnd/>
            <a:tailEnd/>
          </a:ln>
          <a:extLst>
            <a:ext uri="{909E8E84-426E-40DD-AFC4-6F175D3DCCD1}">
              <a14:hiddenFill xmlns:a14="http://schemas.microsoft.com/office/drawing/2010/main" xmlns="">
                <a:solidFill>
                  <a:srgbClr val="FFFFFF"/>
                </a:solidFill>
              </a14:hiddenFill>
            </a:ext>
          </a:extLst>
        </p:spPr>
        <p:txBody>
          <a:bodyPr anchor="ctr">
            <a:spAutoFit/>
          </a:bodyPr>
          <a:lstStyle/>
          <a:p>
            <a:endParaRPr lang="zh-CN" altLang="en-US">
              <a:latin typeface="华文中宋" pitchFamily="2" charset="-122"/>
              <a:ea typeface="华文中宋" pitchFamily="2" charset="-122"/>
            </a:endParaRPr>
          </a:p>
        </p:txBody>
      </p:sp>
      <p:sp>
        <p:nvSpPr>
          <p:cNvPr id="87052" name="Text Box 12"/>
          <p:cNvSpPr txBox="1">
            <a:spLocks noChangeArrowheads="1"/>
          </p:cNvSpPr>
          <p:nvPr/>
        </p:nvSpPr>
        <p:spPr bwMode="auto">
          <a:xfrm>
            <a:off x="323850" y="1912938"/>
            <a:ext cx="7704138" cy="371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solidFill>
                  <a:schemeClr val="accent2"/>
                </a:solidFill>
                <a:latin typeface="华文中宋" pitchFamily="2" charset="-122"/>
                <a:ea typeface="华文中宋" pitchFamily="2" charset="-122"/>
              </a:rPr>
              <a:t>1</a:t>
            </a:r>
            <a:r>
              <a:rPr lang="zh-CN" altLang="en-US" sz="1800">
                <a:solidFill>
                  <a:schemeClr val="accent2"/>
                </a:solidFill>
                <a:latin typeface="华文中宋" pitchFamily="2" charset="-122"/>
                <a:ea typeface="华文中宋" pitchFamily="2" charset="-122"/>
              </a:rPr>
              <a:t>、冲量：</a:t>
            </a:r>
            <a:r>
              <a:rPr lang="zh-CN" altLang="en-US" sz="1800" u="sng">
                <a:solidFill>
                  <a:srgbClr val="FF0000"/>
                </a:solidFill>
                <a:latin typeface="华文中宋" pitchFamily="2" charset="-122"/>
                <a:ea typeface="华文中宋" pitchFamily="2" charset="-122"/>
              </a:rPr>
              <a:t>力对时间的积累，即力对时间的积分</a:t>
            </a:r>
            <a:endParaRPr lang="en-US" altLang="zh-CN" sz="1800" b="0" u="sng">
              <a:solidFill>
                <a:srgbClr val="FF0000"/>
              </a:solidFill>
              <a:latin typeface="华文中宋" pitchFamily="2" charset="-122"/>
              <a:ea typeface="华文中宋" pitchFamily="2" charset="-122"/>
            </a:endParaRPr>
          </a:p>
        </p:txBody>
      </p:sp>
      <p:graphicFrame>
        <p:nvGraphicFramePr>
          <p:cNvPr id="87055" name="Object 15"/>
          <p:cNvGraphicFramePr>
            <a:graphicFrameLocks noChangeAspect="1"/>
          </p:cNvGraphicFramePr>
          <p:nvPr/>
        </p:nvGraphicFramePr>
        <p:xfrm>
          <a:off x="3779838" y="2292350"/>
          <a:ext cx="1800225" cy="639763"/>
        </p:xfrm>
        <a:graphic>
          <a:graphicData uri="http://schemas.openxmlformats.org/presentationml/2006/ole">
            <p:oleObj spid="_x0000_s34844" name="Equation" r:id="rId4" imgW="698197" imgH="355446" progId="Equation.DSMT4">
              <p:embed/>
            </p:oleObj>
          </a:graphicData>
        </a:graphic>
      </p:graphicFrame>
      <p:graphicFrame>
        <p:nvGraphicFramePr>
          <p:cNvPr id="87056" name="Object 16"/>
          <p:cNvGraphicFramePr>
            <a:graphicFrameLocks noChangeAspect="1"/>
          </p:cNvGraphicFramePr>
          <p:nvPr/>
        </p:nvGraphicFramePr>
        <p:xfrm>
          <a:off x="3741738" y="3262313"/>
          <a:ext cx="2054225" cy="461962"/>
        </p:xfrm>
        <a:graphic>
          <a:graphicData uri="http://schemas.openxmlformats.org/presentationml/2006/ole">
            <p:oleObj spid="_x0000_s34845" name="Equation" r:id="rId5" imgW="850531" imgH="253890" progId="Equation.DSMT4">
              <p:embed/>
            </p:oleObj>
          </a:graphicData>
        </a:graphic>
      </p:graphicFrame>
      <p:sp>
        <p:nvSpPr>
          <p:cNvPr id="87057" name="Text Box 17"/>
          <p:cNvSpPr txBox="1">
            <a:spLocks noChangeArrowheads="1"/>
          </p:cNvSpPr>
          <p:nvPr/>
        </p:nvSpPr>
        <p:spPr bwMode="auto">
          <a:xfrm>
            <a:off x="655638" y="2859088"/>
            <a:ext cx="8488362" cy="369887"/>
          </a:xfrm>
          <a:prstGeom prst="rect">
            <a:avLst/>
          </a:prstGeom>
          <a:noFill/>
          <a:ln w="9525">
            <a:noFill/>
            <a:miter lim="800000"/>
            <a:headEnd/>
            <a:tailEnd/>
          </a:ln>
        </p:spPr>
        <p:txBody>
          <a:bodyPr>
            <a:spAutoFit/>
          </a:bodyPr>
          <a:lstStyle/>
          <a:p>
            <a:pPr algn="l">
              <a:defRPr/>
            </a:pPr>
            <a:r>
              <a:rPr lang="zh-CN" altLang="en-US" sz="1800" dirty="0">
                <a:latin typeface="+mj-lt"/>
                <a:ea typeface="华文中宋" pitchFamily="2" charset="-122"/>
              </a:rPr>
              <a:t>如果作用力</a:t>
            </a:r>
            <a:r>
              <a:rPr lang="en-US" altLang="zh-CN" sz="1800" i="1" dirty="0">
                <a:latin typeface="+mj-lt"/>
                <a:ea typeface="华文中宋" pitchFamily="2" charset="-122"/>
              </a:rPr>
              <a:t>F</a:t>
            </a:r>
            <a:r>
              <a:rPr lang="zh-CN" altLang="en-US" sz="1800" dirty="0">
                <a:latin typeface="+mj-lt"/>
                <a:ea typeface="华文中宋" pitchFamily="2" charset="-122"/>
              </a:rPr>
              <a:t>＝恒量，作用时间</a:t>
            </a:r>
            <a:r>
              <a:rPr lang="en-US" altLang="zh-CN" sz="1800" i="1" dirty="0">
                <a:latin typeface="+mj-lt"/>
                <a:ea typeface="华文中宋" pitchFamily="2" charset="-122"/>
              </a:rPr>
              <a:t>t</a:t>
            </a:r>
            <a:r>
              <a:rPr lang="en-US" altLang="zh-CN" sz="1800" baseline="-25000" dirty="0">
                <a:latin typeface="+mj-lt"/>
                <a:ea typeface="华文中宋" pitchFamily="2" charset="-122"/>
              </a:rPr>
              <a:t>1</a:t>
            </a:r>
            <a:r>
              <a:rPr lang="en-US" altLang="zh-CN" sz="1800" dirty="0">
                <a:latin typeface="+mj-lt"/>
                <a:ea typeface="华文中宋" pitchFamily="2" charset="-122"/>
                <a:sym typeface="Symbol" pitchFamily="18" charset="2"/>
              </a:rPr>
              <a:t></a:t>
            </a:r>
            <a:r>
              <a:rPr lang="en-US" altLang="zh-CN" sz="1800" i="1" dirty="0">
                <a:latin typeface="+mj-lt"/>
                <a:ea typeface="华文中宋" pitchFamily="2" charset="-122"/>
                <a:sym typeface="Symbol" pitchFamily="18" charset="2"/>
              </a:rPr>
              <a:t>t</a:t>
            </a:r>
            <a:r>
              <a:rPr lang="en-US" altLang="zh-CN" sz="1800" baseline="-25000" dirty="0">
                <a:latin typeface="+mj-lt"/>
                <a:ea typeface="华文中宋" pitchFamily="2" charset="-122"/>
                <a:sym typeface="Symbol" pitchFamily="18" charset="2"/>
              </a:rPr>
              <a:t>2</a:t>
            </a:r>
            <a:r>
              <a:rPr lang="zh-CN" altLang="en-US" sz="1800" baseline="-25000" dirty="0">
                <a:latin typeface="+mj-lt"/>
                <a:ea typeface="华文中宋" pitchFamily="2" charset="-122"/>
                <a:sym typeface="Symbol" pitchFamily="18" charset="2"/>
              </a:rPr>
              <a:t>，</a:t>
            </a:r>
            <a:r>
              <a:rPr lang="zh-CN" altLang="en-US" sz="1800" dirty="0">
                <a:latin typeface="+mj-lt"/>
                <a:ea typeface="华文中宋" pitchFamily="2" charset="-122"/>
              </a:rPr>
              <a:t>力对质点的冲量则为：</a:t>
            </a:r>
          </a:p>
        </p:txBody>
      </p:sp>
      <p:sp>
        <p:nvSpPr>
          <p:cNvPr id="87058" name="Text Box 18"/>
          <p:cNvSpPr txBox="1">
            <a:spLocks noChangeArrowheads="1"/>
          </p:cNvSpPr>
          <p:nvPr/>
        </p:nvSpPr>
        <p:spPr bwMode="auto">
          <a:xfrm>
            <a:off x="395288" y="3579813"/>
            <a:ext cx="7704137" cy="371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solidFill>
                  <a:schemeClr val="accent2"/>
                </a:solidFill>
                <a:latin typeface="华文中宋" pitchFamily="2" charset="-122"/>
                <a:ea typeface="华文中宋" pitchFamily="2" charset="-122"/>
              </a:rPr>
              <a:t>2</a:t>
            </a:r>
            <a:r>
              <a:rPr lang="zh-CN" altLang="en-US" sz="1800">
                <a:solidFill>
                  <a:schemeClr val="accent2"/>
                </a:solidFill>
                <a:latin typeface="华文中宋" pitchFamily="2" charset="-122"/>
                <a:ea typeface="华文中宋" pitchFamily="2" charset="-122"/>
              </a:rPr>
              <a:t>、动量：</a:t>
            </a:r>
            <a:r>
              <a:rPr lang="zh-CN" altLang="en-US" sz="1800" u="sng">
                <a:solidFill>
                  <a:srgbClr val="FF0000"/>
                </a:solidFill>
                <a:latin typeface="华文中宋" pitchFamily="2" charset="-122"/>
                <a:ea typeface="华文中宋" pitchFamily="2" charset="-122"/>
              </a:rPr>
              <a:t>物体的运动量的量度</a:t>
            </a:r>
            <a:endParaRPr lang="zh-CN" altLang="en-US" sz="1800" b="0" u="sng">
              <a:solidFill>
                <a:srgbClr val="FF0000"/>
              </a:solidFill>
              <a:latin typeface="华文中宋" pitchFamily="2" charset="-122"/>
              <a:ea typeface="华文中宋" pitchFamily="2" charset="-122"/>
            </a:endParaRPr>
          </a:p>
        </p:txBody>
      </p:sp>
      <p:grpSp>
        <p:nvGrpSpPr>
          <p:cNvPr id="2" name="Group 25"/>
          <p:cNvGrpSpPr>
            <a:grpSpLocks/>
          </p:cNvGrpSpPr>
          <p:nvPr/>
        </p:nvGrpSpPr>
        <p:grpSpPr bwMode="auto">
          <a:xfrm>
            <a:off x="1960563" y="3940175"/>
            <a:ext cx="5059362" cy="385763"/>
            <a:chOff x="1208" y="3493"/>
            <a:chExt cx="3187" cy="325"/>
          </a:xfrm>
        </p:grpSpPr>
        <p:sp>
          <p:nvSpPr>
            <p:cNvPr id="34830" name="Text Box 21"/>
            <p:cNvSpPr txBox="1">
              <a:spLocks noChangeArrowheads="1"/>
            </p:cNvSpPr>
            <p:nvPr/>
          </p:nvSpPr>
          <p:spPr bwMode="auto">
            <a:xfrm>
              <a:off x="1208" y="3505"/>
              <a:ext cx="3187" cy="3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sym typeface="Monotype Sorts" pitchFamily="2" charset="2"/>
                </a:rPr>
                <a:t>动量	         是矢量，方向与    同</a:t>
              </a:r>
              <a:endParaRPr lang="zh-CN" altLang="en-US" sz="1800">
                <a:latin typeface="华文中宋" pitchFamily="2" charset="-122"/>
                <a:ea typeface="华文中宋" pitchFamily="2" charset="-122"/>
              </a:endParaRPr>
            </a:p>
          </p:txBody>
        </p:sp>
        <p:graphicFrame>
          <p:nvGraphicFramePr>
            <p:cNvPr id="34831" name="Object 22"/>
            <p:cNvGraphicFramePr>
              <a:graphicFrameLocks noChangeAspect="1"/>
            </p:cNvGraphicFramePr>
            <p:nvPr/>
          </p:nvGraphicFramePr>
          <p:xfrm>
            <a:off x="1583" y="3493"/>
            <a:ext cx="742" cy="283"/>
          </p:xfrm>
          <a:graphic>
            <a:graphicData uri="http://schemas.openxmlformats.org/presentationml/2006/ole">
              <p:oleObj spid="_x0000_s34846" name="Equation" r:id="rId6" imgW="520474" imgH="215806" progId="Equation.DSMT4">
                <p:embed/>
              </p:oleObj>
            </a:graphicData>
          </a:graphic>
        </p:graphicFrame>
        <p:graphicFrame>
          <p:nvGraphicFramePr>
            <p:cNvPr id="34832" name="Object 23"/>
            <p:cNvGraphicFramePr>
              <a:graphicFrameLocks noChangeAspect="1"/>
            </p:cNvGraphicFramePr>
            <p:nvPr/>
          </p:nvGraphicFramePr>
          <p:xfrm>
            <a:off x="3257" y="3537"/>
            <a:ext cx="186" cy="260"/>
          </p:xfrm>
          <a:graphic>
            <a:graphicData uri="http://schemas.openxmlformats.org/presentationml/2006/ole">
              <p:oleObj spid="_x0000_s34847" name="Equation" r:id="rId7" imgW="126890" imgH="190335" progId="Equation.DSMT4">
                <p:embed/>
              </p:oleObj>
            </a:graphicData>
          </a:graphic>
        </p:graphicFrame>
      </p:grpSp>
      <p:sp>
        <p:nvSpPr>
          <p:cNvPr id="87064" name="Text Box 24"/>
          <p:cNvSpPr txBox="1">
            <a:spLocks noChangeArrowheads="1"/>
          </p:cNvSpPr>
          <p:nvPr/>
        </p:nvSpPr>
        <p:spPr bwMode="auto">
          <a:xfrm>
            <a:off x="1908175" y="4356100"/>
            <a:ext cx="5667375" cy="371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sym typeface="Monotype Sorts" pitchFamily="2" charset="2"/>
              </a:rPr>
              <a:t>动量是相对量，与参照系的选择有关	</a:t>
            </a:r>
          </a:p>
        </p:txBody>
      </p:sp>
      <p:sp>
        <p:nvSpPr>
          <p:cNvPr id="34828" name="Text Box 26"/>
          <p:cNvSpPr txBox="1">
            <a:spLocks noChangeArrowheads="1"/>
          </p:cNvSpPr>
          <p:nvPr/>
        </p:nvSpPr>
        <p:spPr bwMode="auto">
          <a:xfrm>
            <a:off x="679450" y="842963"/>
            <a:ext cx="7534275" cy="371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CC"/>
                </a:solidFill>
                <a:latin typeface="华文中宋" pitchFamily="2" charset="-122"/>
                <a:ea typeface="华文中宋" pitchFamily="2" charset="-122"/>
              </a:rPr>
              <a:t>动量定理：</a:t>
            </a:r>
            <a:r>
              <a:rPr lang="zh-CN" altLang="en-US" sz="1800" u="sng">
                <a:solidFill>
                  <a:srgbClr val="FF0000"/>
                </a:solidFill>
                <a:latin typeface="华文中宋" pitchFamily="2" charset="-122"/>
                <a:ea typeface="华文中宋" pitchFamily="2" charset="-122"/>
              </a:rPr>
              <a:t>物体所受外力的冲量等于物体的动量的增量</a:t>
            </a:r>
          </a:p>
        </p:txBody>
      </p:sp>
      <p:sp>
        <p:nvSpPr>
          <p:cNvPr id="87067" name="Rectangle 27"/>
          <p:cNvSpPr>
            <a:spLocks noChangeArrowheads="1"/>
          </p:cNvSpPr>
          <p:nvPr/>
        </p:nvSpPr>
        <p:spPr bwMode="auto">
          <a:xfrm>
            <a:off x="5437188" y="1336675"/>
            <a:ext cx="719137" cy="461963"/>
          </a:xfrm>
          <a:prstGeom prst="rect">
            <a:avLst/>
          </a:prstGeom>
          <a:noFill/>
          <a:ln w="38100" algn="ctr">
            <a:solidFill>
              <a:srgbClr val="0000CC"/>
            </a:solidFill>
            <a:miter lim="800000"/>
            <a:headEnd/>
            <a:tailEnd/>
          </a:ln>
          <a:extLst>
            <a:ext uri="{909E8E84-426E-40DD-AFC4-6F175D3DCCD1}">
              <a14:hiddenFill xmlns:a14="http://schemas.microsoft.com/office/drawing/2010/main" xmlns="">
                <a:solidFill>
                  <a:srgbClr val="FFFFFF"/>
                </a:solidFill>
              </a14:hiddenFill>
            </a:ext>
          </a:extLst>
        </p:spPr>
        <p:txBody>
          <a:bodyPr anchor="ctr">
            <a:spAutoFit/>
          </a:bodyPr>
          <a:lstStyle/>
          <a:p>
            <a:endParaRPr lang="zh-CN" altLang="en-US">
              <a:latin typeface="华文中宋" pitchFamily="2" charset="-122"/>
              <a:ea typeface="华文中宋"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87044"/>
                                        </p:tgtEl>
                                        <p:attrNameLst>
                                          <p:attrName>style.visibility</p:attrName>
                                        </p:attrNameLst>
                                      </p:cBhvr>
                                      <p:to>
                                        <p:strVal val="visible"/>
                                      </p:to>
                                    </p:set>
                                    <p:anim calcmode="lin" valueType="num">
                                      <p:cBhvr>
                                        <p:cTn id="7" dur="500" fill="hold"/>
                                        <p:tgtEl>
                                          <p:spTgt spid="87044"/>
                                        </p:tgtEl>
                                        <p:attrNameLst>
                                          <p:attrName>ppt_w</p:attrName>
                                        </p:attrNameLst>
                                      </p:cBhvr>
                                      <p:tavLst>
                                        <p:tav tm="0">
                                          <p:val>
                                            <p:fltVal val="0"/>
                                          </p:val>
                                        </p:tav>
                                        <p:tav tm="100000">
                                          <p:val>
                                            <p:strVal val="#ppt_w"/>
                                          </p:val>
                                        </p:tav>
                                      </p:tavLst>
                                    </p:anim>
                                    <p:anim calcmode="lin" valueType="num">
                                      <p:cBhvr>
                                        <p:cTn id="8" dur="500" fill="hold"/>
                                        <p:tgtEl>
                                          <p:spTgt spid="87044"/>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87046"/>
                                        </p:tgtEl>
                                        <p:attrNameLst>
                                          <p:attrName>style.visibility</p:attrName>
                                        </p:attrNameLst>
                                      </p:cBhvr>
                                      <p:to>
                                        <p:strVal val="visible"/>
                                      </p:to>
                                    </p:set>
                                    <p:animEffect transition="in" filter="blinds(horizontal)">
                                      <p:cBhvr>
                                        <p:cTn id="13" dur="500"/>
                                        <p:tgtEl>
                                          <p:spTgt spid="87046"/>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87051"/>
                                        </p:tgtEl>
                                        <p:attrNameLst>
                                          <p:attrName>style.visibility</p:attrName>
                                        </p:attrNameLst>
                                      </p:cBhvr>
                                      <p:to>
                                        <p:strVal val="visible"/>
                                      </p:to>
                                    </p:set>
                                    <p:animEffect transition="in" filter="blinds(horizontal)">
                                      <p:cBhvr>
                                        <p:cTn id="16" dur="500"/>
                                        <p:tgtEl>
                                          <p:spTgt spid="87051"/>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87067"/>
                                        </p:tgtEl>
                                        <p:attrNameLst>
                                          <p:attrName>style.visibility</p:attrName>
                                        </p:attrNameLst>
                                      </p:cBhvr>
                                      <p:to>
                                        <p:strVal val="visible"/>
                                      </p:to>
                                    </p:set>
                                    <p:animEffect transition="in" filter="blinds(horizontal)">
                                      <p:cBhvr>
                                        <p:cTn id="19" dur="500"/>
                                        <p:tgtEl>
                                          <p:spTgt spid="8706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3" presetClass="entr" presetSubtype="272" fill="hold" grpId="0" nodeType="clickEffect">
                                  <p:stCondLst>
                                    <p:cond delay="0"/>
                                  </p:stCondLst>
                                  <p:childTnLst>
                                    <p:set>
                                      <p:cBhvr>
                                        <p:cTn id="23" dur="1" fill="hold">
                                          <p:stCondLst>
                                            <p:cond delay="0"/>
                                          </p:stCondLst>
                                        </p:cTn>
                                        <p:tgtEl>
                                          <p:spTgt spid="87052"/>
                                        </p:tgtEl>
                                        <p:attrNameLst>
                                          <p:attrName>style.visibility</p:attrName>
                                        </p:attrNameLst>
                                      </p:cBhvr>
                                      <p:to>
                                        <p:strVal val="visible"/>
                                      </p:to>
                                    </p:set>
                                    <p:anim calcmode="lin" valueType="num">
                                      <p:cBhvr>
                                        <p:cTn id="24" dur="500" fill="hold"/>
                                        <p:tgtEl>
                                          <p:spTgt spid="87052"/>
                                        </p:tgtEl>
                                        <p:attrNameLst>
                                          <p:attrName>ppt_w</p:attrName>
                                        </p:attrNameLst>
                                      </p:cBhvr>
                                      <p:tavLst>
                                        <p:tav tm="0">
                                          <p:val>
                                            <p:strVal val="2/3*#ppt_w"/>
                                          </p:val>
                                        </p:tav>
                                        <p:tav tm="100000">
                                          <p:val>
                                            <p:strVal val="#ppt_w"/>
                                          </p:val>
                                        </p:tav>
                                      </p:tavLst>
                                    </p:anim>
                                    <p:anim calcmode="lin" valueType="num">
                                      <p:cBhvr>
                                        <p:cTn id="25" dur="500" fill="hold"/>
                                        <p:tgtEl>
                                          <p:spTgt spid="87052"/>
                                        </p:tgtEl>
                                        <p:attrNameLst>
                                          <p:attrName>ppt_h</p:attrName>
                                        </p:attrNameLst>
                                      </p:cBhvr>
                                      <p:tavLst>
                                        <p:tav tm="0">
                                          <p:val>
                                            <p:strVal val="2/3*#ppt_h"/>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87055"/>
                                        </p:tgtEl>
                                        <p:attrNameLst>
                                          <p:attrName>style.visibility</p:attrName>
                                        </p:attrNameLst>
                                      </p:cBhvr>
                                      <p:to>
                                        <p:strVal val="visible"/>
                                      </p:to>
                                    </p:set>
                                    <p:animEffect transition="in" filter="blinds(horizontal)">
                                      <p:cBhvr>
                                        <p:cTn id="30" dur="500"/>
                                        <p:tgtEl>
                                          <p:spTgt spid="8705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3" presetClass="entr" presetSubtype="16" fill="hold" grpId="0" nodeType="clickEffect">
                                  <p:stCondLst>
                                    <p:cond delay="0"/>
                                  </p:stCondLst>
                                  <p:childTnLst>
                                    <p:set>
                                      <p:cBhvr>
                                        <p:cTn id="34" dur="1" fill="hold">
                                          <p:stCondLst>
                                            <p:cond delay="0"/>
                                          </p:stCondLst>
                                        </p:cTn>
                                        <p:tgtEl>
                                          <p:spTgt spid="87057"/>
                                        </p:tgtEl>
                                        <p:attrNameLst>
                                          <p:attrName>style.visibility</p:attrName>
                                        </p:attrNameLst>
                                      </p:cBhvr>
                                      <p:to>
                                        <p:strVal val="visible"/>
                                      </p:to>
                                    </p:set>
                                    <p:anim calcmode="lin" valueType="num">
                                      <p:cBhvr>
                                        <p:cTn id="35" dur="500" fill="hold"/>
                                        <p:tgtEl>
                                          <p:spTgt spid="87057"/>
                                        </p:tgtEl>
                                        <p:attrNameLst>
                                          <p:attrName>ppt_w</p:attrName>
                                        </p:attrNameLst>
                                      </p:cBhvr>
                                      <p:tavLst>
                                        <p:tav tm="0">
                                          <p:val>
                                            <p:fltVal val="0"/>
                                          </p:val>
                                        </p:tav>
                                        <p:tav tm="100000">
                                          <p:val>
                                            <p:strVal val="#ppt_w"/>
                                          </p:val>
                                        </p:tav>
                                      </p:tavLst>
                                    </p:anim>
                                    <p:anim calcmode="lin" valueType="num">
                                      <p:cBhvr>
                                        <p:cTn id="36" dur="500" fill="hold"/>
                                        <p:tgtEl>
                                          <p:spTgt spid="87057"/>
                                        </p:tgtEl>
                                        <p:attrNameLst>
                                          <p:attrName>ppt_h</p:attrName>
                                        </p:attrNameLst>
                                      </p:cBhvr>
                                      <p:tavLst>
                                        <p:tav tm="0">
                                          <p:val>
                                            <p:fltVal val="0"/>
                                          </p:val>
                                        </p:tav>
                                        <p:tav tm="100000">
                                          <p:val>
                                            <p:strVal val="#ppt_h"/>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3" presetClass="entr" presetSubtype="16" fill="hold" nodeType="clickEffect">
                                  <p:stCondLst>
                                    <p:cond delay="0"/>
                                  </p:stCondLst>
                                  <p:childTnLst>
                                    <p:set>
                                      <p:cBhvr>
                                        <p:cTn id="40" dur="1" fill="hold">
                                          <p:stCondLst>
                                            <p:cond delay="0"/>
                                          </p:stCondLst>
                                        </p:cTn>
                                        <p:tgtEl>
                                          <p:spTgt spid="87056"/>
                                        </p:tgtEl>
                                        <p:attrNameLst>
                                          <p:attrName>style.visibility</p:attrName>
                                        </p:attrNameLst>
                                      </p:cBhvr>
                                      <p:to>
                                        <p:strVal val="visible"/>
                                      </p:to>
                                    </p:set>
                                    <p:anim calcmode="lin" valueType="num">
                                      <p:cBhvr>
                                        <p:cTn id="41" dur="500" fill="hold"/>
                                        <p:tgtEl>
                                          <p:spTgt spid="87056"/>
                                        </p:tgtEl>
                                        <p:attrNameLst>
                                          <p:attrName>ppt_w</p:attrName>
                                        </p:attrNameLst>
                                      </p:cBhvr>
                                      <p:tavLst>
                                        <p:tav tm="0">
                                          <p:val>
                                            <p:fltVal val="0"/>
                                          </p:val>
                                        </p:tav>
                                        <p:tav tm="100000">
                                          <p:val>
                                            <p:strVal val="#ppt_w"/>
                                          </p:val>
                                        </p:tav>
                                      </p:tavLst>
                                    </p:anim>
                                    <p:anim calcmode="lin" valueType="num">
                                      <p:cBhvr>
                                        <p:cTn id="42" dur="500" fill="hold"/>
                                        <p:tgtEl>
                                          <p:spTgt spid="87056"/>
                                        </p:tgtEl>
                                        <p:attrNameLst>
                                          <p:attrName>ppt_h</p:attrName>
                                        </p:attrNameLst>
                                      </p:cBhvr>
                                      <p:tavLst>
                                        <p:tav tm="0">
                                          <p:val>
                                            <p:fltVal val="0"/>
                                          </p:val>
                                        </p:tav>
                                        <p:tav tm="100000">
                                          <p:val>
                                            <p:strVal val="#ppt_h"/>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272" fill="hold" grpId="0" nodeType="clickEffect">
                                  <p:stCondLst>
                                    <p:cond delay="0"/>
                                  </p:stCondLst>
                                  <p:childTnLst>
                                    <p:set>
                                      <p:cBhvr>
                                        <p:cTn id="46" dur="1" fill="hold">
                                          <p:stCondLst>
                                            <p:cond delay="0"/>
                                          </p:stCondLst>
                                        </p:cTn>
                                        <p:tgtEl>
                                          <p:spTgt spid="87058"/>
                                        </p:tgtEl>
                                        <p:attrNameLst>
                                          <p:attrName>style.visibility</p:attrName>
                                        </p:attrNameLst>
                                      </p:cBhvr>
                                      <p:to>
                                        <p:strVal val="visible"/>
                                      </p:to>
                                    </p:set>
                                    <p:anim calcmode="lin" valueType="num">
                                      <p:cBhvr>
                                        <p:cTn id="47" dur="500" fill="hold"/>
                                        <p:tgtEl>
                                          <p:spTgt spid="87058"/>
                                        </p:tgtEl>
                                        <p:attrNameLst>
                                          <p:attrName>ppt_w</p:attrName>
                                        </p:attrNameLst>
                                      </p:cBhvr>
                                      <p:tavLst>
                                        <p:tav tm="0">
                                          <p:val>
                                            <p:strVal val="2/3*#ppt_w"/>
                                          </p:val>
                                        </p:tav>
                                        <p:tav tm="100000">
                                          <p:val>
                                            <p:strVal val="#ppt_w"/>
                                          </p:val>
                                        </p:tav>
                                      </p:tavLst>
                                    </p:anim>
                                    <p:anim calcmode="lin" valueType="num">
                                      <p:cBhvr>
                                        <p:cTn id="48" dur="500" fill="hold"/>
                                        <p:tgtEl>
                                          <p:spTgt spid="87058"/>
                                        </p:tgtEl>
                                        <p:attrNameLst>
                                          <p:attrName>ppt_h</p:attrName>
                                        </p:attrNameLst>
                                      </p:cBhvr>
                                      <p:tavLst>
                                        <p:tav tm="0">
                                          <p:val>
                                            <p:strVal val="2/3*#ppt_h"/>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10" fill="hold" nodeType="clickEffect">
                                  <p:stCondLst>
                                    <p:cond delay="0"/>
                                  </p:stCondLst>
                                  <p:childTnLst>
                                    <p:set>
                                      <p:cBhvr>
                                        <p:cTn id="52" dur="1" fill="hold">
                                          <p:stCondLst>
                                            <p:cond delay="0"/>
                                          </p:stCondLst>
                                        </p:cTn>
                                        <p:tgtEl>
                                          <p:spTgt spid="2"/>
                                        </p:tgtEl>
                                        <p:attrNameLst>
                                          <p:attrName>style.visibility</p:attrName>
                                        </p:attrNameLst>
                                      </p:cBhvr>
                                      <p:to>
                                        <p:strVal val="visible"/>
                                      </p:to>
                                    </p:set>
                                    <p:animEffect transition="in" filter="blinds(horizontal)">
                                      <p:cBhvr>
                                        <p:cTn id="53" dur="500"/>
                                        <p:tgtEl>
                                          <p:spTgt spid="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3" presetClass="entr" presetSubtype="272" fill="hold" grpId="0" nodeType="clickEffect">
                                  <p:stCondLst>
                                    <p:cond delay="0"/>
                                  </p:stCondLst>
                                  <p:childTnLst>
                                    <p:set>
                                      <p:cBhvr>
                                        <p:cTn id="57" dur="1" fill="hold">
                                          <p:stCondLst>
                                            <p:cond delay="0"/>
                                          </p:stCondLst>
                                        </p:cTn>
                                        <p:tgtEl>
                                          <p:spTgt spid="87064"/>
                                        </p:tgtEl>
                                        <p:attrNameLst>
                                          <p:attrName>style.visibility</p:attrName>
                                        </p:attrNameLst>
                                      </p:cBhvr>
                                      <p:to>
                                        <p:strVal val="visible"/>
                                      </p:to>
                                    </p:set>
                                    <p:anim calcmode="lin" valueType="num">
                                      <p:cBhvr>
                                        <p:cTn id="58" dur="500" fill="hold"/>
                                        <p:tgtEl>
                                          <p:spTgt spid="87064"/>
                                        </p:tgtEl>
                                        <p:attrNameLst>
                                          <p:attrName>ppt_w</p:attrName>
                                        </p:attrNameLst>
                                      </p:cBhvr>
                                      <p:tavLst>
                                        <p:tav tm="0">
                                          <p:val>
                                            <p:strVal val="2/3*#ppt_w"/>
                                          </p:val>
                                        </p:tav>
                                        <p:tav tm="100000">
                                          <p:val>
                                            <p:strVal val="#ppt_w"/>
                                          </p:val>
                                        </p:tav>
                                      </p:tavLst>
                                    </p:anim>
                                    <p:anim calcmode="lin" valueType="num">
                                      <p:cBhvr>
                                        <p:cTn id="59" dur="500" fill="hold"/>
                                        <p:tgtEl>
                                          <p:spTgt spid="87064"/>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6" grpId="0" animBg="1"/>
      <p:bldP spid="87051" grpId="0" animBg="1"/>
      <p:bldP spid="87052" grpId="0" autoUpdateAnimBg="0"/>
      <p:bldP spid="87057" grpId="0" autoUpdateAnimBg="0"/>
      <p:bldP spid="87058" grpId="0" autoUpdateAnimBg="0"/>
      <p:bldP spid="87064" grpId="0" autoUpdateAnimBg="0"/>
      <p:bldP spid="8706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3" name="Text Box 9"/>
          <p:cNvSpPr txBox="1">
            <a:spLocks noChangeArrowheads="1"/>
          </p:cNvSpPr>
          <p:nvPr/>
        </p:nvSpPr>
        <p:spPr bwMode="auto">
          <a:xfrm>
            <a:off x="323850" y="1000125"/>
            <a:ext cx="52578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spcBef>
                <a:spcPct val="50000"/>
              </a:spcBef>
            </a:pPr>
            <a:r>
              <a:rPr lang="en-US" altLang="zh-CN" sz="1800">
                <a:solidFill>
                  <a:srgbClr val="0000CC"/>
                </a:solidFill>
                <a:latin typeface="华文中宋" pitchFamily="2" charset="-122"/>
                <a:ea typeface="华文中宋" pitchFamily="2" charset="-122"/>
              </a:rPr>
              <a:t>3</a:t>
            </a:r>
            <a:r>
              <a:rPr lang="zh-CN" altLang="en-US" sz="1800">
                <a:solidFill>
                  <a:srgbClr val="0000CC"/>
                </a:solidFill>
                <a:latin typeface="华文中宋" pitchFamily="2" charset="-122"/>
                <a:ea typeface="华文中宋" pitchFamily="2" charset="-122"/>
              </a:rPr>
              <a:t>、在直角坐标系中的分量式</a:t>
            </a:r>
          </a:p>
        </p:txBody>
      </p:sp>
      <p:graphicFrame>
        <p:nvGraphicFramePr>
          <p:cNvPr id="26634" name="Object 10"/>
          <p:cNvGraphicFramePr>
            <a:graphicFrameLocks noChangeAspect="1"/>
          </p:cNvGraphicFramePr>
          <p:nvPr/>
        </p:nvGraphicFramePr>
        <p:xfrm>
          <a:off x="2397125" y="1539875"/>
          <a:ext cx="4710113" cy="2327275"/>
        </p:xfrm>
        <a:graphic>
          <a:graphicData uri="http://schemas.openxmlformats.org/presentationml/2006/ole">
            <p:oleObj spid="_x0000_s35846" name="Equation" r:id="rId3" imgW="1625600" imgH="10922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6633"/>
                                        </p:tgtEl>
                                        <p:attrNameLst>
                                          <p:attrName>style.visibility</p:attrName>
                                        </p:attrNameLst>
                                      </p:cBhvr>
                                      <p:to>
                                        <p:strVal val="visible"/>
                                      </p:to>
                                    </p:set>
                                    <p:animEffect transition="in" filter="box(in)">
                                      <p:cBhvr>
                                        <p:cTn id="7" dur="500"/>
                                        <p:tgtEl>
                                          <p:spTgt spid="266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6634"/>
                                        </p:tgtEl>
                                        <p:attrNameLst>
                                          <p:attrName>style.visibility</p:attrName>
                                        </p:attrNameLst>
                                      </p:cBhvr>
                                      <p:to>
                                        <p:strVal val="visible"/>
                                      </p:to>
                                    </p:set>
                                    <p:animEffect transition="in" filter="box(in)">
                                      <p:cBhvr>
                                        <p:cTn id="12" dur="500"/>
                                        <p:tgtEl>
                                          <p:spTgt spid="266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3"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677863" y="1625600"/>
            <a:ext cx="202247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solidFill>
                  <a:srgbClr val="000000"/>
                </a:solidFill>
                <a:latin typeface="华文中宋" pitchFamily="2" charset="-122"/>
                <a:ea typeface="华文中宋" pitchFamily="2" charset="-122"/>
              </a:rPr>
              <a:t>平均冲力概念</a:t>
            </a:r>
            <a:endParaRPr lang="zh-CN" altLang="en-US" sz="1800">
              <a:latin typeface="华文中宋" pitchFamily="2" charset="-122"/>
              <a:ea typeface="华文中宋" pitchFamily="2" charset="-122"/>
            </a:endParaRPr>
          </a:p>
        </p:txBody>
      </p:sp>
      <p:graphicFrame>
        <p:nvGraphicFramePr>
          <p:cNvPr id="27651" name="Object 3"/>
          <p:cNvGraphicFramePr>
            <a:graphicFrameLocks noChangeAspect="1"/>
          </p:cNvGraphicFramePr>
          <p:nvPr/>
        </p:nvGraphicFramePr>
        <p:xfrm>
          <a:off x="685800" y="2024063"/>
          <a:ext cx="2317750" cy="671512"/>
        </p:xfrm>
        <a:graphic>
          <a:graphicData uri="http://schemas.openxmlformats.org/presentationml/2006/ole">
            <p:oleObj spid="_x0000_s36898" name="Equation" r:id="rId3" imgW="1104900" imgH="431800" progId="Equation.DSMT4">
              <p:embed/>
            </p:oleObj>
          </a:graphicData>
        </a:graphic>
      </p:graphicFrame>
      <p:sp>
        <p:nvSpPr>
          <p:cNvPr id="27652" name="Text Box 4"/>
          <p:cNvSpPr txBox="1">
            <a:spLocks noChangeArrowheads="1"/>
          </p:cNvSpPr>
          <p:nvPr/>
        </p:nvSpPr>
        <p:spPr bwMode="auto">
          <a:xfrm>
            <a:off x="254000" y="1193800"/>
            <a:ext cx="294163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solidFill>
                  <a:srgbClr val="000000"/>
                </a:solidFill>
                <a:latin typeface="华文中宋" pitchFamily="2" charset="-122"/>
                <a:ea typeface="华文中宋" pitchFamily="2" charset="-122"/>
              </a:rPr>
              <a:t>１）峰值冲力的估算</a:t>
            </a:r>
          </a:p>
        </p:txBody>
      </p:sp>
      <p:grpSp>
        <p:nvGrpSpPr>
          <p:cNvPr id="2" name="Group 5"/>
          <p:cNvGrpSpPr>
            <a:grpSpLocks/>
          </p:cNvGrpSpPr>
          <p:nvPr/>
        </p:nvGrpSpPr>
        <p:grpSpPr bwMode="auto">
          <a:xfrm>
            <a:off x="5435600" y="842963"/>
            <a:ext cx="3476625" cy="1862137"/>
            <a:chOff x="0" y="144"/>
            <a:chExt cx="2208" cy="2065"/>
          </a:xfrm>
        </p:grpSpPr>
        <p:sp>
          <p:nvSpPr>
            <p:cNvPr id="36876" name="Rectangle 6"/>
            <p:cNvSpPr>
              <a:spLocks noChangeArrowheads="1"/>
            </p:cNvSpPr>
            <p:nvPr/>
          </p:nvSpPr>
          <p:spPr bwMode="auto">
            <a:xfrm>
              <a:off x="0" y="803"/>
              <a:ext cx="2208" cy="410"/>
            </a:xfrm>
            <a:prstGeom prst="rect">
              <a:avLst/>
            </a:prstGeom>
            <a:gradFill rotWithShape="0">
              <a:gsLst>
                <a:gs pos="0">
                  <a:srgbClr val="D1C39F"/>
                </a:gs>
                <a:gs pos="17500">
                  <a:srgbClr val="F0EBD5"/>
                </a:gs>
                <a:gs pos="50000">
                  <a:srgbClr val="FFEFD1"/>
                </a:gs>
                <a:gs pos="82500">
                  <a:srgbClr val="F0EBD5"/>
                </a:gs>
                <a:gs pos="100000">
                  <a:srgbClr val="D1C39F"/>
                </a:gs>
              </a:gsLst>
              <a:lin ang="1890000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endParaRPr lang="zh-CN" altLang="en-US"/>
            </a:p>
          </p:txBody>
        </p:sp>
        <p:grpSp>
          <p:nvGrpSpPr>
            <p:cNvPr id="36877" name="Group 7"/>
            <p:cNvGrpSpPr>
              <a:grpSpLocks/>
            </p:cNvGrpSpPr>
            <p:nvPr/>
          </p:nvGrpSpPr>
          <p:grpSpPr bwMode="auto">
            <a:xfrm>
              <a:off x="91" y="144"/>
              <a:ext cx="2014" cy="2065"/>
              <a:chOff x="-53" y="0"/>
              <a:chExt cx="2014" cy="2065"/>
            </a:xfrm>
          </p:grpSpPr>
          <p:grpSp>
            <p:nvGrpSpPr>
              <p:cNvPr id="36878" name="Group 8"/>
              <p:cNvGrpSpPr>
                <a:grpSpLocks/>
              </p:cNvGrpSpPr>
              <p:nvPr/>
            </p:nvGrpSpPr>
            <p:grpSpPr bwMode="auto">
              <a:xfrm>
                <a:off x="148" y="0"/>
                <a:ext cx="1765" cy="1576"/>
                <a:chOff x="0" y="0"/>
                <a:chExt cx="2004" cy="1788"/>
              </a:xfrm>
            </p:grpSpPr>
            <p:sp>
              <p:nvSpPr>
                <p:cNvPr id="36885" name="Line 9"/>
                <p:cNvSpPr>
                  <a:spLocks noChangeShapeType="1"/>
                </p:cNvSpPr>
                <p:nvPr/>
              </p:nvSpPr>
              <p:spPr bwMode="auto">
                <a:xfrm>
                  <a:off x="0" y="1776"/>
                  <a:ext cx="2004" cy="0"/>
                </a:xfrm>
                <a:prstGeom prst="line">
                  <a:avLst/>
                </a:prstGeom>
                <a:noFill/>
                <a:ln w="19050">
                  <a:solidFill>
                    <a:srgbClr val="000000"/>
                  </a:solidFill>
                  <a:round/>
                  <a:headEnd/>
                  <a:tailEnd type="triangle" w="sm" len="med"/>
                </a:ln>
                <a:extLst>
                  <a:ext uri="{909E8E84-426E-40DD-AFC4-6F175D3DCCD1}">
                    <a14:hiddenFill xmlns:a14="http://schemas.microsoft.com/office/drawing/2010/main" xmlns="">
                      <a:noFill/>
                    </a14:hiddenFill>
                  </a:ext>
                </a:extLst>
              </p:spPr>
              <p:txBody>
                <a:bodyPr>
                  <a:spAutoFit/>
                </a:bodyPr>
                <a:lstStyle/>
                <a:p>
                  <a:endParaRPr lang="zh-CN" altLang="en-US"/>
                </a:p>
              </p:txBody>
            </p:sp>
            <p:sp>
              <p:nvSpPr>
                <p:cNvPr id="36886" name="Line 10"/>
                <p:cNvSpPr>
                  <a:spLocks noChangeShapeType="1"/>
                </p:cNvSpPr>
                <p:nvPr/>
              </p:nvSpPr>
              <p:spPr bwMode="auto">
                <a:xfrm flipV="1">
                  <a:off x="0" y="0"/>
                  <a:ext cx="0" cy="1788"/>
                </a:xfrm>
                <a:prstGeom prst="line">
                  <a:avLst/>
                </a:prstGeom>
                <a:noFill/>
                <a:ln w="19050">
                  <a:solidFill>
                    <a:srgbClr val="000000"/>
                  </a:solidFill>
                  <a:round/>
                  <a:headEnd/>
                  <a:tailEnd type="triangle" w="sm" len="med"/>
                </a:ln>
                <a:extLst>
                  <a:ext uri="{909E8E84-426E-40DD-AFC4-6F175D3DCCD1}">
                    <a14:hiddenFill xmlns:a14="http://schemas.microsoft.com/office/drawing/2010/main" xmlns="">
                      <a:noFill/>
                    </a14:hiddenFill>
                  </a:ext>
                </a:extLst>
              </p:spPr>
              <p:txBody>
                <a:bodyPr>
                  <a:spAutoFit/>
                </a:bodyPr>
                <a:lstStyle/>
                <a:p>
                  <a:endParaRPr lang="zh-CN" altLang="en-US"/>
                </a:p>
              </p:txBody>
            </p:sp>
            <p:sp>
              <p:nvSpPr>
                <p:cNvPr id="36887" name="未知"/>
                <p:cNvSpPr>
                  <a:spLocks/>
                </p:cNvSpPr>
                <p:nvPr/>
              </p:nvSpPr>
              <p:spPr bwMode="auto">
                <a:xfrm>
                  <a:off x="372" y="444"/>
                  <a:ext cx="864" cy="466"/>
                </a:xfrm>
                <a:custGeom>
                  <a:avLst/>
                  <a:gdLst>
                    <a:gd name="T0" fmla="*/ 0 w 864"/>
                    <a:gd name="T1" fmla="*/ 57 h 1332"/>
                    <a:gd name="T2" fmla="*/ 252 w 864"/>
                    <a:gd name="T3" fmla="*/ 36 h 1332"/>
                    <a:gd name="T4" fmla="*/ 468 w 864"/>
                    <a:gd name="T5" fmla="*/ 0 h 1332"/>
                    <a:gd name="T6" fmla="*/ 696 w 864"/>
                    <a:gd name="T7" fmla="*/ 36 h 1332"/>
                    <a:gd name="T8" fmla="*/ 864 w 864"/>
                    <a:gd name="T9" fmla="*/ 57 h 1332"/>
                    <a:gd name="T10" fmla="*/ 0 60000 65536"/>
                    <a:gd name="T11" fmla="*/ 0 60000 65536"/>
                    <a:gd name="T12" fmla="*/ 0 60000 65536"/>
                    <a:gd name="T13" fmla="*/ 0 60000 65536"/>
                    <a:gd name="T14" fmla="*/ 0 60000 65536"/>
                    <a:gd name="T15" fmla="*/ 0 w 864"/>
                    <a:gd name="T16" fmla="*/ 0 h 1332"/>
                    <a:gd name="T17" fmla="*/ 864 w 864"/>
                    <a:gd name="T18" fmla="*/ 1332 h 1332"/>
                  </a:gdLst>
                  <a:ahLst/>
                  <a:cxnLst>
                    <a:cxn ang="T10">
                      <a:pos x="T0" y="T1"/>
                    </a:cxn>
                    <a:cxn ang="T11">
                      <a:pos x="T2" y="T3"/>
                    </a:cxn>
                    <a:cxn ang="T12">
                      <a:pos x="T4" y="T5"/>
                    </a:cxn>
                    <a:cxn ang="T13">
                      <a:pos x="T6" y="T7"/>
                    </a:cxn>
                    <a:cxn ang="T14">
                      <a:pos x="T8" y="T9"/>
                    </a:cxn>
                  </a:cxnLst>
                  <a:rect l="T15" t="T16" r="T17" b="T18"/>
                  <a:pathLst>
                    <a:path w="864" h="1332">
                      <a:moveTo>
                        <a:pt x="0" y="1320"/>
                      </a:moveTo>
                      <a:cubicBezTo>
                        <a:pt x="87" y="1196"/>
                        <a:pt x="174" y="1072"/>
                        <a:pt x="252" y="852"/>
                      </a:cubicBezTo>
                      <a:cubicBezTo>
                        <a:pt x="330" y="632"/>
                        <a:pt x="394" y="0"/>
                        <a:pt x="468" y="0"/>
                      </a:cubicBezTo>
                      <a:cubicBezTo>
                        <a:pt x="542" y="0"/>
                        <a:pt x="630" y="630"/>
                        <a:pt x="696" y="852"/>
                      </a:cubicBezTo>
                      <a:cubicBezTo>
                        <a:pt x="762" y="1074"/>
                        <a:pt x="836" y="1252"/>
                        <a:pt x="864" y="1332"/>
                      </a:cubicBezTo>
                    </a:path>
                  </a:pathLst>
                </a:custGeom>
                <a:noFill/>
                <a:ln w="1905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spAutoFit/>
                </a:bodyPr>
                <a:lstStyle/>
                <a:p>
                  <a:endParaRPr lang="zh-CN" altLang="en-US"/>
                </a:p>
              </p:txBody>
            </p:sp>
            <p:sp>
              <p:nvSpPr>
                <p:cNvPr id="36888" name="Line 12"/>
                <p:cNvSpPr>
                  <a:spLocks noChangeShapeType="1"/>
                </p:cNvSpPr>
                <p:nvPr/>
              </p:nvSpPr>
              <p:spPr bwMode="auto">
                <a:xfrm flipV="1">
                  <a:off x="372" y="1152"/>
                  <a:ext cx="0" cy="612"/>
                </a:xfrm>
                <a:prstGeom prst="line">
                  <a:avLst/>
                </a:prstGeom>
                <a:noFill/>
                <a:ln w="19050">
                  <a:solidFill>
                    <a:srgbClr val="000000"/>
                  </a:solidFill>
                  <a:prstDash val="dash"/>
                  <a:round/>
                  <a:headEnd/>
                  <a:tailEnd/>
                </a:ln>
                <a:extLst>
                  <a:ext uri="{909E8E84-426E-40DD-AFC4-6F175D3DCCD1}">
                    <a14:hiddenFill xmlns:a14="http://schemas.microsoft.com/office/drawing/2010/main" xmlns="">
                      <a:noFill/>
                    </a14:hiddenFill>
                  </a:ext>
                </a:extLst>
              </p:spPr>
              <p:txBody>
                <a:bodyPr>
                  <a:spAutoFit/>
                </a:bodyPr>
                <a:lstStyle/>
                <a:p>
                  <a:endParaRPr lang="zh-CN" altLang="en-US"/>
                </a:p>
              </p:txBody>
            </p:sp>
            <p:sp>
              <p:nvSpPr>
                <p:cNvPr id="36889" name="Line 13"/>
                <p:cNvSpPr>
                  <a:spLocks noChangeShapeType="1"/>
                </p:cNvSpPr>
                <p:nvPr/>
              </p:nvSpPr>
              <p:spPr bwMode="auto">
                <a:xfrm>
                  <a:off x="360" y="1140"/>
                  <a:ext cx="912" cy="0"/>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a:spAutoFit/>
                </a:bodyPr>
                <a:lstStyle/>
                <a:p>
                  <a:endParaRPr lang="zh-CN" altLang="en-US"/>
                </a:p>
              </p:txBody>
            </p:sp>
            <p:sp>
              <p:nvSpPr>
                <p:cNvPr id="36890" name="Line 14"/>
                <p:cNvSpPr>
                  <a:spLocks noChangeShapeType="1"/>
                </p:cNvSpPr>
                <p:nvPr/>
              </p:nvSpPr>
              <p:spPr bwMode="auto">
                <a:xfrm flipV="1">
                  <a:off x="1248" y="1128"/>
                  <a:ext cx="0" cy="624"/>
                </a:xfrm>
                <a:prstGeom prst="line">
                  <a:avLst/>
                </a:prstGeom>
                <a:noFill/>
                <a:ln w="19050">
                  <a:solidFill>
                    <a:srgbClr val="000000"/>
                  </a:solidFill>
                  <a:prstDash val="dash"/>
                  <a:round/>
                  <a:headEnd/>
                  <a:tailEnd/>
                </a:ln>
                <a:extLst>
                  <a:ext uri="{909E8E84-426E-40DD-AFC4-6F175D3DCCD1}">
                    <a14:hiddenFill xmlns:a14="http://schemas.microsoft.com/office/drawing/2010/main" xmlns="">
                      <a:noFill/>
                    </a14:hiddenFill>
                  </a:ext>
                </a:extLst>
              </p:spPr>
              <p:txBody>
                <a:bodyPr>
                  <a:spAutoFit/>
                </a:bodyPr>
                <a:lstStyle/>
                <a:p>
                  <a:endParaRPr lang="zh-CN" altLang="en-US"/>
                </a:p>
              </p:txBody>
            </p:sp>
            <p:sp>
              <p:nvSpPr>
                <p:cNvPr id="36891" name="Line 15"/>
                <p:cNvSpPr>
                  <a:spLocks noChangeShapeType="1"/>
                </p:cNvSpPr>
                <p:nvPr/>
              </p:nvSpPr>
              <p:spPr bwMode="auto">
                <a:xfrm>
                  <a:off x="0" y="1140"/>
                  <a:ext cx="372" cy="0"/>
                </a:xfrm>
                <a:prstGeom prst="line">
                  <a:avLst/>
                </a:prstGeom>
                <a:noFill/>
                <a:ln w="19050">
                  <a:solidFill>
                    <a:srgbClr val="000000"/>
                  </a:solidFill>
                  <a:prstDash val="dash"/>
                  <a:round/>
                  <a:headEnd/>
                  <a:tailEnd/>
                </a:ln>
                <a:extLst>
                  <a:ext uri="{909E8E84-426E-40DD-AFC4-6F175D3DCCD1}">
                    <a14:hiddenFill xmlns:a14="http://schemas.microsoft.com/office/drawing/2010/main" xmlns="">
                      <a:noFill/>
                    </a14:hiddenFill>
                  </a:ext>
                </a:extLst>
              </p:spPr>
              <p:txBody>
                <a:bodyPr>
                  <a:spAutoFit/>
                </a:bodyPr>
                <a:lstStyle/>
                <a:p>
                  <a:endParaRPr lang="zh-CN" altLang="en-US"/>
                </a:p>
              </p:txBody>
            </p:sp>
          </p:grpSp>
          <p:sp>
            <p:nvSpPr>
              <p:cNvPr id="36879" name="Text Box 16"/>
              <p:cNvSpPr txBox="1">
                <a:spLocks noChangeArrowheads="1"/>
              </p:cNvSpPr>
              <p:nvPr/>
            </p:nvSpPr>
            <p:spPr bwMode="auto">
              <a:xfrm>
                <a:off x="185" y="48"/>
                <a:ext cx="328" cy="4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just"/>
                <a:r>
                  <a:rPr lang="en-US" altLang="zh-CN" sz="2800" b="0" i="1">
                    <a:latin typeface="Times New Roman" pitchFamily="18" charset="0"/>
                    <a:cs typeface="Times New Roman" pitchFamily="18" charset="0"/>
                  </a:rPr>
                  <a:t>f</a:t>
                </a:r>
              </a:p>
            </p:txBody>
          </p:sp>
          <p:sp>
            <p:nvSpPr>
              <p:cNvPr id="36880" name="Text Box 17"/>
              <p:cNvSpPr txBox="1">
                <a:spLocks noChangeArrowheads="1"/>
              </p:cNvSpPr>
              <p:nvPr/>
            </p:nvSpPr>
            <p:spPr bwMode="auto">
              <a:xfrm>
                <a:off x="-53" y="799"/>
                <a:ext cx="329" cy="4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just"/>
                <a:r>
                  <a:rPr lang="en-US" altLang="zh-CN" sz="2800" b="0" i="1">
                    <a:latin typeface="Times New Roman" pitchFamily="18" charset="0"/>
                    <a:cs typeface="Times New Roman" pitchFamily="18" charset="0"/>
                  </a:rPr>
                  <a:t>f</a:t>
                </a:r>
              </a:p>
            </p:txBody>
          </p:sp>
          <p:sp>
            <p:nvSpPr>
              <p:cNvPr id="36881" name="Text Box 18"/>
              <p:cNvSpPr txBox="1">
                <a:spLocks noChangeArrowheads="1"/>
              </p:cNvSpPr>
              <p:nvPr/>
            </p:nvSpPr>
            <p:spPr bwMode="auto">
              <a:xfrm>
                <a:off x="1" y="1485"/>
                <a:ext cx="328" cy="4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just"/>
                <a:r>
                  <a:rPr lang="en-US" altLang="zh-CN" sz="2800" b="0"/>
                  <a:t>0</a:t>
                </a:r>
              </a:p>
            </p:txBody>
          </p:sp>
          <p:sp>
            <p:nvSpPr>
              <p:cNvPr id="36882" name="Text Box 19"/>
              <p:cNvSpPr txBox="1">
                <a:spLocks noChangeArrowheads="1"/>
              </p:cNvSpPr>
              <p:nvPr/>
            </p:nvSpPr>
            <p:spPr bwMode="auto">
              <a:xfrm>
                <a:off x="432" y="1534"/>
                <a:ext cx="329" cy="4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just"/>
                <a:r>
                  <a:rPr lang="en-US" altLang="zh-CN" sz="2800" b="0" i="1">
                    <a:latin typeface="Times New Roman" pitchFamily="18" charset="0"/>
                    <a:cs typeface="Times New Roman" pitchFamily="18" charset="0"/>
                  </a:rPr>
                  <a:t>t</a:t>
                </a:r>
              </a:p>
            </p:txBody>
          </p:sp>
          <p:sp>
            <p:nvSpPr>
              <p:cNvPr id="36883" name="Text Box 20"/>
              <p:cNvSpPr txBox="1">
                <a:spLocks noChangeArrowheads="1"/>
              </p:cNvSpPr>
              <p:nvPr/>
            </p:nvSpPr>
            <p:spPr bwMode="auto">
              <a:xfrm>
                <a:off x="1033" y="1582"/>
                <a:ext cx="592" cy="4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just"/>
                <a:r>
                  <a:rPr lang="en-US" altLang="zh-CN" sz="2800" b="0" i="1">
                    <a:latin typeface="Times New Roman" pitchFamily="18" charset="0"/>
                  </a:rPr>
                  <a:t>t</a:t>
                </a:r>
                <a:r>
                  <a:rPr lang="en-US" altLang="zh-CN" sz="2800" b="0">
                    <a:latin typeface="Times New Roman" pitchFamily="18" charset="0"/>
                  </a:rPr>
                  <a:t>+△</a:t>
                </a:r>
                <a:r>
                  <a:rPr lang="en-US" altLang="zh-CN" sz="2800" b="0" i="1">
                    <a:latin typeface="Times New Roman" pitchFamily="18" charset="0"/>
                  </a:rPr>
                  <a:t>t</a:t>
                </a:r>
              </a:p>
            </p:txBody>
          </p:sp>
          <p:sp>
            <p:nvSpPr>
              <p:cNvPr id="36884" name="Text Box 21"/>
              <p:cNvSpPr txBox="1">
                <a:spLocks noChangeArrowheads="1"/>
              </p:cNvSpPr>
              <p:nvPr/>
            </p:nvSpPr>
            <p:spPr bwMode="auto">
              <a:xfrm>
                <a:off x="1632" y="1342"/>
                <a:ext cx="329" cy="4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just"/>
                <a:r>
                  <a:rPr lang="en-US" altLang="zh-CN" sz="2800" b="0"/>
                  <a:t>t</a:t>
                </a:r>
              </a:p>
            </p:txBody>
          </p:sp>
        </p:grpSp>
      </p:grpSp>
      <p:sp>
        <p:nvSpPr>
          <p:cNvPr id="27670" name="Text Box 22"/>
          <p:cNvSpPr txBox="1">
            <a:spLocks noChangeArrowheads="1"/>
          </p:cNvSpPr>
          <p:nvPr/>
        </p:nvSpPr>
        <p:spPr bwMode="auto">
          <a:xfrm>
            <a:off x="304800" y="3576638"/>
            <a:ext cx="4699000" cy="923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华文中宋" pitchFamily="2" charset="-122"/>
                <a:ea typeface="华文中宋" pitchFamily="2" charset="-122"/>
              </a:rPr>
              <a:t>３）当相互作用时间极短时，相互间冲力极大，此时某些有限主动外力（如重力等）可忽略不计。</a:t>
            </a:r>
            <a:r>
              <a:rPr lang="zh-CN" altLang="en-US" sz="1800">
                <a:latin typeface="华文中宋" pitchFamily="2" charset="-122"/>
                <a:ea typeface="华文中宋" pitchFamily="2" charset="-122"/>
              </a:rPr>
              <a:t> </a:t>
            </a:r>
          </a:p>
        </p:txBody>
      </p:sp>
      <p:sp>
        <p:nvSpPr>
          <p:cNvPr id="27671" name="Text Box 23"/>
          <p:cNvSpPr txBox="1">
            <a:spLocks noChangeArrowheads="1"/>
          </p:cNvSpPr>
          <p:nvPr/>
        </p:nvSpPr>
        <p:spPr bwMode="auto">
          <a:xfrm>
            <a:off x="381000" y="835025"/>
            <a:ext cx="3398838"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chemeClr val="accent2"/>
                </a:solidFill>
                <a:latin typeface="华文中宋" pitchFamily="2" charset="-122"/>
                <a:ea typeface="华文中宋" pitchFamily="2" charset="-122"/>
              </a:rPr>
              <a:t>４、动量定理的应用</a:t>
            </a:r>
          </a:p>
        </p:txBody>
      </p:sp>
      <p:graphicFrame>
        <p:nvGraphicFramePr>
          <p:cNvPr id="27672" name="Object 24"/>
          <p:cNvGraphicFramePr>
            <a:graphicFrameLocks noChangeAspect="1"/>
          </p:cNvGraphicFramePr>
          <p:nvPr/>
        </p:nvGraphicFramePr>
        <p:xfrm>
          <a:off x="3687763" y="2859088"/>
          <a:ext cx="1171575" cy="677862"/>
        </p:xfrm>
        <a:graphic>
          <a:graphicData uri="http://schemas.openxmlformats.org/presentationml/2006/ole">
            <p:oleObj spid="_x0000_s36899" name="Equation" r:id="rId4" imgW="520474" imgH="406224" progId="Equation.DSMT4">
              <p:embed/>
            </p:oleObj>
          </a:graphicData>
        </a:graphic>
      </p:graphicFrame>
      <p:sp>
        <p:nvSpPr>
          <p:cNvPr id="27673" name="Rectangle 25"/>
          <p:cNvSpPr>
            <a:spLocks noChangeArrowheads="1"/>
          </p:cNvSpPr>
          <p:nvPr/>
        </p:nvSpPr>
        <p:spPr bwMode="auto">
          <a:xfrm>
            <a:off x="179388" y="2994025"/>
            <a:ext cx="3671887"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eaLnBrk="0" hangingPunct="0"/>
            <a:r>
              <a:rPr lang="zh-CN" altLang="en-US" sz="1800">
                <a:solidFill>
                  <a:srgbClr val="000000"/>
                </a:solidFill>
                <a:latin typeface="华文中宋" pitchFamily="2" charset="-122"/>
                <a:ea typeface="华文中宋" pitchFamily="2" charset="-122"/>
              </a:rPr>
              <a:t>２）当动量的变化是常量时，有：</a:t>
            </a:r>
          </a:p>
        </p:txBody>
      </p:sp>
      <p:graphicFrame>
        <p:nvGraphicFramePr>
          <p:cNvPr id="27684" name="Object 36"/>
          <p:cNvGraphicFramePr>
            <a:graphicFrameLocks noChangeAspect="1"/>
          </p:cNvGraphicFramePr>
          <p:nvPr/>
        </p:nvGraphicFramePr>
        <p:xfrm>
          <a:off x="3014663" y="2027238"/>
          <a:ext cx="1728787" cy="688975"/>
        </p:xfrm>
        <a:graphic>
          <a:graphicData uri="http://schemas.openxmlformats.org/presentationml/2006/ole">
            <p:oleObj spid="_x0000_s36900" name="Equation" r:id="rId5" imgW="825142" imgH="444307" progId="Equation.DSMT4">
              <p:embed/>
            </p:oleObj>
          </a:graphicData>
        </a:graphic>
      </p:graphicFrame>
      <p:pic>
        <p:nvPicPr>
          <p:cNvPr id="27686" name="Picture 38" descr="U_4270~2"/>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5514975" y="2703513"/>
            <a:ext cx="3213100" cy="1812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72" fill="hold" grpId="0" nodeType="clickEffect">
                                  <p:stCondLst>
                                    <p:cond delay="0"/>
                                  </p:stCondLst>
                                  <p:childTnLst>
                                    <p:set>
                                      <p:cBhvr>
                                        <p:cTn id="6" dur="1" fill="hold">
                                          <p:stCondLst>
                                            <p:cond delay="0"/>
                                          </p:stCondLst>
                                        </p:cTn>
                                        <p:tgtEl>
                                          <p:spTgt spid="27671"/>
                                        </p:tgtEl>
                                        <p:attrNameLst>
                                          <p:attrName>style.visibility</p:attrName>
                                        </p:attrNameLst>
                                      </p:cBhvr>
                                      <p:to>
                                        <p:strVal val="visible"/>
                                      </p:to>
                                    </p:set>
                                    <p:anim calcmode="lin" valueType="num">
                                      <p:cBhvr>
                                        <p:cTn id="7" dur="500" fill="hold"/>
                                        <p:tgtEl>
                                          <p:spTgt spid="27671"/>
                                        </p:tgtEl>
                                        <p:attrNameLst>
                                          <p:attrName>ppt_w</p:attrName>
                                        </p:attrNameLst>
                                      </p:cBhvr>
                                      <p:tavLst>
                                        <p:tav tm="0">
                                          <p:val>
                                            <p:strVal val="2/3*#ppt_w"/>
                                          </p:val>
                                        </p:tav>
                                        <p:tav tm="100000">
                                          <p:val>
                                            <p:strVal val="#ppt_w"/>
                                          </p:val>
                                        </p:tav>
                                      </p:tavLst>
                                    </p:anim>
                                    <p:anim calcmode="lin" valueType="num">
                                      <p:cBhvr>
                                        <p:cTn id="8" dur="500" fill="hold"/>
                                        <p:tgtEl>
                                          <p:spTgt spid="27671"/>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272" fill="hold" grpId="0" nodeType="clickEffect">
                                  <p:stCondLst>
                                    <p:cond delay="0"/>
                                  </p:stCondLst>
                                  <p:childTnLst>
                                    <p:set>
                                      <p:cBhvr>
                                        <p:cTn id="12" dur="1" fill="hold">
                                          <p:stCondLst>
                                            <p:cond delay="0"/>
                                          </p:stCondLst>
                                        </p:cTn>
                                        <p:tgtEl>
                                          <p:spTgt spid="27652"/>
                                        </p:tgtEl>
                                        <p:attrNameLst>
                                          <p:attrName>style.visibility</p:attrName>
                                        </p:attrNameLst>
                                      </p:cBhvr>
                                      <p:to>
                                        <p:strVal val="visible"/>
                                      </p:to>
                                    </p:set>
                                    <p:anim calcmode="lin" valueType="num">
                                      <p:cBhvr>
                                        <p:cTn id="13" dur="500" fill="hold"/>
                                        <p:tgtEl>
                                          <p:spTgt spid="27652"/>
                                        </p:tgtEl>
                                        <p:attrNameLst>
                                          <p:attrName>ppt_w</p:attrName>
                                        </p:attrNameLst>
                                      </p:cBhvr>
                                      <p:tavLst>
                                        <p:tav tm="0">
                                          <p:val>
                                            <p:strVal val="2/3*#ppt_w"/>
                                          </p:val>
                                        </p:tav>
                                        <p:tav tm="100000">
                                          <p:val>
                                            <p:strVal val="#ppt_w"/>
                                          </p:val>
                                        </p:tav>
                                      </p:tavLst>
                                    </p:anim>
                                    <p:anim calcmode="lin" valueType="num">
                                      <p:cBhvr>
                                        <p:cTn id="14" dur="500" fill="hold"/>
                                        <p:tgtEl>
                                          <p:spTgt spid="27652"/>
                                        </p:tgtEl>
                                        <p:attrNameLst>
                                          <p:attrName>ppt_h</p:attrName>
                                        </p:attrNameLst>
                                      </p:cBhvr>
                                      <p:tavLst>
                                        <p:tav tm="0">
                                          <p:val>
                                            <p:strVal val="2/3*#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272" fill="hold" grpId="0" nodeType="clickEffect">
                                  <p:stCondLst>
                                    <p:cond delay="0"/>
                                  </p:stCondLst>
                                  <p:childTnLst>
                                    <p:set>
                                      <p:cBhvr>
                                        <p:cTn id="18" dur="1" fill="hold">
                                          <p:stCondLst>
                                            <p:cond delay="0"/>
                                          </p:stCondLst>
                                        </p:cTn>
                                        <p:tgtEl>
                                          <p:spTgt spid="27650"/>
                                        </p:tgtEl>
                                        <p:attrNameLst>
                                          <p:attrName>style.visibility</p:attrName>
                                        </p:attrNameLst>
                                      </p:cBhvr>
                                      <p:to>
                                        <p:strVal val="visible"/>
                                      </p:to>
                                    </p:set>
                                    <p:anim calcmode="lin" valueType="num">
                                      <p:cBhvr>
                                        <p:cTn id="19" dur="500" fill="hold"/>
                                        <p:tgtEl>
                                          <p:spTgt spid="27650"/>
                                        </p:tgtEl>
                                        <p:attrNameLst>
                                          <p:attrName>ppt_w</p:attrName>
                                        </p:attrNameLst>
                                      </p:cBhvr>
                                      <p:tavLst>
                                        <p:tav tm="0">
                                          <p:val>
                                            <p:strVal val="2/3*#ppt_w"/>
                                          </p:val>
                                        </p:tav>
                                        <p:tav tm="100000">
                                          <p:val>
                                            <p:strVal val="#ppt_w"/>
                                          </p:val>
                                        </p:tav>
                                      </p:tavLst>
                                    </p:anim>
                                    <p:anim calcmode="lin" valueType="num">
                                      <p:cBhvr>
                                        <p:cTn id="20" dur="500" fill="hold"/>
                                        <p:tgtEl>
                                          <p:spTgt spid="27650"/>
                                        </p:tgtEl>
                                        <p:attrNameLst>
                                          <p:attrName>ppt_h</p:attrName>
                                        </p:attrNameLst>
                                      </p:cBhvr>
                                      <p:tavLst>
                                        <p:tav tm="0">
                                          <p:val>
                                            <p:strVal val="2/3*#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272" fill="hold" nodeType="clickEffect">
                                  <p:stCondLst>
                                    <p:cond delay="0"/>
                                  </p:stCondLst>
                                  <p:childTnLst>
                                    <p:set>
                                      <p:cBhvr>
                                        <p:cTn id="24" dur="1" fill="hold">
                                          <p:stCondLst>
                                            <p:cond delay="0"/>
                                          </p:stCondLst>
                                        </p:cTn>
                                        <p:tgtEl>
                                          <p:spTgt spid="27651"/>
                                        </p:tgtEl>
                                        <p:attrNameLst>
                                          <p:attrName>style.visibility</p:attrName>
                                        </p:attrNameLst>
                                      </p:cBhvr>
                                      <p:to>
                                        <p:strVal val="visible"/>
                                      </p:to>
                                    </p:set>
                                    <p:anim calcmode="lin" valueType="num">
                                      <p:cBhvr>
                                        <p:cTn id="25" dur="500" fill="hold"/>
                                        <p:tgtEl>
                                          <p:spTgt spid="27651"/>
                                        </p:tgtEl>
                                        <p:attrNameLst>
                                          <p:attrName>ppt_w</p:attrName>
                                        </p:attrNameLst>
                                      </p:cBhvr>
                                      <p:tavLst>
                                        <p:tav tm="0">
                                          <p:val>
                                            <p:strVal val="2/3*#ppt_w"/>
                                          </p:val>
                                        </p:tav>
                                        <p:tav tm="100000">
                                          <p:val>
                                            <p:strVal val="#ppt_w"/>
                                          </p:val>
                                        </p:tav>
                                      </p:tavLst>
                                    </p:anim>
                                    <p:anim calcmode="lin" valueType="num">
                                      <p:cBhvr>
                                        <p:cTn id="26" dur="500" fill="hold"/>
                                        <p:tgtEl>
                                          <p:spTgt spid="27651"/>
                                        </p:tgtEl>
                                        <p:attrNameLst>
                                          <p:attrName>ppt_h</p:attrName>
                                        </p:attrNameLst>
                                      </p:cBhvr>
                                      <p:tavLst>
                                        <p:tav tm="0">
                                          <p:val>
                                            <p:strVal val="2/3*#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272" fill="hold" nodeType="clickEffect">
                                  <p:stCondLst>
                                    <p:cond delay="0"/>
                                  </p:stCondLst>
                                  <p:childTnLst>
                                    <p:set>
                                      <p:cBhvr>
                                        <p:cTn id="30" dur="1" fill="hold">
                                          <p:stCondLst>
                                            <p:cond delay="0"/>
                                          </p:stCondLst>
                                        </p:cTn>
                                        <p:tgtEl>
                                          <p:spTgt spid="27684"/>
                                        </p:tgtEl>
                                        <p:attrNameLst>
                                          <p:attrName>style.visibility</p:attrName>
                                        </p:attrNameLst>
                                      </p:cBhvr>
                                      <p:to>
                                        <p:strVal val="visible"/>
                                      </p:to>
                                    </p:set>
                                    <p:anim calcmode="lin" valueType="num">
                                      <p:cBhvr>
                                        <p:cTn id="31" dur="500" fill="hold"/>
                                        <p:tgtEl>
                                          <p:spTgt spid="27684"/>
                                        </p:tgtEl>
                                        <p:attrNameLst>
                                          <p:attrName>ppt_w</p:attrName>
                                        </p:attrNameLst>
                                      </p:cBhvr>
                                      <p:tavLst>
                                        <p:tav tm="0">
                                          <p:val>
                                            <p:strVal val="2/3*#ppt_w"/>
                                          </p:val>
                                        </p:tav>
                                        <p:tav tm="100000">
                                          <p:val>
                                            <p:strVal val="#ppt_w"/>
                                          </p:val>
                                        </p:tav>
                                      </p:tavLst>
                                    </p:anim>
                                    <p:anim calcmode="lin" valueType="num">
                                      <p:cBhvr>
                                        <p:cTn id="32" dur="500" fill="hold"/>
                                        <p:tgtEl>
                                          <p:spTgt spid="27684"/>
                                        </p:tgtEl>
                                        <p:attrNameLst>
                                          <p:attrName>ppt_h</p:attrName>
                                        </p:attrNameLst>
                                      </p:cBhvr>
                                      <p:tavLst>
                                        <p:tav tm="0">
                                          <p:val>
                                            <p:strVal val="2/3*#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272"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p:cTn id="37" dur="500" fill="hold"/>
                                        <p:tgtEl>
                                          <p:spTgt spid="2"/>
                                        </p:tgtEl>
                                        <p:attrNameLst>
                                          <p:attrName>ppt_w</p:attrName>
                                        </p:attrNameLst>
                                      </p:cBhvr>
                                      <p:tavLst>
                                        <p:tav tm="0">
                                          <p:val>
                                            <p:strVal val="2/3*#ppt_w"/>
                                          </p:val>
                                        </p:tav>
                                        <p:tav tm="100000">
                                          <p:val>
                                            <p:strVal val="#ppt_w"/>
                                          </p:val>
                                        </p:tav>
                                      </p:tavLst>
                                    </p:anim>
                                    <p:anim calcmode="lin" valueType="num">
                                      <p:cBhvr>
                                        <p:cTn id="38" dur="500" fill="hold"/>
                                        <p:tgtEl>
                                          <p:spTgt spid="2"/>
                                        </p:tgtEl>
                                        <p:attrNameLst>
                                          <p:attrName>ppt_h</p:attrName>
                                        </p:attrNameLst>
                                      </p:cBhvr>
                                      <p:tavLst>
                                        <p:tav tm="0">
                                          <p:val>
                                            <p:strVal val="2/3*#ppt_h"/>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272" fill="hold" grpId="0" nodeType="clickEffect">
                                  <p:stCondLst>
                                    <p:cond delay="0"/>
                                  </p:stCondLst>
                                  <p:childTnLst>
                                    <p:set>
                                      <p:cBhvr>
                                        <p:cTn id="42" dur="1" fill="hold">
                                          <p:stCondLst>
                                            <p:cond delay="0"/>
                                          </p:stCondLst>
                                        </p:cTn>
                                        <p:tgtEl>
                                          <p:spTgt spid="27673"/>
                                        </p:tgtEl>
                                        <p:attrNameLst>
                                          <p:attrName>style.visibility</p:attrName>
                                        </p:attrNameLst>
                                      </p:cBhvr>
                                      <p:to>
                                        <p:strVal val="visible"/>
                                      </p:to>
                                    </p:set>
                                    <p:anim calcmode="lin" valueType="num">
                                      <p:cBhvr>
                                        <p:cTn id="43" dur="500" fill="hold"/>
                                        <p:tgtEl>
                                          <p:spTgt spid="27673"/>
                                        </p:tgtEl>
                                        <p:attrNameLst>
                                          <p:attrName>ppt_w</p:attrName>
                                        </p:attrNameLst>
                                      </p:cBhvr>
                                      <p:tavLst>
                                        <p:tav tm="0">
                                          <p:val>
                                            <p:strVal val="2/3*#ppt_w"/>
                                          </p:val>
                                        </p:tav>
                                        <p:tav tm="100000">
                                          <p:val>
                                            <p:strVal val="#ppt_w"/>
                                          </p:val>
                                        </p:tav>
                                      </p:tavLst>
                                    </p:anim>
                                    <p:anim calcmode="lin" valueType="num">
                                      <p:cBhvr>
                                        <p:cTn id="44" dur="500" fill="hold"/>
                                        <p:tgtEl>
                                          <p:spTgt spid="27673"/>
                                        </p:tgtEl>
                                        <p:attrNameLst>
                                          <p:attrName>ppt_h</p:attrName>
                                        </p:attrNameLst>
                                      </p:cBhvr>
                                      <p:tavLst>
                                        <p:tav tm="0">
                                          <p:val>
                                            <p:strVal val="2/3*#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3" presetClass="entr" presetSubtype="272" fill="hold" nodeType="clickEffect">
                                  <p:stCondLst>
                                    <p:cond delay="0"/>
                                  </p:stCondLst>
                                  <p:childTnLst>
                                    <p:set>
                                      <p:cBhvr>
                                        <p:cTn id="48" dur="1" fill="hold">
                                          <p:stCondLst>
                                            <p:cond delay="0"/>
                                          </p:stCondLst>
                                        </p:cTn>
                                        <p:tgtEl>
                                          <p:spTgt spid="27672"/>
                                        </p:tgtEl>
                                        <p:attrNameLst>
                                          <p:attrName>style.visibility</p:attrName>
                                        </p:attrNameLst>
                                      </p:cBhvr>
                                      <p:to>
                                        <p:strVal val="visible"/>
                                      </p:to>
                                    </p:set>
                                    <p:anim calcmode="lin" valueType="num">
                                      <p:cBhvr>
                                        <p:cTn id="49" dur="500" fill="hold"/>
                                        <p:tgtEl>
                                          <p:spTgt spid="27672"/>
                                        </p:tgtEl>
                                        <p:attrNameLst>
                                          <p:attrName>ppt_w</p:attrName>
                                        </p:attrNameLst>
                                      </p:cBhvr>
                                      <p:tavLst>
                                        <p:tav tm="0">
                                          <p:val>
                                            <p:strVal val="2/3*#ppt_w"/>
                                          </p:val>
                                        </p:tav>
                                        <p:tav tm="100000">
                                          <p:val>
                                            <p:strVal val="#ppt_w"/>
                                          </p:val>
                                        </p:tav>
                                      </p:tavLst>
                                    </p:anim>
                                    <p:anim calcmode="lin" valueType="num">
                                      <p:cBhvr>
                                        <p:cTn id="50" dur="500" fill="hold"/>
                                        <p:tgtEl>
                                          <p:spTgt spid="27672"/>
                                        </p:tgtEl>
                                        <p:attrNameLst>
                                          <p:attrName>ppt_h</p:attrName>
                                        </p:attrNameLst>
                                      </p:cBhvr>
                                      <p:tavLst>
                                        <p:tav tm="0">
                                          <p:val>
                                            <p:strVal val="2/3*#ppt_h"/>
                                          </p:val>
                                        </p:tav>
                                        <p:tav tm="100000">
                                          <p:val>
                                            <p:strVal val="#ppt_h"/>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nodeType="clickEffect">
                                  <p:stCondLst>
                                    <p:cond delay="0"/>
                                  </p:stCondLst>
                                  <p:childTnLst>
                                    <p:set>
                                      <p:cBhvr>
                                        <p:cTn id="54" dur="1" fill="hold">
                                          <p:stCondLst>
                                            <p:cond delay="0"/>
                                          </p:stCondLst>
                                        </p:cTn>
                                        <p:tgtEl>
                                          <p:spTgt spid="27686"/>
                                        </p:tgtEl>
                                        <p:attrNameLst>
                                          <p:attrName>style.visibility</p:attrName>
                                        </p:attrNameLst>
                                      </p:cBhvr>
                                      <p:to>
                                        <p:strVal val="visible"/>
                                      </p:to>
                                    </p:set>
                                    <p:animEffect transition="in" filter="blinds(horizontal)">
                                      <p:cBhvr>
                                        <p:cTn id="55" dur="500"/>
                                        <p:tgtEl>
                                          <p:spTgt spid="27686"/>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3" presetClass="entr" presetSubtype="272" fill="hold" grpId="0" nodeType="clickEffect">
                                  <p:stCondLst>
                                    <p:cond delay="0"/>
                                  </p:stCondLst>
                                  <p:childTnLst>
                                    <p:set>
                                      <p:cBhvr>
                                        <p:cTn id="59" dur="1" fill="hold">
                                          <p:stCondLst>
                                            <p:cond delay="0"/>
                                          </p:stCondLst>
                                        </p:cTn>
                                        <p:tgtEl>
                                          <p:spTgt spid="27670"/>
                                        </p:tgtEl>
                                        <p:attrNameLst>
                                          <p:attrName>style.visibility</p:attrName>
                                        </p:attrNameLst>
                                      </p:cBhvr>
                                      <p:to>
                                        <p:strVal val="visible"/>
                                      </p:to>
                                    </p:set>
                                    <p:anim calcmode="lin" valueType="num">
                                      <p:cBhvr>
                                        <p:cTn id="60" dur="500" fill="hold"/>
                                        <p:tgtEl>
                                          <p:spTgt spid="27670"/>
                                        </p:tgtEl>
                                        <p:attrNameLst>
                                          <p:attrName>ppt_w</p:attrName>
                                        </p:attrNameLst>
                                      </p:cBhvr>
                                      <p:tavLst>
                                        <p:tav tm="0">
                                          <p:val>
                                            <p:strVal val="2/3*#ppt_w"/>
                                          </p:val>
                                        </p:tav>
                                        <p:tav tm="100000">
                                          <p:val>
                                            <p:strVal val="#ppt_w"/>
                                          </p:val>
                                        </p:tav>
                                      </p:tavLst>
                                    </p:anim>
                                    <p:anim calcmode="lin" valueType="num">
                                      <p:cBhvr>
                                        <p:cTn id="61" dur="500" fill="hold"/>
                                        <p:tgtEl>
                                          <p:spTgt spid="27670"/>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autoUpdateAnimBg="0"/>
      <p:bldP spid="27652" grpId="0" autoUpdateAnimBg="0"/>
      <p:bldP spid="27670" grpId="0" autoUpdateAnimBg="0"/>
      <p:bldP spid="27671" grpId="0" autoUpdateAnimBg="0"/>
      <p:bldP spid="27673"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304800" y="855663"/>
            <a:ext cx="8534400" cy="923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CC"/>
                </a:solidFill>
                <a:latin typeface="Times New Roman" pitchFamily="18" charset="0"/>
                <a:ea typeface="华文中宋" pitchFamily="2" charset="-122"/>
              </a:rPr>
              <a:t>例 </a:t>
            </a:r>
            <a:r>
              <a:rPr lang="en-US" altLang="zh-CN" sz="1800">
                <a:solidFill>
                  <a:srgbClr val="0000CC"/>
                </a:solidFill>
                <a:latin typeface="Times New Roman" pitchFamily="18" charset="0"/>
                <a:ea typeface="华文中宋" pitchFamily="2" charset="-122"/>
              </a:rPr>
              <a:t>    </a:t>
            </a:r>
            <a:r>
              <a:rPr lang="zh-CN" altLang="en-US" sz="1800">
                <a:solidFill>
                  <a:srgbClr val="0000CC"/>
                </a:solidFill>
                <a:latin typeface="Times New Roman" pitchFamily="18" charset="0"/>
                <a:ea typeface="华文中宋" pitchFamily="2" charset="-122"/>
              </a:rPr>
              <a:t>作用在质量为</a:t>
            </a:r>
            <a:r>
              <a:rPr lang="en-US" altLang="zh-CN" sz="1800">
                <a:solidFill>
                  <a:srgbClr val="0000CC"/>
                </a:solidFill>
                <a:latin typeface="Times New Roman" pitchFamily="18" charset="0"/>
                <a:ea typeface="华文中宋" pitchFamily="2" charset="-122"/>
              </a:rPr>
              <a:t>1kg</a:t>
            </a:r>
            <a:r>
              <a:rPr lang="zh-CN" altLang="en-US" sz="1800">
                <a:solidFill>
                  <a:srgbClr val="0000CC"/>
                </a:solidFill>
                <a:latin typeface="Times New Roman" pitchFamily="18" charset="0"/>
                <a:ea typeface="华文中宋" pitchFamily="2" charset="-122"/>
              </a:rPr>
              <a:t>的物体上的力 </a:t>
            </a:r>
            <a:r>
              <a:rPr lang="en-US" altLang="zh-CN" sz="1800" i="1">
                <a:solidFill>
                  <a:srgbClr val="0000CC"/>
                </a:solidFill>
                <a:latin typeface="Times New Roman" pitchFamily="18" charset="0"/>
                <a:ea typeface="华文中宋" pitchFamily="2" charset="-122"/>
              </a:rPr>
              <a:t>F</a:t>
            </a:r>
            <a:r>
              <a:rPr lang="en-US" altLang="zh-CN" sz="1800">
                <a:solidFill>
                  <a:srgbClr val="0000CC"/>
                </a:solidFill>
                <a:latin typeface="Times New Roman" pitchFamily="18" charset="0"/>
                <a:ea typeface="华文中宋" pitchFamily="2" charset="-122"/>
              </a:rPr>
              <a:t>=(6t+3)N,</a:t>
            </a:r>
            <a:r>
              <a:rPr lang="zh-CN" altLang="en-US" sz="1800">
                <a:solidFill>
                  <a:srgbClr val="0000CC"/>
                </a:solidFill>
                <a:latin typeface="Times New Roman" pitchFamily="18" charset="0"/>
                <a:ea typeface="华文中宋" pitchFamily="2" charset="-122"/>
              </a:rPr>
              <a:t>如果物体在这一力的作用下由初速为零开始沿直线运动，则在</a:t>
            </a:r>
            <a:r>
              <a:rPr lang="en-US" altLang="zh-CN" sz="1800">
                <a:solidFill>
                  <a:srgbClr val="0000CC"/>
                </a:solidFill>
                <a:latin typeface="Times New Roman" pitchFamily="18" charset="0"/>
                <a:ea typeface="华文中宋" pitchFamily="2" charset="-122"/>
              </a:rPr>
              <a:t>0</a:t>
            </a:r>
            <a:r>
              <a:rPr lang="en-US" altLang="zh-CN" sz="1800">
                <a:solidFill>
                  <a:srgbClr val="0000CC"/>
                </a:solidFill>
                <a:latin typeface="Times New Roman" pitchFamily="18" charset="0"/>
                <a:ea typeface="华文中宋" pitchFamily="2" charset="-122"/>
                <a:sym typeface="Symbol" pitchFamily="18" charset="2"/>
              </a:rPr>
              <a:t></a:t>
            </a:r>
            <a:r>
              <a:rPr lang="en-US" altLang="zh-CN" sz="1800">
                <a:solidFill>
                  <a:srgbClr val="0000CC"/>
                </a:solidFill>
                <a:latin typeface="Times New Roman" pitchFamily="18" charset="0"/>
                <a:ea typeface="华文中宋" pitchFamily="2" charset="-122"/>
              </a:rPr>
              <a:t>2.0s</a:t>
            </a:r>
            <a:r>
              <a:rPr lang="zh-CN" altLang="en-US" sz="1800">
                <a:solidFill>
                  <a:srgbClr val="0000CC"/>
                </a:solidFill>
                <a:latin typeface="Times New Roman" pitchFamily="18" charset="0"/>
                <a:ea typeface="华文中宋" pitchFamily="2" charset="-122"/>
              </a:rPr>
              <a:t>时间内，这个力作用在物体上的冲量</a:t>
            </a:r>
            <a:r>
              <a:rPr lang="en-US" altLang="zh-CN" sz="1800" i="1">
                <a:solidFill>
                  <a:srgbClr val="0000CC"/>
                </a:solidFill>
                <a:latin typeface="Times New Roman" pitchFamily="18" charset="0"/>
                <a:ea typeface="华文中宋" pitchFamily="2" charset="-122"/>
              </a:rPr>
              <a:t>I </a:t>
            </a:r>
            <a:r>
              <a:rPr lang="en-US" altLang="zh-CN" sz="1800">
                <a:solidFill>
                  <a:srgbClr val="0000CC"/>
                </a:solidFill>
                <a:latin typeface="Times New Roman" pitchFamily="18" charset="0"/>
                <a:ea typeface="华文中宋" pitchFamily="2" charset="-122"/>
              </a:rPr>
              <a:t>=</a:t>
            </a:r>
            <a:r>
              <a:rPr lang="en-US" altLang="zh-CN" sz="1800" u="sng">
                <a:solidFill>
                  <a:srgbClr val="0000CC"/>
                </a:solidFill>
                <a:latin typeface="Times New Roman" pitchFamily="18" charset="0"/>
                <a:ea typeface="华文中宋" pitchFamily="2" charset="-122"/>
              </a:rPr>
              <a:t>          </a:t>
            </a:r>
            <a:r>
              <a:rPr lang="zh-CN" altLang="en-US" sz="1800">
                <a:solidFill>
                  <a:srgbClr val="0000CC"/>
                </a:solidFill>
                <a:latin typeface="Times New Roman" pitchFamily="18" charset="0"/>
                <a:ea typeface="华文中宋" pitchFamily="2" charset="-122"/>
              </a:rPr>
              <a:t>；</a:t>
            </a:r>
            <a:r>
              <a:rPr lang="en-US" altLang="zh-CN" sz="1800">
                <a:solidFill>
                  <a:srgbClr val="0000CC"/>
                </a:solidFill>
                <a:latin typeface="Times New Roman" pitchFamily="18" charset="0"/>
                <a:ea typeface="华文中宋" pitchFamily="2" charset="-122"/>
              </a:rPr>
              <a:t>2</a:t>
            </a:r>
            <a:r>
              <a:rPr lang="zh-CN" altLang="en-US" sz="1800">
                <a:solidFill>
                  <a:srgbClr val="0000CC"/>
                </a:solidFill>
                <a:latin typeface="Times New Roman" pitchFamily="18" charset="0"/>
                <a:ea typeface="华文中宋" pitchFamily="2" charset="-122"/>
              </a:rPr>
              <a:t>秒末物体的速度</a:t>
            </a:r>
            <a:r>
              <a:rPr lang="en-US" altLang="zh-CN" sz="1800" i="1">
                <a:solidFill>
                  <a:srgbClr val="0000CC"/>
                </a:solidFill>
                <a:latin typeface="Times New Roman" pitchFamily="18" charset="0"/>
                <a:ea typeface="华文中宋" pitchFamily="2" charset="-122"/>
              </a:rPr>
              <a:t>v </a:t>
            </a:r>
            <a:r>
              <a:rPr lang="en-US" altLang="zh-CN" sz="1800">
                <a:solidFill>
                  <a:srgbClr val="0000CC"/>
                </a:solidFill>
                <a:latin typeface="Times New Roman" pitchFamily="18" charset="0"/>
                <a:ea typeface="华文中宋" pitchFamily="2" charset="-122"/>
              </a:rPr>
              <a:t>=</a:t>
            </a:r>
            <a:r>
              <a:rPr lang="en-US" altLang="zh-CN" sz="1800" u="sng">
                <a:solidFill>
                  <a:srgbClr val="0000CC"/>
                </a:solidFill>
                <a:latin typeface="Times New Roman" pitchFamily="18" charset="0"/>
                <a:ea typeface="华文中宋" pitchFamily="2" charset="-122"/>
              </a:rPr>
              <a:t>            </a:t>
            </a:r>
            <a:r>
              <a:rPr lang="zh-CN" altLang="en-US" sz="1800">
                <a:solidFill>
                  <a:srgbClr val="0000CC"/>
                </a:solidFill>
                <a:latin typeface="Times New Roman" pitchFamily="18" charset="0"/>
                <a:ea typeface="华文中宋" pitchFamily="2" charset="-122"/>
              </a:rPr>
              <a:t>。</a:t>
            </a:r>
            <a:endParaRPr lang="zh-CN" altLang="en-US" sz="1800">
              <a:solidFill>
                <a:srgbClr val="000000"/>
              </a:solidFill>
              <a:latin typeface="Times New Roman" pitchFamily="18" charset="0"/>
              <a:ea typeface="华文中宋" pitchFamily="2" charset="-122"/>
            </a:endParaRPr>
          </a:p>
        </p:txBody>
      </p:sp>
      <p:graphicFrame>
        <p:nvGraphicFramePr>
          <p:cNvPr id="28675" name="Object 3"/>
          <p:cNvGraphicFramePr>
            <a:graphicFrameLocks noChangeAspect="1"/>
          </p:cNvGraphicFramePr>
          <p:nvPr/>
        </p:nvGraphicFramePr>
        <p:xfrm>
          <a:off x="542925" y="1822450"/>
          <a:ext cx="1978025" cy="769938"/>
        </p:xfrm>
        <a:graphic>
          <a:graphicData uri="http://schemas.openxmlformats.org/presentationml/2006/ole">
            <p:oleObj spid="_x0000_s37906" name="Equation" r:id="rId3" imgW="685502" imgH="355446" progId="Equation.DSMT4">
              <p:embed/>
            </p:oleObj>
          </a:graphicData>
        </a:graphic>
      </p:graphicFrame>
      <p:graphicFrame>
        <p:nvGraphicFramePr>
          <p:cNvPr id="28676" name="Object 4"/>
          <p:cNvGraphicFramePr>
            <a:graphicFrameLocks noChangeAspect="1"/>
          </p:cNvGraphicFramePr>
          <p:nvPr/>
        </p:nvGraphicFramePr>
        <p:xfrm>
          <a:off x="2447925" y="1830388"/>
          <a:ext cx="2620963" cy="709612"/>
        </p:xfrm>
        <a:graphic>
          <a:graphicData uri="http://schemas.openxmlformats.org/presentationml/2006/ole">
            <p:oleObj spid="_x0000_s37907" name="Equation" r:id="rId4" imgW="914400" imgH="330200" progId="Equation.DSMT4">
              <p:embed/>
            </p:oleObj>
          </a:graphicData>
        </a:graphic>
      </p:graphicFrame>
      <p:graphicFrame>
        <p:nvGraphicFramePr>
          <p:cNvPr id="28677" name="Object 5"/>
          <p:cNvGraphicFramePr>
            <a:graphicFrameLocks noChangeAspect="1"/>
          </p:cNvGraphicFramePr>
          <p:nvPr/>
        </p:nvGraphicFramePr>
        <p:xfrm>
          <a:off x="5041900" y="1733550"/>
          <a:ext cx="3475038" cy="939800"/>
        </p:xfrm>
        <a:graphic>
          <a:graphicData uri="http://schemas.openxmlformats.org/presentationml/2006/ole">
            <p:oleObj spid="_x0000_s37908" name="Equation" r:id="rId5" imgW="1270000" imgH="457200" progId="Equation.DSMT4">
              <p:embed/>
            </p:oleObj>
          </a:graphicData>
        </a:graphic>
      </p:graphicFrame>
      <p:graphicFrame>
        <p:nvGraphicFramePr>
          <p:cNvPr id="28678" name="Object 6"/>
          <p:cNvGraphicFramePr>
            <a:graphicFrameLocks noChangeAspect="1"/>
          </p:cNvGraphicFramePr>
          <p:nvPr/>
        </p:nvGraphicFramePr>
        <p:xfrm>
          <a:off x="2916238" y="2814638"/>
          <a:ext cx="2659062" cy="441325"/>
        </p:xfrm>
        <a:graphic>
          <a:graphicData uri="http://schemas.openxmlformats.org/presentationml/2006/ole">
            <p:oleObj spid="_x0000_s37909" name="Equation" r:id="rId6" imgW="914400" imgH="203200" progId="Equation.DSMT4">
              <p:embed/>
            </p:oleObj>
          </a:graphicData>
        </a:graphic>
      </p:graphicFrame>
      <p:graphicFrame>
        <p:nvGraphicFramePr>
          <p:cNvPr id="28679" name="Object 7"/>
          <p:cNvGraphicFramePr>
            <a:graphicFrameLocks noChangeAspect="1"/>
          </p:cNvGraphicFramePr>
          <p:nvPr/>
        </p:nvGraphicFramePr>
        <p:xfrm>
          <a:off x="2222500" y="3449638"/>
          <a:ext cx="4344988" cy="820737"/>
        </p:xfrm>
        <a:graphic>
          <a:graphicData uri="http://schemas.openxmlformats.org/presentationml/2006/ole">
            <p:oleObj spid="_x0000_s37910" name="Equation" r:id="rId7" imgW="1562100" imgH="3937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8674"/>
                                        </p:tgtEl>
                                        <p:attrNameLst>
                                          <p:attrName>style.visibility</p:attrName>
                                        </p:attrNameLst>
                                      </p:cBhvr>
                                      <p:to>
                                        <p:strVal val="visible"/>
                                      </p:to>
                                    </p:set>
                                    <p:anim calcmode="lin" valueType="num">
                                      <p:cBhvr>
                                        <p:cTn id="7" dur="500" fill="hold"/>
                                        <p:tgtEl>
                                          <p:spTgt spid="28674"/>
                                        </p:tgtEl>
                                        <p:attrNameLst>
                                          <p:attrName>ppt_w</p:attrName>
                                        </p:attrNameLst>
                                      </p:cBhvr>
                                      <p:tavLst>
                                        <p:tav tm="0">
                                          <p:val>
                                            <p:fltVal val="0"/>
                                          </p:val>
                                        </p:tav>
                                        <p:tav tm="100000">
                                          <p:val>
                                            <p:strVal val="#ppt_w"/>
                                          </p:val>
                                        </p:tav>
                                      </p:tavLst>
                                    </p:anim>
                                    <p:anim calcmode="lin" valueType="num">
                                      <p:cBhvr>
                                        <p:cTn id="8" dur="500" fill="hold"/>
                                        <p:tgtEl>
                                          <p:spTgt spid="28674"/>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nodeType="clickEffect">
                                  <p:stCondLst>
                                    <p:cond delay="0"/>
                                  </p:stCondLst>
                                  <p:childTnLst>
                                    <p:set>
                                      <p:cBhvr>
                                        <p:cTn id="12" dur="1" fill="hold">
                                          <p:stCondLst>
                                            <p:cond delay="0"/>
                                          </p:stCondLst>
                                        </p:cTn>
                                        <p:tgtEl>
                                          <p:spTgt spid="28675"/>
                                        </p:tgtEl>
                                        <p:attrNameLst>
                                          <p:attrName>style.visibility</p:attrName>
                                        </p:attrNameLst>
                                      </p:cBhvr>
                                      <p:to>
                                        <p:strVal val="visible"/>
                                      </p:to>
                                    </p:set>
                                    <p:anim calcmode="lin" valueType="num">
                                      <p:cBhvr>
                                        <p:cTn id="13" dur="500" fill="hold"/>
                                        <p:tgtEl>
                                          <p:spTgt spid="28675"/>
                                        </p:tgtEl>
                                        <p:attrNameLst>
                                          <p:attrName>ppt_w</p:attrName>
                                        </p:attrNameLst>
                                      </p:cBhvr>
                                      <p:tavLst>
                                        <p:tav tm="0">
                                          <p:val>
                                            <p:fltVal val="0"/>
                                          </p:val>
                                        </p:tav>
                                        <p:tav tm="100000">
                                          <p:val>
                                            <p:strVal val="#ppt_w"/>
                                          </p:val>
                                        </p:tav>
                                      </p:tavLst>
                                    </p:anim>
                                    <p:anim calcmode="lin" valueType="num">
                                      <p:cBhvr>
                                        <p:cTn id="14" dur="500" fill="hold"/>
                                        <p:tgtEl>
                                          <p:spTgt spid="28675"/>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nodeType="clickEffect">
                                  <p:stCondLst>
                                    <p:cond delay="0"/>
                                  </p:stCondLst>
                                  <p:childTnLst>
                                    <p:set>
                                      <p:cBhvr>
                                        <p:cTn id="18" dur="1" fill="hold">
                                          <p:stCondLst>
                                            <p:cond delay="0"/>
                                          </p:stCondLst>
                                        </p:cTn>
                                        <p:tgtEl>
                                          <p:spTgt spid="28676"/>
                                        </p:tgtEl>
                                        <p:attrNameLst>
                                          <p:attrName>style.visibility</p:attrName>
                                        </p:attrNameLst>
                                      </p:cBhvr>
                                      <p:to>
                                        <p:strVal val="visible"/>
                                      </p:to>
                                    </p:set>
                                    <p:anim calcmode="lin" valueType="num">
                                      <p:cBhvr>
                                        <p:cTn id="19" dur="500" fill="hold"/>
                                        <p:tgtEl>
                                          <p:spTgt spid="28676"/>
                                        </p:tgtEl>
                                        <p:attrNameLst>
                                          <p:attrName>ppt_w</p:attrName>
                                        </p:attrNameLst>
                                      </p:cBhvr>
                                      <p:tavLst>
                                        <p:tav tm="0">
                                          <p:val>
                                            <p:fltVal val="0"/>
                                          </p:val>
                                        </p:tav>
                                        <p:tav tm="100000">
                                          <p:val>
                                            <p:strVal val="#ppt_w"/>
                                          </p:val>
                                        </p:tav>
                                      </p:tavLst>
                                    </p:anim>
                                    <p:anim calcmode="lin" valueType="num">
                                      <p:cBhvr>
                                        <p:cTn id="20" dur="500" fill="hold"/>
                                        <p:tgtEl>
                                          <p:spTgt spid="28676"/>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10" fill="hold" nodeType="clickEffect">
                                  <p:stCondLst>
                                    <p:cond delay="0"/>
                                  </p:stCondLst>
                                  <p:childTnLst>
                                    <p:set>
                                      <p:cBhvr>
                                        <p:cTn id="24" dur="1" fill="hold">
                                          <p:stCondLst>
                                            <p:cond delay="0"/>
                                          </p:stCondLst>
                                        </p:cTn>
                                        <p:tgtEl>
                                          <p:spTgt spid="28677"/>
                                        </p:tgtEl>
                                        <p:attrNameLst>
                                          <p:attrName>style.visibility</p:attrName>
                                        </p:attrNameLst>
                                      </p:cBhvr>
                                      <p:to>
                                        <p:strVal val="visible"/>
                                      </p:to>
                                    </p:set>
                                    <p:anim calcmode="lin" valueType="num">
                                      <p:cBhvr>
                                        <p:cTn id="25" dur="500" fill="hold"/>
                                        <p:tgtEl>
                                          <p:spTgt spid="28677"/>
                                        </p:tgtEl>
                                        <p:attrNameLst>
                                          <p:attrName>ppt_w</p:attrName>
                                        </p:attrNameLst>
                                      </p:cBhvr>
                                      <p:tavLst>
                                        <p:tav tm="0">
                                          <p:val>
                                            <p:fltVal val="0"/>
                                          </p:val>
                                        </p:tav>
                                        <p:tav tm="100000">
                                          <p:val>
                                            <p:strVal val="#ppt_w"/>
                                          </p:val>
                                        </p:tav>
                                      </p:tavLst>
                                    </p:anim>
                                    <p:anim calcmode="lin" valueType="num">
                                      <p:cBhvr>
                                        <p:cTn id="26" dur="500" fill="hold"/>
                                        <p:tgtEl>
                                          <p:spTgt spid="28677"/>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 presetClass="entr" presetSubtype="16" fill="hold" nodeType="clickEffect">
                                  <p:stCondLst>
                                    <p:cond delay="0"/>
                                  </p:stCondLst>
                                  <p:childTnLst>
                                    <p:set>
                                      <p:cBhvr>
                                        <p:cTn id="30" dur="1" fill="hold">
                                          <p:stCondLst>
                                            <p:cond delay="0"/>
                                          </p:stCondLst>
                                        </p:cTn>
                                        <p:tgtEl>
                                          <p:spTgt spid="28678"/>
                                        </p:tgtEl>
                                        <p:attrNameLst>
                                          <p:attrName>style.visibility</p:attrName>
                                        </p:attrNameLst>
                                      </p:cBhvr>
                                      <p:to>
                                        <p:strVal val="visible"/>
                                      </p:to>
                                    </p:set>
                                    <p:animEffect transition="in" filter="box(in)">
                                      <p:cBhvr>
                                        <p:cTn id="31" dur="500"/>
                                        <p:tgtEl>
                                          <p:spTgt spid="2867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ntr" presetSubtype="16" fill="hold" nodeType="clickEffect">
                                  <p:stCondLst>
                                    <p:cond delay="0"/>
                                  </p:stCondLst>
                                  <p:childTnLst>
                                    <p:set>
                                      <p:cBhvr>
                                        <p:cTn id="35" dur="1" fill="hold">
                                          <p:stCondLst>
                                            <p:cond delay="0"/>
                                          </p:stCondLst>
                                        </p:cTn>
                                        <p:tgtEl>
                                          <p:spTgt spid="28679"/>
                                        </p:tgtEl>
                                        <p:attrNameLst>
                                          <p:attrName>style.visibility</p:attrName>
                                        </p:attrNameLst>
                                      </p:cBhvr>
                                      <p:to>
                                        <p:strVal val="visible"/>
                                      </p:to>
                                    </p:set>
                                    <p:animEffect transition="in" filter="box(in)">
                                      <p:cBhvr>
                                        <p:cTn id="36" dur="500"/>
                                        <p:tgtEl>
                                          <p:spTgt spid="286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381000" y="773113"/>
            <a:ext cx="85344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CC"/>
                </a:solidFill>
                <a:latin typeface="华文中宋" pitchFamily="2" charset="-122"/>
                <a:ea typeface="华文中宋" pitchFamily="2" charset="-122"/>
              </a:rPr>
              <a:t>例</a:t>
            </a:r>
            <a:r>
              <a:rPr lang="en-US" altLang="zh-CN" sz="1800">
                <a:solidFill>
                  <a:srgbClr val="0000CC"/>
                </a:solidFill>
                <a:latin typeface="华文中宋" pitchFamily="2" charset="-122"/>
                <a:ea typeface="华文中宋" pitchFamily="2" charset="-122"/>
              </a:rPr>
              <a:t>   </a:t>
            </a:r>
            <a:r>
              <a:rPr lang="zh-CN" altLang="en-US" sz="1800">
                <a:solidFill>
                  <a:srgbClr val="0000CC"/>
                </a:solidFill>
                <a:latin typeface="华文中宋" pitchFamily="2" charset="-122"/>
                <a:ea typeface="华文中宋" pitchFamily="2" charset="-122"/>
              </a:rPr>
              <a:t>用棒打击质量 </a:t>
            </a:r>
            <a:r>
              <a:rPr lang="en-US" altLang="zh-CN" sz="1800">
                <a:solidFill>
                  <a:srgbClr val="0000CC"/>
                </a:solidFill>
                <a:latin typeface="华文中宋" pitchFamily="2" charset="-122"/>
                <a:ea typeface="华文中宋" pitchFamily="2" charset="-122"/>
              </a:rPr>
              <a:t>0.3kg</a:t>
            </a:r>
            <a:r>
              <a:rPr lang="zh-CN" altLang="en-US" sz="1800">
                <a:solidFill>
                  <a:srgbClr val="0000CC"/>
                </a:solidFill>
                <a:latin typeface="华文中宋" pitchFamily="2" charset="-122"/>
                <a:ea typeface="华文中宋" pitchFamily="2" charset="-122"/>
              </a:rPr>
              <a:t>，速度</a:t>
            </a:r>
            <a:r>
              <a:rPr lang="en-US" altLang="zh-CN" sz="1800">
                <a:solidFill>
                  <a:srgbClr val="0000CC"/>
                </a:solidFill>
                <a:latin typeface="华文中宋" pitchFamily="2" charset="-122"/>
                <a:ea typeface="华文中宋" pitchFamily="2" charset="-122"/>
              </a:rPr>
              <a:t>20m/s</a:t>
            </a:r>
            <a:r>
              <a:rPr lang="zh-CN" altLang="en-US" sz="1800">
                <a:solidFill>
                  <a:srgbClr val="0000CC"/>
                </a:solidFill>
                <a:latin typeface="华文中宋" pitchFamily="2" charset="-122"/>
                <a:ea typeface="华文中宋" pitchFamily="2" charset="-122"/>
              </a:rPr>
              <a:t>水平飞来的球，球飞到竖直上方</a:t>
            </a:r>
            <a:r>
              <a:rPr lang="en-US" altLang="zh-CN" sz="1800">
                <a:solidFill>
                  <a:srgbClr val="0000CC"/>
                </a:solidFill>
                <a:latin typeface="华文中宋" pitchFamily="2" charset="-122"/>
                <a:ea typeface="华文中宋" pitchFamily="2" charset="-122"/>
              </a:rPr>
              <a:t>10</a:t>
            </a:r>
            <a:r>
              <a:rPr lang="en-US" altLang="zh-CN" sz="1800" i="1">
                <a:solidFill>
                  <a:srgbClr val="0000CC"/>
                </a:solidFill>
                <a:latin typeface="华文中宋" pitchFamily="2" charset="-122"/>
                <a:ea typeface="华文中宋" pitchFamily="2" charset="-122"/>
              </a:rPr>
              <a:t>m</a:t>
            </a:r>
            <a:r>
              <a:rPr lang="zh-CN" altLang="en-US" sz="1800">
                <a:solidFill>
                  <a:srgbClr val="0000CC"/>
                </a:solidFill>
                <a:latin typeface="华文中宋" pitchFamily="2" charset="-122"/>
                <a:ea typeface="华文中宋" pitchFamily="2" charset="-122"/>
              </a:rPr>
              <a:t>的高       度，求棒给予球的冲量。设球与棒的接触时间为</a:t>
            </a:r>
            <a:r>
              <a:rPr lang="en-US" altLang="zh-CN" sz="1800">
                <a:solidFill>
                  <a:srgbClr val="0000CC"/>
                </a:solidFill>
                <a:latin typeface="华文中宋" pitchFamily="2" charset="-122"/>
                <a:ea typeface="华文中宋" pitchFamily="2" charset="-122"/>
              </a:rPr>
              <a:t>0.02s</a:t>
            </a:r>
            <a:r>
              <a:rPr lang="zh-CN" altLang="en-US" sz="1800">
                <a:solidFill>
                  <a:srgbClr val="0000CC"/>
                </a:solidFill>
                <a:latin typeface="华文中宋" pitchFamily="2" charset="-122"/>
                <a:ea typeface="华文中宋" pitchFamily="2" charset="-122"/>
              </a:rPr>
              <a:t>，求球受到的平均冲力。</a:t>
            </a:r>
          </a:p>
        </p:txBody>
      </p:sp>
      <p:sp>
        <p:nvSpPr>
          <p:cNvPr id="30723" name="Text Box 3"/>
          <p:cNvSpPr txBox="1">
            <a:spLocks noChangeArrowheads="1"/>
          </p:cNvSpPr>
          <p:nvPr/>
        </p:nvSpPr>
        <p:spPr bwMode="auto">
          <a:xfrm>
            <a:off x="107950" y="1409700"/>
            <a:ext cx="664527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解（</a:t>
            </a:r>
            <a:r>
              <a:rPr lang="en-US" altLang="zh-CN" sz="1800">
                <a:latin typeface="华文中宋" pitchFamily="2" charset="-122"/>
                <a:ea typeface="华文中宋" pitchFamily="2" charset="-122"/>
              </a:rPr>
              <a:t>1</a:t>
            </a:r>
            <a:r>
              <a:rPr lang="zh-CN" altLang="en-US" sz="1800">
                <a:latin typeface="华文中宋" pitchFamily="2" charset="-122"/>
                <a:ea typeface="华文中宋" pitchFamily="2" charset="-122"/>
              </a:rPr>
              <a:t>）：以球为对象并设坐标如图，则由动量定理的分量式有</a:t>
            </a:r>
          </a:p>
        </p:txBody>
      </p:sp>
      <p:grpSp>
        <p:nvGrpSpPr>
          <p:cNvPr id="2" name="Group 4"/>
          <p:cNvGrpSpPr>
            <a:grpSpLocks/>
          </p:cNvGrpSpPr>
          <p:nvPr/>
        </p:nvGrpSpPr>
        <p:grpSpPr bwMode="auto">
          <a:xfrm>
            <a:off x="5943600" y="1543050"/>
            <a:ext cx="2819400" cy="1674813"/>
            <a:chOff x="0" y="0"/>
            <a:chExt cx="2875" cy="2879"/>
          </a:xfrm>
        </p:grpSpPr>
        <p:sp>
          <p:nvSpPr>
            <p:cNvPr id="38926" name="Oval 5"/>
            <p:cNvSpPr>
              <a:spLocks noChangeArrowheads="1"/>
            </p:cNvSpPr>
            <p:nvPr/>
          </p:nvSpPr>
          <p:spPr bwMode="auto">
            <a:xfrm>
              <a:off x="552" y="1387"/>
              <a:ext cx="420" cy="420"/>
            </a:xfrm>
            <a:prstGeom prst="ellipse">
              <a:avLst/>
            </a:prstGeom>
            <a:solidFill>
              <a:srgbClr val="FFFFFF"/>
            </a:solidFill>
            <a:ln w="9525">
              <a:solidFill>
                <a:srgbClr val="000000"/>
              </a:solidFill>
              <a:round/>
              <a:headEnd/>
              <a:tailEnd/>
            </a:ln>
          </p:spPr>
          <p:txBody>
            <a:bodyPr/>
            <a:lstStyle/>
            <a:p>
              <a:endParaRPr lang="zh-CN" altLang="en-US"/>
            </a:p>
          </p:txBody>
        </p:sp>
        <p:grpSp>
          <p:nvGrpSpPr>
            <p:cNvPr id="38927" name="Group 6"/>
            <p:cNvGrpSpPr>
              <a:grpSpLocks/>
            </p:cNvGrpSpPr>
            <p:nvPr/>
          </p:nvGrpSpPr>
          <p:grpSpPr bwMode="auto">
            <a:xfrm rot="142741">
              <a:off x="1054" y="0"/>
              <a:ext cx="1821" cy="2879"/>
              <a:chOff x="0" y="0"/>
              <a:chExt cx="1821" cy="2879"/>
            </a:xfrm>
          </p:grpSpPr>
          <p:sp>
            <p:nvSpPr>
              <p:cNvPr id="38940" name="未知"/>
              <p:cNvSpPr>
                <a:spLocks/>
              </p:cNvSpPr>
              <p:nvPr/>
            </p:nvSpPr>
            <p:spPr bwMode="auto">
              <a:xfrm rot="894162">
                <a:off x="0" y="7"/>
                <a:ext cx="1373" cy="2872"/>
              </a:xfrm>
              <a:custGeom>
                <a:avLst/>
                <a:gdLst>
                  <a:gd name="T0" fmla="*/ 200 w 1853"/>
                  <a:gd name="T1" fmla="*/ 12 h 2992"/>
                  <a:gd name="T2" fmla="*/ 22 w 1853"/>
                  <a:gd name="T3" fmla="*/ 1657 h 2992"/>
                  <a:gd name="T4" fmla="*/ 62 w 1853"/>
                  <a:gd name="T5" fmla="*/ 1972 h 2992"/>
                  <a:gd name="T6" fmla="*/ 227 w 1853"/>
                  <a:gd name="T7" fmla="*/ 0 h 2992"/>
                  <a:gd name="T8" fmla="*/ 0 60000 65536"/>
                  <a:gd name="T9" fmla="*/ 0 60000 65536"/>
                  <a:gd name="T10" fmla="*/ 0 60000 65536"/>
                  <a:gd name="T11" fmla="*/ 0 60000 65536"/>
                  <a:gd name="T12" fmla="*/ 0 w 1853"/>
                  <a:gd name="T13" fmla="*/ 0 h 2992"/>
                  <a:gd name="T14" fmla="*/ 1853 w 1853"/>
                  <a:gd name="T15" fmla="*/ 2992 h 2992"/>
                </a:gdLst>
                <a:ahLst/>
                <a:cxnLst>
                  <a:cxn ang="T8">
                    <a:pos x="T0" y="T1"/>
                  </a:cxn>
                  <a:cxn ang="T9">
                    <a:pos x="T2" y="T3"/>
                  </a:cxn>
                  <a:cxn ang="T10">
                    <a:pos x="T4" y="T5"/>
                  </a:cxn>
                  <a:cxn ang="T11">
                    <a:pos x="T6" y="T7"/>
                  </a:cxn>
                </a:cxnLst>
                <a:rect l="T12" t="T13" r="T14" b="T15"/>
                <a:pathLst>
                  <a:path w="1853" h="2992">
                    <a:moveTo>
                      <a:pt x="1628" y="15"/>
                    </a:moveTo>
                    <a:cubicBezTo>
                      <a:pt x="1002" y="892"/>
                      <a:pt x="376" y="1770"/>
                      <a:pt x="188" y="2205"/>
                    </a:cubicBezTo>
                    <a:cubicBezTo>
                      <a:pt x="0" y="2640"/>
                      <a:pt x="226" y="2992"/>
                      <a:pt x="503" y="2625"/>
                    </a:cubicBezTo>
                    <a:cubicBezTo>
                      <a:pt x="780" y="2258"/>
                      <a:pt x="1628" y="437"/>
                      <a:pt x="1853" y="0"/>
                    </a:cubicBezTo>
                  </a:path>
                </a:pathLst>
              </a:custGeom>
              <a:noFill/>
              <a:ln w="28575"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38941" name="未知"/>
              <p:cNvSpPr>
                <a:spLocks/>
              </p:cNvSpPr>
              <p:nvPr/>
            </p:nvSpPr>
            <p:spPr bwMode="auto">
              <a:xfrm>
                <a:off x="1568" y="0"/>
                <a:ext cx="253" cy="262"/>
              </a:xfrm>
              <a:custGeom>
                <a:avLst/>
                <a:gdLst>
                  <a:gd name="T0" fmla="*/ 0 w 253"/>
                  <a:gd name="T1" fmla="*/ 217 h 262"/>
                  <a:gd name="T2" fmla="*/ 120 w 253"/>
                  <a:gd name="T3" fmla="*/ 67 h 262"/>
                  <a:gd name="T4" fmla="*/ 150 w 253"/>
                  <a:gd name="T5" fmla="*/ 22 h 262"/>
                  <a:gd name="T6" fmla="*/ 240 w 253"/>
                  <a:gd name="T7" fmla="*/ 82 h 262"/>
                  <a:gd name="T8" fmla="*/ 180 w 253"/>
                  <a:gd name="T9" fmla="*/ 172 h 262"/>
                  <a:gd name="T10" fmla="*/ 120 w 253"/>
                  <a:gd name="T11" fmla="*/ 262 h 262"/>
                  <a:gd name="T12" fmla="*/ 0 60000 65536"/>
                  <a:gd name="T13" fmla="*/ 0 60000 65536"/>
                  <a:gd name="T14" fmla="*/ 0 60000 65536"/>
                  <a:gd name="T15" fmla="*/ 0 60000 65536"/>
                  <a:gd name="T16" fmla="*/ 0 60000 65536"/>
                  <a:gd name="T17" fmla="*/ 0 60000 65536"/>
                  <a:gd name="T18" fmla="*/ 0 w 253"/>
                  <a:gd name="T19" fmla="*/ 0 h 262"/>
                  <a:gd name="T20" fmla="*/ 253 w 253"/>
                  <a:gd name="T21" fmla="*/ 262 h 262"/>
                </a:gdLst>
                <a:ahLst/>
                <a:cxnLst>
                  <a:cxn ang="T12">
                    <a:pos x="T0" y="T1"/>
                  </a:cxn>
                  <a:cxn ang="T13">
                    <a:pos x="T2" y="T3"/>
                  </a:cxn>
                  <a:cxn ang="T14">
                    <a:pos x="T4" y="T5"/>
                  </a:cxn>
                  <a:cxn ang="T15">
                    <a:pos x="T6" y="T7"/>
                  </a:cxn>
                  <a:cxn ang="T16">
                    <a:pos x="T8" y="T9"/>
                  </a:cxn>
                  <a:cxn ang="T17">
                    <a:pos x="T10" y="T11"/>
                  </a:cxn>
                </a:cxnLst>
                <a:rect l="T18" t="T19" r="T20" b="T21"/>
                <a:pathLst>
                  <a:path w="253" h="262">
                    <a:moveTo>
                      <a:pt x="0" y="217"/>
                    </a:moveTo>
                    <a:cubicBezTo>
                      <a:pt x="27" y="137"/>
                      <a:pt x="41" y="93"/>
                      <a:pt x="120" y="67"/>
                    </a:cubicBezTo>
                    <a:cubicBezTo>
                      <a:pt x="130" y="52"/>
                      <a:pt x="133" y="27"/>
                      <a:pt x="150" y="22"/>
                    </a:cubicBezTo>
                    <a:cubicBezTo>
                      <a:pt x="227" y="0"/>
                      <a:pt x="225" y="38"/>
                      <a:pt x="240" y="82"/>
                    </a:cubicBezTo>
                    <a:cubicBezTo>
                      <a:pt x="209" y="207"/>
                      <a:pt x="253" y="89"/>
                      <a:pt x="180" y="172"/>
                    </a:cubicBezTo>
                    <a:cubicBezTo>
                      <a:pt x="156" y="199"/>
                      <a:pt x="120" y="262"/>
                      <a:pt x="120" y="262"/>
                    </a:cubicBezTo>
                  </a:path>
                </a:pathLst>
              </a:custGeom>
              <a:noFill/>
              <a:ln w="28575"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38942" name="Line 9"/>
              <p:cNvSpPr>
                <a:spLocks noChangeShapeType="1"/>
              </p:cNvSpPr>
              <p:nvPr/>
            </p:nvSpPr>
            <p:spPr bwMode="auto">
              <a:xfrm>
                <a:off x="1343" y="442"/>
                <a:ext cx="105" cy="12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38943" name="Line 10"/>
              <p:cNvSpPr>
                <a:spLocks noChangeShapeType="1"/>
              </p:cNvSpPr>
              <p:nvPr/>
            </p:nvSpPr>
            <p:spPr bwMode="auto">
              <a:xfrm>
                <a:off x="1388" y="352"/>
                <a:ext cx="105" cy="12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38944" name="Line 11"/>
              <p:cNvSpPr>
                <a:spLocks noChangeShapeType="1"/>
              </p:cNvSpPr>
              <p:nvPr/>
            </p:nvSpPr>
            <p:spPr bwMode="auto">
              <a:xfrm>
                <a:off x="1463" y="322"/>
                <a:ext cx="105" cy="12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38945" name="Line 12"/>
              <p:cNvSpPr>
                <a:spLocks noChangeShapeType="1"/>
              </p:cNvSpPr>
              <p:nvPr/>
            </p:nvSpPr>
            <p:spPr bwMode="auto">
              <a:xfrm>
                <a:off x="1538" y="262"/>
                <a:ext cx="105" cy="12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38946" name="Line 13"/>
              <p:cNvSpPr>
                <a:spLocks noChangeShapeType="1"/>
              </p:cNvSpPr>
              <p:nvPr/>
            </p:nvSpPr>
            <p:spPr bwMode="auto">
              <a:xfrm>
                <a:off x="1583" y="172"/>
                <a:ext cx="105" cy="12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38947" name="Line 14"/>
              <p:cNvSpPr>
                <a:spLocks noChangeShapeType="1"/>
              </p:cNvSpPr>
              <p:nvPr/>
            </p:nvSpPr>
            <p:spPr bwMode="auto">
              <a:xfrm>
                <a:off x="1658" y="142"/>
                <a:ext cx="105" cy="12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38948" name="Line 15"/>
              <p:cNvSpPr>
                <a:spLocks noChangeShapeType="1"/>
              </p:cNvSpPr>
              <p:nvPr/>
            </p:nvSpPr>
            <p:spPr bwMode="auto">
              <a:xfrm>
                <a:off x="1163" y="652"/>
                <a:ext cx="135" cy="135"/>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38949" name="Line 16"/>
              <p:cNvSpPr>
                <a:spLocks noChangeShapeType="1"/>
              </p:cNvSpPr>
              <p:nvPr/>
            </p:nvSpPr>
            <p:spPr bwMode="auto">
              <a:xfrm>
                <a:off x="1238" y="577"/>
                <a:ext cx="105" cy="12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38950" name="Line 17"/>
              <p:cNvSpPr>
                <a:spLocks noChangeShapeType="1"/>
              </p:cNvSpPr>
              <p:nvPr/>
            </p:nvSpPr>
            <p:spPr bwMode="auto">
              <a:xfrm>
                <a:off x="1313" y="547"/>
                <a:ext cx="105" cy="12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38951" name="Line 18"/>
              <p:cNvSpPr>
                <a:spLocks noChangeShapeType="1"/>
              </p:cNvSpPr>
              <p:nvPr/>
            </p:nvSpPr>
            <p:spPr bwMode="auto">
              <a:xfrm>
                <a:off x="1388" y="487"/>
                <a:ext cx="105" cy="12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grpSp>
        <p:sp>
          <p:nvSpPr>
            <p:cNvPr id="38928" name="Line 19"/>
            <p:cNvSpPr>
              <a:spLocks noChangeShapeType="1"/>
            </p:cNvSpPr>
            <p:nvPr/>
          </p:nvSpPr>
          <p:spPr bwMode="auto">
            <a:xfrm flipV="1">
              <a:off x="762" y="352"/>
              <a:ext cx="0" cy="1245"/>
            </a:xfrm>
            <a:prstGeom prst="line">
              <a:avLst/>
            </a:prstGeom>
            <a:noFill/>
            <a:ln w="28575">
              <a:solidFill>
                <a:srgbClr val="000000"/>
              </a:solidFill>
              <a:round/>
              <a:headEnd/>
              <a:tailEnd type="triangle" w="sm" len="med"/>
            </a:ln>
            <a:extLst>
              <a:ext uri="{909E8E84-426E-40DD-AFC4-6F175D3DCCD1}">
                <a14:hiddenFill xmlns:a14="http://schemas.microsoft.com/office/drawing/2010/main" xmlns="">
                  <a:noFill/>
                </a14:hiddenFill>
              </a:ext>
            </a:extLst>
          </p:spPr>
          <p:txBody>
            <a:bodyPr/>
            <a:lstStyle/>
            <a:p>
              <a:endParaRPr lang="zh-CN" altLang="en-US"/>
            </a:p>
          </p:txBody>
        </p:sp>
        <p:sp>
          <p:nvSpPr>
            <p:cNvPr id="38929" name="Line 20"/>
            <p:cNvSpPr>
              <a:spLocks noChangeShapeType="1"/>
            </p:cNvSpPr>
            <p:nvPr/>
          </p:nvSpPr>
          <p:spPr bwMode="auto">
            <a:xfrm>
              <a:off x="762" y="1582"/>
              <a:ext cx="870" cy="0"/>
            </a:xfrm>
            <a:prstGeom prst="line">
              <a:avLst/>
            </a:prstGeom>
            <a:noFill/>
            <a:ln w="28575">
              <a:solidFill>
                <a:srgbClr val="000000"/>
              </a:solidFill>
              <a:round/>
              <a:headEnd/>
              <a:tailEnd type="triangle" w="sm" len="med"/>
            </a:ln>
            <a:extLst>
              <a:ext uri="{909E8E84-426E-40DD-AFC4-6F175D3DCCD1}">
                <a14:hiddenFill xmlns:a14="http://schemas.microsoft.com/office/drawing/2010/main" xmlns="">
                  <a:noFill/>
                </a14:hiddenFill>
              </a:ext>
            </a:extLst>
          </p:spPr>
          <p:txBody>
            <a:bodyPr/>
            <a:lstStyle/>
            <a:p>
              <a:endParaRPr lang="zh-CN" altLang="en-US"/>
            </a:p>
          </p:txBody>
        </p:sp>
        <p:sp>
          <p:nvSpPr>
            <p:cNvPr id="38930" name="Line 21"/>
            <p:cNvSpPr>
              <a:spLocks noChangeShapeType="1"/>
            </p:cNvSpPr>
            <p:nvPr/>
          </p:nvSpPr>
          <p:spPr bwMode="auto">
            <a:xfrm flipH="1" flipV="1">
              <a:off x="345" y="1207"/>
              <a:ext cx="435" cy="375"/>
            </a:xfrm>
            <a:prstGeom prst="line">
              <a:avLst/>
            </a:prstGeom>
            <a:noFill/>
            <a:ln w="28575">
              <a:solidFill>
                <a:srgbClr val="000000"/>
              </a:solidFill>
              <a:round/>
              <a:headEnd/>
              <a:tailEnd type="triangle" w="sm" len="med"/>
            </a:ln>
            <a:extLst>
              <a:ext uri="{909E8E84-426E-40DD-AFC4-6F175D3DCCD1}">
                <a14:hiddenFill xmlns:a14="http://schemas.microsoft.com/office/drawing/2010/main" xmlns="">
                  <a:noFill/>
                </a14:hiddenFill>
              </a:ext>
            </a:extLst>
          </p:spPr>
          <p:txBody>
            <a:bodyPr/>
            <a:lstStyle/>
            <a:p>
              <a:endParaRPr lang="zh-CN" altLang="en-US"/>
            </a:p>
          </p:txBody>
        </p:sp>
        <p:sp>
          <p:nvSpPr>
            <p:cNvPr id="38931" name="Line 22"/>
            <p:cNvSpPr>
              <a:spLocks noChangeShapeType="1"/>
            </p:cNvSpPr>
            <p:nvPr/>
          </p:nvSpPr>
          <p:spPr bwMode="auto">
            <a:xfrm>
              <a:off x="1002" y="1417"/>
              <a:ext cx="345" cy="0"/>
            </a:xfrm>
            <a:prstGeom prst="line">
              <a:avLst/>
            </a:prstGeom>
            <a:noFill/>
            <a:ln w="9525">
              <a:solidFill>
                <a:srgbClr val="000000"/>
              </a:solidFill>
              <a:round/>
              <a:headEnd/>
              <a:tailEnd type="triangle" w="sm" len="med"/>
            </a:ln>
            <a:extLst>
              <a:ext uri="{909E8E84-426E-40DD-AFC4-6F175D3DCCD1}">
                <a14:hiddenFill xmlns:a14="http://schemas.microsoft.com/office/drawing/2010/main" xmlns="">
                  <a:noFill/>
                </a14:hiddenFill>
              </a:ext>
            </a:extLst>
          </p:spPr>
          <p:txBody>
            <a:bodyPr/>
            <a:lstStyle/>
            <a:p>
              <a:endParaRPr lang="zh-CN" altLang="en-US"/>
            </a:p>
          </p:txBody>
        </p:sp>
        <p:sp>
          <p:nvSpPr>
            <p:cNvPr id="38932" name="Text Box 23"/>
            <p:cNvSpPr txBox="1">
              <a:spLocks noChangeArrowheads="1"/>
            </p:cNvSpPr>
            <p:nvPr/>
          </p:nvSpPr>
          <p:spPr bwMode="auto">
            <a:xfrm>
              <a:off x="0" y="1162"/>
              <a:ext cx="585" cy="5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just"/>
              <a:r>
                <a:rPr lang="en-US" altLang="zh-CN" sz="2000" i="1">
                  <a:latin typeface="Times New Roman" pitchFamily="18" charset="0"/>
                  <a:ea typeface="宋体" pitchFamily="2" charset="-122"/>
                </a:rPr>
                <a:t>I</a:t>
              </a:r>
              <a:r>
                <a:rPr lang="zh-CN" altLang="en-US" sz="2000" baseline="-25000">
                  <a:latin typeface="Times New Roman" pitchFamily="18" charset="0"/>
                  <a:ea typeface="宋体" pitchFamily="2" charset="-122"/>
                </a:rPr>
                <a:t>合</a:t>
              </a:r>
              <a:endParaRPr lang="zh-CN" altLang="en-US" sz="2000">
                <a:latin typeface="Times New Roman" pitchFamily="18" charset="0"/>
                <a:ea typeface="宋体" pitchFamily="2" charset="-122"/>
              </a:endParaRPr>
            </a:p>
          </p:txBody>
        </p:sp>
        <p:sp>
          <p:nvSpPr>
            <p:cNvPr id="38933" name="Text Box 24"/>
            <p:cNvSpPr txBox="1">
              <a:spLocks noChangeArrowheads="1"/>
            </p:cNvSpPr>
            <p:nvPr/>
          </p:nvSpPr>
          <p:spPr bwMode="auto">
            <a:xfrm>
              <a:off x="900" y="982"/>
              <a:ext cx="585" cy="5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just"/>
              <a:r>
                <a:rPr lang="en-US" altLang="zh-CN" sz="2000" i="1">
                  <a:latin typeface="Times New Roman" pitchFamily="18" charset="0"/>
                  <a:ea typeface="宋体" pitchFamily="2" charset="-122"/>
                </a:rPr>
                <a:t>P</a:t>
              </a:r>
              <a:r>
                <a:rPr lang="en-US" altLang="zh-CN" sz="2000" i="1" baseline="-25000">
                  <a:latin typeface="Times New Roman" pitchFamily="18" charset="0"/>
                  <a:ea typeface="宋体" pitchFamily="2" charset="-122"/>
                </a:rPr>
                <a:t>x</a:t>
              </a:r>
              <a:endParaRPr lang="en-US" altLang="zh-CN" sz="2000">
                <a:latin typeface="Times New Roman" pitchFamily="18" charset="0"/>
                <a:ea typeface="宋体" pitchFamily="2" charset="-122"/>
              </a:endParaRPr>
            </a:p>
          </p:txBody>
        </p:sp>
        <p:sp>
          <p:nvSpPr>
            <p:cNvPr id="38934" name="Text Box 25"/>
            <p:cNvSpPr txBox="1">
              <a:spLocks noChangeArrowheads="1"/>
            </p:cNvSpPr>
            <p:nvPr/>
          </p:nvSpPr>
          <p:spPr bwMode="auto">
            <a:xfrm>
              <a:off x="1380" y="1222"/>
              <a:ext cx="585" cy="5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just"/>
              <a:r>
                <a:rPr lang="en-US" altLang="zh-CN" sz="2000" i="1">
                  <a:latin typeface="Times New Roman" pitchFamily="18" charset="0"/>
                  <a:ea typeface="宋体" pitchFamily="2" charset="-122"/>
                </a:rPr>
                <a:t>  x</a:t>
              </a:r>
              <a:endParaRPr lang="en-US" altLang="zh-CN" sz="2000">
                <a:latin typeface="Times New Roman" pitchFamily="18" charset="0"/>
                <a:ea typeface="宋体" pitchFamily="2" charset="-122"/>
              </a:endParaRPr>
            </a:p>
          </p:txBody>
        </p:sp>
        <p:sp>
          <p:nvSpPr>
            <p:cNvPr id="38935" name="Text Box 26"/>
            <p:cNvSpPr txBox="1">
              <a:spLocks noChangeArrowheads="1"/>
            </p:cNvSpPr>
            <p:nvPr/>
          </p:nvSpPr>
          <p:spPr bwMode="auto">
            <a:xfrm>
              <a:off x="735" y="52"/>
              <a:ext cx="585" cy="5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just"/>
              <a:r>
                <a:rPr lang="en-US" altLang="zh-CN" sz="2000" i="1">
                  <a:latin typeface="Times New Roman" pitchFamily="18" charset="0"/>
                  <a:ea typeface="宋体" pitchFamily="2" charset="-122"/>
                </a:rPr>
                <a:t>y</a:t>
              </a:r>
              <a:endParaRPr lang="en-US" altLang="zh-CN" sz="2000">
                <a:latin typeface="Times New Roman" pitchFamily="18" charset="0"/>
                <a:ea typeface="宋体" pitchFamily="2" charset="-122"/>
              </a:endParaRPr>
            </a:p>
          </p:txBody>
        </p:sp>
        <p:sp>
          <p:nvSpPr>
            <p:cNvPr id="38936" name="Line 27"/>
            <p:cNvSpPr>
              <a:spLocks noChangeShapeType="1"/>
            </p:cNvSpPr>
            <p:nvPr/>
          </p:nvSpPr>
          <p:spPr bwMode="auto">
            <a:xfrm flipV="1">
              <a:off x="567" y="577"/>
              <a:ext cx="0" cy="465"/>
            </a:xfrm>
            <a:prstGeom prst="line">
              <a:avLst/>
            </a:prstGeom>
            <a:noFill/>
            <a:ln w="9525">
              <a:solidFill>
                <a:srgbClr val="000000"/>
              </a:solidFill>
              <a:round/>
              <a:headEnd/>
              <a:tailEnd type="triangle" w="sm" len="med"/>
            </a:ln>
            <a:extLst>
              <a:ext uri="{909E8E84-426E-40DD-AFC4-6F175D3DCCD1}">
                <a14:hiddenFill xmlns:a14="http://schemas.microsoft.com/office/drawing/2010/main" xmlns="">
                  <a:noFill/>
                </a14:hiddenFill>
              </a:ext>
            </a:extLst>
          </p:spPr>
          <p:txBody>
            <a:bodyPr/>
            <a:lstStyle/>
            <a:p>
              <a:endParaRPr lang="zh-CN" altLang="en-US"/>
            </a:p>
          </p:txBody>
        </p:sp>
        <p:sp>
          <p:nvSpPr>
            <p:cNvPr id="38937" name="Text Box 28"/>
            <p:cNvSpPr txBox="1">
              <a:spLocks noChangeArrowheads="1"/>
            </p:cNvSpPr>
            <p:nvPr/>
          </p:nvSpPr>
          <p:spPr bwMode="auto">
            <a:xfrm>
              <a:off x="150" y="592"/>
              <a:ext cx="585" cy="5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just"/>
              <a:r>
                <a:rPr lang="en-US" altLang="zh-CN" sz="2000" i="1">
                  <a:latin typeface="Times New Roman" pitchFamily="18" charset="0"/>
                  <a:ea typeface="宋体" pitchFamily="2" charset="-122"/>
                </a:rPr>
                <a:t>P</a:t>
              </a:r>
              <a:r>
                <a:rPr lang="en-US" altLang="zh-CN" sz="2000" i="1" baseline="-25000">
                  <a:latin typeface="Times New Roman" pitchFamily="18" charset="0"/>
                  <a:ea typeface="宋体" pitchFamily="2" charset="-122"/>
                </a:rPr>
                <a:t>y</a:t>
              </a:r>
              <a:endParaRPr lang="en-US" altLang="zh-CN" sz="2000">
                <a:latin typeface="Times New Roman" pitchFamily="18" charset="0"/>
                <a:ea typeface="宋体" pitchFamily="2" charset="-122"/>
              </a:endParaRPr>
            </a:p>
          </p:txBody>
        </p:sp>
        <p:sp>
          <p:nvSpPr>
            <p:cNvPr id="38938" name="Arc 30"/>
            <p:cNvSpPr>
              <a:spLocks/>
            </p:cNvSpPr>
            <p:nvPr/>
          </p:nvSpPr>
          <p:spPr bwMode="auto">
            <a:xfrm rot="6417637" flipH="1">
              <a:off x="740" y="1124"/>
              <a:ext cx="213" cy="550"/>
            </a:xfrm>
            <a:custGeom>
              <a:avLst/>
              <a:gdLst>
                <a:gd name="T0" fmla="*/ 0 w 21600"/>
                <a:gd name="T1" fmla="*/ 0 h 43157"/>
                <a:gd name="T2" fmla="*/ 0 w 21600"/>
                <a:gd name="T3" fmla="*/ 0 h 43157"/>
                <a:gd name="T4" fmla="*/ 0 w 21600"/>
                <a:gd name="T5" fmla="*/ 0 h 43157"/>
                <a:gd name="T6" fmla="*/ 0 60000 65536"/>
                <a:gd name="T7" fmla="*/ 0 60000 65536"/>
                <a:gd name="T8" fmla="*/ 0 60000 65536"/>
                <a:gd name="T9" fmla="*/ 0 w 21600"/>
                <a:gd name="T10" fmla="*/ 0 h 43157"/>
                <a:gd name="T11" fmla="*/ 21600 w 21600"/>
                <a:gd name="T12" fmla="*/ 43157 h 43157"/>
              </a:gdLst>
              <a:ahLst/>
              <a:cxnLst>
                <a:cxn ang="T6">
                  <a:pos x="T0" y="T1"/>
                </a:cxn>
                <a:cxn ang="T7">
                  <a:pos x="T2" y="T3"/>
                </a:cxn>
                <a:cxn ang="T8">
                  <a:pos x="T4" y="T5"/>
                </a:cxn>
              </a:cxnLst>
              <a:rect l="T9" t="T10" r="T11" b="T12"/>
              <a:pathLst>
                <a:path w="21600" h="43157" fill="none" extrusionOk="0">
                  <a:moveTo>
                    <a:pt x="-1" y="0"/>
                  </a:moveTo>
                  <a:cubicBezTo>
                    <a:pt x="11929" y="0"/>
                    <a:pt x="21600" y="9670"/>
                    <a:pt x="21600" y="21600"/>
                  </a:cubicBezTo>
                  <a:cubicBezTo>
                    <a:pt x="21600" y="33003"/>
                    <a:pt x="12735" y="42442"/>
                    <a:pt x="1355" y="43157"/>
                  </a:cubicBezTo>
                </a:path>
                <a:path w="21600" h="43157" stroke="0" extrusionOk="0">
                  <a:moveTo>
                    <a:pt x="-1" y="0"/>
                  </a:moveTo>
                  <a:cubicBezTo>
                    <a:pt x="11929" y="0"/>
                    <a:pt x="21600" y="9670"/>
                    <a:pt x="21600" y="21600"/>
                  </a:cubicBezTo>
                  <a:cubicBezTo>
                    <a:pt x="21600" y="33003"/>
                    <a:pt x="12735" y="42442"/>
                    <a:pt x="1355" y="43157"/>
                  </a:cubicBezTo>
                  <a:lnTo>
                    <a:pt x="0" y="21600"/>
                  </a:lnTo>
                  <a:lnTo>
                    <a:pt x="-1" y="0"/>
                  </a:lnTo>
                  <a:close/>
                </a:path>
              </a:pathLst>
            </a:custGeom>
            <a:noFill/>
            <a:ln w="9525">
              <a:solidFill>
                <a:srgbClr val="000000"/>
              </a:solidFill>
              <a:round/>
              <a:headEnd/>
              <a:tailEnd type="triangle" w="sm" len="me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38939" name="Text Box 31"/>
            <p:cNvSpPr txBox="1">
              <a:spLocks noChangeArrowheads="1"/>
            </p:cNvSpPr>
            <p:nvPr/>
          </p:nvSpPr>
          <p:spPr bwMode="auto">
            <a:xfrm>
              <a:off x="645" y="952"/>
              <a:ext cx="508" cy="3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just"/>
              <a:endParaRPr lang="zh-CN" altLang="en-US" sz="2000" b="0">
                <a:latin typeface="Times New Roman" pitchFamily="18" charset="0"/>
                <a:ea typeface="宋体" pitchFamily="2" charset="-122"/>
              </a:endParaRPr>
            </a:p>
          </p:txBody>
        </p:sp>
      </p:grpSp>
      <p:graphicFrame>
        <p:nvGraphicFramePr>
          <p:cNvPr id="30752" name="Object 32"/>
          <p:cNvGraphicFramePr>
            <a:graphicFrameLocks noChangeAspect="1"/>
          </p:cNvGraphicFramePr>
          <p:nvPr/>
        </p:nvGraphicFramePr>
        <p:xfrm>
          <a:off x="946150" y="2066925"/>
          <a:ext cx="1931988" cy="771525"/>
        </p:xfrm>
        <a:graphic>
          <a:graphicData uri="http://schemas.openxmlformats.org/presentationml/2006/ole">
            <p:oleObj spid="_x0000_s38964" name="Equation" r:id="rId3" imgW="939392" imgH="495085" progId="Equation.DSMT4">
              <p:embed/>
            </p:oleObj>
          </a:graphicData>
        </a:graphic>
      </p:graphicFrame>
      <p:sp>
        <p:nvSpPr>
          <p:cNvPr id="30753" name="Text Box 33"/>
          <p:cNvSpPr txBox="1">
            <a:spLocks noChangeArrowheads="1"/>
          </p:cNvSpPr>
          <p:nvPr/>
        </p:nvSpPr>
        <p:spPr bwMode="auto">
          <a:xfrm>
            <a:off x="3092450" y="2181225"/>
            <a:ext cx="76517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Times New Roman" pitchFamily="18" charset="0"/>
              </a:rPr>
              <a:t>式中</a:t>
            </a:r>
            <a:r>
              <a:rPr lang="zh-CN" altLang="en-US" sz="1800">
                <a:latin typeface="Times New Roman" pitchFamily="18" charset="0"/>
                <a:ea typeface="宋体" pitchFamily="2" charset="-122"/>
              </a:rPr>
              <a:t>  </a:t>
            </a:r>
            <a:endParaRPr lang="zh-CN" altLang="en-US" sz="1800">
              <a:latin typeface="Times New Roman" pitchFamily="18" charset="0"/>
            </a:endParaRPr>
          </a:p>
        </p:txBody>
      </p:sp>
      <p:graphicFrame>
        <p:nvGraphicFramePr>
          <p:cNvPr id="30754" name="Object 34"/>
          <p:cNvGraphicFramePr>
            <a:graphicFrameLocks noChangeAspect="1"/>
          </p:cNvGraphicFramePr>
          <p:nvPr/>
        </p:nvGraphicFramePr>
        <p:xfrm>
          <a:off x="3995738" y="2176463"/>
          <a:ext cx="1357312" cy="374650"/>
        </p:xfrm>
        <a:graphic>
          <a:graphicData uri="http://schemas.openxmlformats.org/presentationml/2006/ole">
            <p:oleObj spid="_x0000_s38965" name="公式" r:id="rId4" imgW="723586" imgH="266584" progId="Equation.3">
              <p:embed/>
            </p:oleObj>
          </a:graphicData>
        </a:graphic>
      </p:graphicFrame>
      <p:graphicFrame>
        <p:nvGraphicFramePr>
          <p:cNvPr id="30755" name="Object 35"/>
          <p:cNvGraphicFramePr>
            <a:graphicFrameLocks noChangeAspect="1"/>
          </p:cNvGraphicFramePr>
          <p:nvPr/>
        </p:nvGraphicFramePr>
        <p:xfrm>
          <a:off x="468313" y="3003550"/>
          <a:ext cx="3927475" cy="468313"/>
        </p:xfrm>
        <a:graphic>
          <a:graphicData uri="http://schemas.openxmlformats.org/presentationml/2006/ole">
            <p:oleObj spid="_x0000_s38966" name="公式" r:id="rId5" imgW="1916868" imgH="304668" progId="Equation.3">
              <p:embed/>
            </p:oleObj>
          </a:graphicData>
        </a:graphic>
      </p:graphicFrame>
      <p:graphicFrame>
        <p:nvGraphicFramePr>
          <p:cNvPr id="30756" name="Object 36"/>
          <p:cNvGraphicFramePr>
            <a:graphicFrameLocks noChangeAspect="1"/>
          </p:cNvGraphicFramePr>
          <p:nvPr/>
        </p:nvGraphicFramePr>
        <p:xfrm>
          <a:off x="4278313" y="2960688"/>
          <a:ext cx="3965575" cy="403225"/>
        </p:xfrm>
        <a:graphic>
          <a:graphicData uri="http://schemas.openxmlformats.org/presentationml/2006/ole">
            <p:oleObj spid="_x0000_s38967" name="Equation" r:id="rId6" imgW="2197100" imgH="254000" progId="Equation.DSMT4">
              <p:embed/>
            </p:oleObj>
          </a:graphicData>
        </a:graphic>
      </p:graphicFrame>
      <p:graphicFrame>
        <p:nvGraphicFramePr>
          <p:cNvPr id="30757" name="Object 37"/>
          <p:cNvGraphicFramePr>
            <a:graphicFrameLocks noChangeAspect="1"/>
          </p:cNvGraphicFramePr>
          <p:nvPr/>
        </p:nvGraphicFramePr>
        <p:xfrm>
          <a:off x="730250" y="3429000"/>
          <a:ext cx="4994275" cy="655638"/>
        </p:xfrm>
        <a:graphic>
          <a:graphicData uri="http://schemas.openxmlformats.org/presentationml/2006/ole">
            <p:oleObj spid="_x0000_s38968" name="Equation" r:id="rId7" imgW="2705100" imgH="469900" progId="Equation.DSMT4">
              <p:embed/>
            </p:oleObj>
          </a:graphicData>
        </a:graphic>
      </p:graphicFrame>
      <p:sp>
        <p:nvSpPr>
          <p:cNvPr id="30758" name="Text Box 38"/>
          <p:cNvSpPr txBox="1">
            <a:spLocks noChangeArrowheads="1"/>
          </p:cNvSpPr>
          <p:nvPr/>
        </p:nvSpPr>
        <p:spPr bwMode="auto">
          <a:xfrm>
            <a:off x="611188" y="4160838"/>
            <a:ext cx="210502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小球所受平均冲力 </a:t>
            </a:r>
          </a:p>
        </p:txBody>
      </p:sp>
      <p:graphicFrame>
        <p:nvGraphicFramePr>
          <p:cNvPr id="30759" name="Object 39"/>
          <p:cNvGraphicFramePr>
            <a:graphicFrameLocks noChangeAspect="1"/>
          </p:cNvGraphicFramePr>
          <p:nvPr/>
        </p:nvGraphicFramePr>
        <p:xfrm>
          <a:off x="2916238" y="3998913"/>
          <a:ext cx="3116262" cy="644525"/>
        </p:xfrm>
        <a:graphic>
          <a:graphicData uri="http://schemas.openxmlformats.org/presentationml/2006/ole">
            <p:oleObj spid="_x0000_s38969" name="Equation" r:id="rId8" imgW="1422400" imgH="393700" progId="Equation.DSMT4">
              <p:embed/>
            </p:oleObj>
          </a:graphicData>
        </a:graphic>
      </p:graphicFrame>
      <p:sp>
        <p:nvSpPr>
          <p:cNvPr id="30760" name="Text Box 40"/>
          <p:cNvSpPr txBox="1">
            <a:spLocks noChangeArrowheads="1"/>
          </p:cNvSpPr>
          <p:nvPr/>
        </p:nvSpPr>
        <p:spPr bwMode="auto">
          <a:xfrm>
            <a:off x="6300788" y="4137025"/>
            <a:ext cx="153987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方向同</a:t>
            </a:r>
            <a:r>
              <a:rPr lang="en-US" altLang="zh-CN" sz="1800" i="1">
                <a:latin typeface="华文中宋" pitchFamily="2" charset="-122"/>
                <a:ea typeface="华文中宋" pitchFamily="2" charset="-122"/>
              </a:rPr>
              <a:t>I</a:t>
            </a:r>
            <a:r>
              <a:rPr lang="zh-CN" altLang="en-US" sz="1800" baseline="-30000">
                <a:latin typeface="华文中宋" pitchFamily="2" charset="-122"/>
                <a:ea typeface="华文中宋" pitchFamily="2" charset="-122"/>
              </a:rPr>
              <a:t>合</a:t>
            </a:r>
            <a:r>
              <a:rPr lang="zh-CN" altLang="en-US" sz="1800">
                <a:latin typeface="华文中宋" pitchFamily="2" charset="-122"/>
                <a:ea typeface="华文中宋"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checkerboard(across)">
                                      <p:cBhvr>
                                        <p:cTn id="7" dur="500"/>
                                        <p:tgtEl>
                                          <p:spTgt spid="307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0723"/>
                                        </p:tgtEl>
                                        <p:attrNameLst>
                                          <p:attrName>style.visibility</p:attrName>
                                        </p:attrNameLst>
                                      </p:cBhvr>
                                      <p:to>
                                        <p:strVal val="visible"/>
                                      </p:to>
                                    </p:set>
                                    <p:animEffect transition="in" filter="checkerboard(across)">
                                      <p:cBhvr>
                                        <p:cTn id="12" dur="500"/>
                                        <p:tgtEl>
                                          <p:spTgt spid="307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heckerboard(across)">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30752"/>
                                        </p:tgtEl>
                                        <p:attrNameLst>
                                          <p:attrName>style.visibility</p:attrName>
                                        </p:attrNameLst>
                                      </p:cBhvr>
                                      <p:to>
                                        <p:strVal val="visible"/>
                                      </p:to>
                                    </p:set>
                                    <p:animEffect transition="in" filter="checkerboard(across)">
                                      <p:cBhvr>
                                        <p:cTn id="22" dur="500"/>
                                        <p:tgtEl>
                                          <p:spTgt spid="3075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0753"/>
                                        </p:tgtEl>
                                        <p:attrNameLst>
                                          <p:attrName>style.visibility</p:attrName>
                                        </p:attrNameLst>
                                      </p:cBhvr>
                                      <p:to>
                                        <p:strVal val="visible"/>
                                      </p:to>
                                    </p:set>
                                    <p:animEffect transition="in" filter="checkerboard(across)">
                                      <p:cBhvr>
                                        <p:cTn id="27" dur="500"/>
                                        <p:tgtEl>
                                          <p:spTgt spid="3075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30754"/>
                                        </p:tgtEl>
                                        <p:attrNameLst>
                                          <p:attrName>style.visibility</p:attrName>
                                        </p:attrNameLst>
                                      </p:cBhvr>
                                      <p:to>
                                        <p:strVal val="visible"/>
                                      </p:to>
                                    </p:set>
                                    <p:animEffect transition="in" filter="checkerboard(across)">
                                      <p:cBhvr>
                                        <p:cTn id="32" dur="500"/>
                                        <p:tgtEl>
                                          <p:spTgt spid="3075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30755"/>
                                        </p:tgtEl>
                                        <p:attrNameLst>
                                          <p:attrName>style.visibility</p:attrName>
                                        </p:attrNameLst>
                                      </p:cBhvr>
                                      <p:to>
                                        <p:strVal val="visible"/>
                                      </p:to>
                                    </p:set>
                                    <p:animEffect transition="in" filter="checkerboard(across)">
                                      <p:cBhvr>
                                        <p:cTn id="37" dur="500"/>
                                        <p:tgtEl>
                                          <p:spTgt spid="3075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nodeType="clickEffect">
                                  <p:stCondLst>
                                    <p:cond delay="0"/>
                                  </p:stCondLst>
                                  <p:childTnLst>
                                    <p:set>
                                      <p:cBhvr>
                                        <p:cTn id="41" dur="1" fill="hold">
                                          <p:stCondLst>
                                            <p:cond delay="0"/>
                                          </p:stCondLst>
                                        </p:cTn>
                                        <p:tgtEl>
                                          <p:spTgt spid="30756"/>
                                        </p:tgtEl>
                                        <p:attrNameLst>
                                          <p:attrName>style.visibility</p:attrName>
                                        </p:attrNameLst>
                                      </p:cBhvr>
                                      <p:to>
                                        <p:strVal val="visible"/>
                                      </p:to>
                                    </p:set>
                                    <p:animEffect transition="in" filter="checkerboard(across)">
                                      <p:cBhvr>
                                        <p:cTn id="42" dur="500"/>
                                        <p:tgtEl>
                                          <p:spTgt spid="3075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nodeType="clickEffect">
                                  <p:stCondLst>
                                    <p:cond delay="0"/>
                                  </p:stCondLst>
                                  <p:childTnLst>
                                    <p:set>
                                      <p:cBhvr>
                                        <p:cTn id="46" dur="1" fill="hold">
                                          <p:stCondLst>
                                            <p:cond delay="0"/>
                                          </p:stCondLst>
                                        </p:cTn>
                                        <p:tgtEl>
                                          <p:spTgt spid="30757"/>
                                        </p:tgtEl>
                                        <p:attrNameLst>
                                          <p:attrName>style.visibility</p:attrName>
                                        </p:attrNameLst>
                                      </p:cBhvr>
                                      <p:to>
                                        <p:strVal val="visible"/>
                                      </p:to>
                                    </p:set>
                                    <p:animEffect transition="in" filter="checkerboard(across)">
                                      <p:cBhvr>
                                        <p:cTn id="47" dur="500"/>
                                        <p:tgtEl>
                                          <p:spTgt spid="3075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30758"/>
                                        </p:tgtEl>
                                        <p:attrNameLst>
                                          <p:attrName>style.visibility</p:attrName>
                                        </p:attrNameLst>
                                      </p:cBhvr>
                                      <p:to>
                                        <p:strVal val="visible"/>
                                      </p:to>
                                    </p:set>
                                    <p:animEffect transition="in" filter="checkerboard(across)">
                                      <p:cBhvr>
                                        <p:cTn id="52" dur="500"/>
                                        <p:tgtEl>
                                          <p:spTgt spid="3075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 presetClass="entr" presetSubtype="10" fill="hold" nodeType="clickEffect">
                                  <p:stCondLst>
                                    <p:cond delay="0"/>
                                  </p:stCondLst>
                                  <p:childTnLst>
                                    <p:set>
                                      <p:cBhvr>
                                        <p:cTn id="56" dur="1" fill="hold">
                                          <p:stCondLst>
                                            <p:cond delay="0"/>
                                          </p:stCondLst>
                                        </p:cTn>
                                        <p:tgtEl>
                                          <p:spTgt spid="30759"/>
                                        </p:tgtEl>
                                        <p:attrNameLst>
                                          <p:attrName>style.visibility</p:attrName>
                                        </p:attrNameLst>
                                      </p:cBhvr>
                                      <p:to>
                                        <p:strVal val="visible"/>
                                      </p:to>
                                    </p:set>
                                    <p:animEffect transition="in" filter="checkerboard(across)">
                                      <p:cBhvr>
                                        <p:cTn id="57" dur="500"/>
                                        <p:tgtEl>
                                          <p:spTgt spid="3075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5" presetClass="entr" presetSubtype="10" fill="hold" grpId="0" nodeType="clickEffect">
                                  <p:stCondLst>
                                    <p:cond delay="0"/>
                                  </p:stCondLst>
                                  <p:childTnLst>
                                    <p:set>
                                      <p:cBhvr>
                                        <p:cTn id="61" dur="1" fill="hold">
                                          <p:stCondLst>
                                            <p:cond delay="0"/>
                                          </p:stCondLst>
                                        </p:cTn>
                                        <p:tgtEl>
                                          <p:spTgt spid="30760"/>
                                        </p:tgtEl>
                                        <p:attrNameLst>
                                          <p:attrName>style.visibility</p:attrName>
                                        </p:attrNameLst>
                                      </p:cBhvr>
                                      <p:to>
                                        <p:strVal val="visible"/>
                                      </p:to>
                                    </p:set>
                                    <p:animEffect transition="in" filter="checkerboard(across)">
                                      <p:cBhvr>
                                        <p:cTn id="62" dur="500"/>
                                        <p:tgtEl>
                                          <p:spTgt spid="307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utoUpdateAnimBg="0"/>
      <p:bldP spid="30723" grpId="0" autoUpdateAnimBg="0"/>
      <p:bldP spid="30753" grpId="0" autoUpdateAnimBg="0"/>
      <p:bldP spid="30758" grpId="0" autoUpdateAnimBg="0"/>
      <p:bldP spid="30760"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Text Box 5"/>
          <p:cNvSpPr txBox="1">
            <a:spLocks noChangeArrowheads="1"/>
          </p:cNvSpPr>
          <p:nvPr/>
        </p:nvSpPr>
        <p:spPr bwMode="auto">
          <a:xfrm>
            <a:off x="250825" y="906463"/>
            <a:ext cx="33274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解（</a:t>
            </a:r>
            <a:r>
              <a:rPr lang="en-US" altLang="zh-CN" sz="1800">
                <a:latin typeface="华文中宋" pitchFamily="2" charset="-122"/>
                <a:ea typeface="华文中宋" pitchFamily="2" charset="-122"/>
              </a:rPr>
              <a:t>2</a:t>
            </a:r>
            <a:r>
              <a:rPr lang="zh-CN" altLang="en-US" sz="1800">
                <a:latin typeface="华文中宋" pitchFamily="2" charset="-122"/>
                <a:ea typeface="华文中宋" pitchFamily="2" charset="-122"/>
              </a:rPr>
              <a:t>）：由动量定理的矢量式</a:t>
            </a:r>
          </a:p>
        </p:txBody>
      </p:sp>
      <p:graphicFrame>
        <p:nvGraphicFramePr>
          <p:cNvPr id="31750" name="Object 6"/>
          <p:cNvGraphicFramePr>
            <a:graphicFrameLocks noChangeAspect="1"/>
          </p:cNvGraphicFramePr>
          <p:nvPr/>
        </p:nvGraphicFramePr>
        <p:xfrm>
          <a:off x="2816225" y="1382713"/>
          <a:ext cx="2717800" cy="468312"/>
        </p:xfrm>
        <a:graphic>
          <a:graphicData uri="http://schemas.openxmlformats.org/presentationml/2006/ole">
            <p:oleObj spid="_x0000_s39969" name="公式" r:id="rId3" imgW="1231366" imgH="279279" progId="Equation.3">
              <p:embed/>
            </p:oleObj>
          </a:graphicData>
        </a:graphic>
      </p:graphicFrame>
      <p:sp>
        <p:nvSpPr>
          <p:cNvPr id="31751" name="Text Box 7"/>
          <p:cNvSpPr txBox="1">
            <a:spLocks noChangeArrowheads="1"/>
          </p:cNvSpPr>
          <p:nvPr/>
        </p:nvSpPr>
        <p:spPr bwMode="auto">
          <a:xfrm>
            <a:off x="619125" y="1917700"/>
            <a:ext cx="1338263"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可作出下图</a:t>
            </a:r>
          </a:p>
        </p:txBody>
      </p:sp>
      <p:grpSp>
        <p:nvGrpSpPr>
          <p:cNvPr id="2" name="Group 8"/>
          <p:cNvGrpSpPr>
            <a:grpSpLocks/>
          </p:cNvGrpSpPr>
          <p:nvPr/>
        </p:nvGrpSpPr>
        <p:grpSpPr bwMode="auto">
          <a:xfrm>
            <a:off x="428625" y="2482850"/>
            <a:ext cx="2924175" cy="1168400"/>
            <a:chOff x="-28" y="-2"/>
            <a:chExt cx="2839" cy="1773"/>
          </a:xfrm>
        </p:grpSpPr>
        <p:sp>
          <p:nvSpPr>
            <p:cNvPr id="39945" name="Line 9"/>
            <p:cNvSpPr>
              <a:spLocks noChangeShapeType="1"/>
            </p:cNvSpPr>
            <p:nvPr/>
          </p:nvSpPr>
          <p:spPr bwMode="auto">
            <a:xfrm>
              <a:off x="606" y="1368"/>
              <a:ext cx="1635" cy="0"/>
            </a:xfrm>
            <a:prstGeom prst="line">
              <a:avLst/>
            </a:prstGeom>
            <a:noFill/>
            <a:ln w="28575">
              <a:solidFill>
                <a:srgbClr val="000000"/>
              </a:solidFill>
              <a:round/>
              <a:headEnd/>
              <a:tailEnd type="triangle" w="sm" len="med"/>
            </a:ln>
            <a:extLst>
              <a:ext uri="{909E8E84-426E-40DD-AFC4-6F175D3DCCD1}">
                <a14:hiddenFill xmlns:a14="http://schemas.microsoft.com/office/drawing/2010/main" xmlns="">
                  <a:noFill/>
                </a14:hiddenFill>
              </a:ext>
            </a:extLst>
          </p:spPr>
          <p:txBody>
            <a:bodyPr/>
            <a:lstStyle/>
            <a:p>
              <a:endParaRPr lang="zh-CN" altLang="en-US"/>
            </a:p>
          </p:txBody>
        </p:sp>
        <p:sp>
          <p:nvSpPr>
            <p:cNvPr id="39946" name="Line 10"/>
            <p:cNvSpPr>
              <a:spLocks noChangeShapeType="1"/>
            </p:cNvSpPr>
            <p:nvPr/>
          </p:nvSpPr>
          <p:spPr bwMode="auto">
            <a:xfrm flipV="1">
              <a:off x="591" y="18"/>
              <a:ext cx="0" cy="1335"/>
            </a:xfrm>
            <a:prstGeom prst="line">
              <a:avLst/>
            </a:prstGeom>
            <a:noFill/>
            <a:ln w="28575">
              <a:solidFill>
                <a:srgbClr val="000000"/>
              </a:solidFill>
              <a:round/>
              <a:headEnd/>
              <a:tailEnd type="triangle" w="sm" len="med"/>
            </a:ln>
            <a:extLst>
              <a:ext uri="{909E8E84-426E-40DD-AFC4-6F175D3DCCD1}">
                <a14:hiddenFill xmlns:a14="http://schemas.microsoft.com/office/drawing/2010/main" xmlns="">
                  <a:noFill/>
                </a14:hiddenFill>
              </a:ext>
            </a:extLst>
          </p:spPr>
          <p:txBody>
            <a:bodyPr/>
            <a:lstStyle/>
            <a:p>
              <a:endParaRPr lang="zh-CN" altLang="en-US"/>
            </a:p>
          </p:txBody>
        </p:sp>
        <p:sp>
          <p:nvSpPr>
            <p:cNvPr id="39947" name="Line 11"/>
            <p:cNvSpPr>
              <a:spLocks noChangeShapeType="1"/>
            </p:cNvSpPr>
            <p:nvPr/>
          </p:nvSpPr>
          <p:spPr bwMode="auto">
            <a:xfrm flipH="1" flipV="1">
              <a:off x="621" y="33"/>
              <a:ext cx="1560" cy="1305"/>
            </a:xfrm>
            <a:prstGeom prst="line">
              <a:avLst/>
            </a:prstGeom>
            <a:noFill/>
            <a:ln w="28575">
              <a:solidFill>
                <a:srgbClr val="000000"/>
              </a:solidFill>
              <a:round/>
              <a:headEnd/>
              <a:tailEnd type="triangle" w="sm" len="med"/>
            </a:ln>
            <a:extLst>
              <a:ext uri="{909E8E84-426E-40DD-AFC4-6F175D3DCCD1}">
                <a14:hiddenFill xmlns:a14="http://schemas.microsoft.com/office/drawing/2010/main" xmlns="">
                  <a:noFill/>
                </a14:hiddenFill>
              </a:ext>
            </a:extLst>
          </p:spPr>
          <p:txBody>
            <a:bodyPr/>
            <a:lstStyle/>
            <a:p>
              <a:endParaRPr lang="zh-CN" altLang="en-US"/>
            </a:p>
          </p:txBody>
        </p:sp>
        <p:sp>
          <p:nvSpPr>
            <p:cNvPr id="39948" name="Line 12"/>
            <p:cNvSpPr>
              <a:spLocks noChangeShapeType="1"/>
            </p:cNvSpPr>
            <p:nvPr/>
          </p:nvSpPr>
          <p:spPr bwMode="auto">
            <a:xfrm>
              <a:off x="2181" y="1383"/>
              <a:ext cx="630" cy="0"/>
            </a:xfrm>
            <a:prstGeom prst="line">
              <a:avLst/>
            </a:prstGeom>
            <a:noFill/>
            <a:ln w="28575">
              <a:solidFill>
                <a:srgbClr val="000000"/>
              </a:solidFill>
              <a:prstDash val="sysDot"/>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39949" name="Arc 13"/>
            <p:cNvSpPr>
              <a:spLocks/>
            </p:cNvSpPr>
            <p:nvPr/>
          </p:nvSpPr>
          <p:spPr bwMode="auto">
            <a:xfrm>
              <a:off x="2061" y="1188"/>
              <a:ext cx="495" cy="20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39950" name="Text Box 14"/>
            <p:cNvSpPr txBox="1">
              <a:spLocks noChangeArrowheads="1"/>
            </p:cNvSpPr>
            <p:nvPr/>
          </p:nvSpPr>
          <p:spPr bwMode="auto">
            <a:xfrm>
              <a:off x="2196" y="888"/>
              <a:ext cx="450" cy="4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just"/>
              <a:r>
                <a:rPr lang="en-US" altLang="zh-CN" sz="2000" i="1">
                  <a:latin typeface="宋体" pitchFamily="2" charset="-122"/>
                  <a:ea typeface="宋体" pitchFamily="2" charset="-122"/>
                </a:rPr>
                <a:t>α</a:t>
              </a:r>
              <a:endParaRPr lang="en-US" altLang="zh-CN" sz="2000" i="1">
                <a:latin typeface="Times New Roman" pitchFamily="18" charset="0"/>
                <a:ea typeface="宋体" pitchFamily="2" charset="-122"/>
              </a:endParaRPr>
            </a:p>
          </p:txBody>
        </p:sp>
        <p:graphicFrame>
          <p:nvGraphicFramePr>
            <p:cNvPr id="39951" name="Object 15"/>
            <p:cNvGraphicFramePr>
              <a:graphicFrameLocks noChangeAspect="1"/>
            </p:cNvGraphicFramePr>
            <p:nvPr/>
          </p:nvGraphicFramePr>
          <p:xfrm>
            <a:off x="-28" y="605"/>
            <a:ext cx="920" cy="410"/>
          </p:xfrm>
          <a:graphic>
            <a:graphicData uri="http://schemas.openxmlformats.org/presentationml/2006/ole">
              <p:oleObj spid="_x0000_s39970" name="Equation" r:id="rId4" imgW="622030" imgH="266584" progId="Equation.DSMT4">
                <p:embed/>
              </p:oleObj>
            </a:graphicData>
          </a:graphic>
        </p:graphicFrame>
        <p:graphicFrame>
          <p:nvGraphicFramePr>
            <p:cNvPr id="39952" name="Object 16"/>
            <p:cNvGraphicFramePr>
              <a:graphicFrameLocks noChangeAspect="1"/>
            </p:cNvGraphicFramePr>
            <p:nvPr/>
          </p:nvGraphicFramePr>
          <p:xfrm>
            <a:off x="1159" y="-2"/>
            <a:ext cx="949" cy="515"/>
          </p:xfrm>
          <a:graphic>
            <a:graphicData uri="http://schemas.openxmlformats.org/presentationml/2006/ole">
              <p:oleObj spid="_x0000_s39971" name="Equation" r:id="rId5" imgW="583693" imgH="266469" progId="Equation.DSMT4">
                <p:embed/>
              </p:oleObj>
            </a:graphicData>
          </a:graphic>
        </p:graphicFrame>
        <p:graphicFrame>
          <p:nvGraphicFramePr>
            <p:cNvPr id="39953" name="Object 17"/>
            <p:cNvGraphicFramePr>
              <a:graphicFrameLocks noChangeAspect="1"/>
            </p:cNvGraphicFramePr>
            <p:nvPr/>
          </p:nvGraphicFramePr>
          <p:xfrm>
            <a:off x="924" y="1370"/>
            <a:ext cx="976" cy="401"/>
          </p:xfrm>
          <a:graphic>
            <a:graphicData uri="http://schemas.openxmlformats.org/presentationml/2006/ole">
              <p:oleObj spid="_x0000_s39972" name="Equation" r:id="rId6" imgW="583693" imgH="266469" progId="Equation.DSMT4">
                <p:embed/>
              </p:oleObj>
            </a:graphicData>
          </a:graphic>
        </p:graphicFrame>
        <p:sp>
          <p:nvSpPr>
            <p:cNvPr id="39954" name="Text Box 18"/>
            <p:cNvSpPr txBox="1">
              <a:spLocks noChangeArrowheads="1"/>
            </p:cNvSpPr>
            <p:nvPr/>
          </p:nvSpPr>
          <p:spPr bwMode="auto">
            <a:xfrm>
              <a:off x="1401" y="933"/>
              <a:ext cx="450" cy="4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just"/>
              <a:r>
                <a:rPr lang="en-US" altLang="zh-CN" sz="2000" i="1">
                  <a:latin typeface="宋体" pitchFamily="2" charset="-122"/>
                  <a:ea typeface="宋体" pitchFamily="2" charset="-122"/>
                </a:rPr>
                <a:t>θ</a:t>
              </a:r>
              <a:endParaRPr lang="en-US" altLang="zh-CN" sz="2000" i="1">
                <a:latin typeface="Times New Roman" pitchFamily="18" charset="0"/>
                <a:ea typeface="宋体" pitchFamily="2" charset="-122"/>
              </a:endParaRPr>
            </a:p>
          </p:txBody>
        </p:sp>
      </p:grpSp>
      <p:graphicFrame>
        <p:nvGraphicFramePr>
          <p:cNvPr id="31764" name="Object 20"/>
          <p:cNvGraphicFramePr>
            <a:graphicFrameLocks noChangeAspect="1"/>
          </p:cNvGraphicFramePr>
          <p:nvPr/>
        </p:nvGraphicFramePr>
        <p:xfrm>
          <a:off x="4143375" y="2330450"/>
          <a:ext cx="4054475" cy="682625"/>
        </p:xfrm>
        <a:graphic>
          <a:graphicData uri="http://schemas.openxmlformats.org/presentationml/2006/ole">
            <p:oleObj spid="_x0000_s39973" name="公式" r:id="rId7" imgW="2082800" imgH="469900" progId="Equation.3">
              <p:embed/>
            </p:oleObj>
          </a:graphicData>
        </a:graphic>
      </p:graphicFrame>
      <p:graphicFrame>
        <p:nvGraphicFramePr>
          <p:cNvPr id="31765" name="Object 21"/>
          <p:cNvGraphicFramePr>
            <a:graphicFrameLocks noChangeAspect="1"/>
          </p:cNvGraphicFramePr>
          <p:nvPr/>
        </p:nvGraphicFramePr>
        <p:xfrm>
          <a:off x="4427538" y="3087688"/>
          <a:ext cx="4191000" cy="708025"/>
        </p:xfrm>
        <a:graphic>
          <a:graphicData uri="http://schemas.openxmlformats.org/presentationml/2006/ole">
            <p:oleObj spid="_x0000_s39974" name="公式" r:id="rId8" imgW="2044700" imgH="457200" progId="Equation.3">
              <p:embed/>
            </p:oleObj>
          </a:graphicData>
        </a:graphic>
      </p:graphicFrame>
      <p:graphicFrame>
        <p:nvGraphicFramePr>
          <p:cNvPr id="31766" name="Object 22"/>
          <p:cNvGraphicFramePr>
            <a:graphicFrameLocks noChangeAspect="1"/>
          </p:cNvGraphicFramePr>
          <p:nvPr/>
        </p:nvGraphicFramePr>
        <p:xfrm>
          <a:off x="3889375" y="3840163"/>
          <a:ext cx="4813300" cy="676275"/>
        </p:xfrm>
        <a:graphic>
          <a:graphicData uri="http://schemas.openxmlformats.org/presentationml/2006/ole">
            <p:oleObj spid="_x0000_s39975" name="Equation" r:id="rId9" imgW="2514600" imgH="4699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1749"/>
                                        </p:tgtEl>
                                        <p:attrNameLst>
                                          <p:attrName>style.visibility</p:attrName>
                                        </p:attrNameLst>
                                      </p:cBhvr>
                                      <p:to>
                                        <p:strVal val="visible"/>
                                      </p:to>
                                    </p:set>
                                    <p:animEffect transition="in" filter="checkerboard(across)">
                                      <p:cBhvr>
                                        <p:cTn id="7" dur="500"/>
                                        <p:tgtEl>
                                          <p:spTgt spid="317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1750"/>
                                        </p:tgtEl>
                                        <p:attrNameLst>
                                          <p:attrName>style.visibility</p:attrName>
                                        </p:attrNameLst>
                                      </p:cBhvr>
                                      <p:to>
                                        <p:strVal val="visible"/>
                                      </p:to>
                                    </p:set>
                                    <p:animEffect transition="in" filter="checkerboard(across)">
                                      <p:cBhvr>
                                        <p:cTn id="12" dur="500"/>
                                        <p:tgtEl>
                                          <p:spTgt spid="317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1751"/>
                                        </p:tgtEl>
                                        <p:attrNameLst>
                                          <p:attrName>style.visibility</p:attrName>
                                        </p:attrNameLst>
                                      </p:cBhvr>
                                      <p:to>
                                        <p:strVal val="visible"/>
                                      </p:to>
                                    </p:set>
                                    <p:animEffect transition="in" filter="checkerboard(across)">
                                      <p:cBhvr>
                                        <p:cTn id="17" dur="500"/>
                                        <p:tgtEl>
                                          <p:spTgt spid="3175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checkerboard(across)">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31764"/>
                                        </p:tgtEl>
                                        <p:attrNameLst>
                                          <p:attrName>style.visibility</p:attrName>
                                        </p:attrNameLst>
                                      </p:cBhvr>
                                      <p:to>
                                        <p:strVal val="visible"/>
                                      </p:to>
                                    </p:set>
                                    <p:animEffect transition="in" filter="checkerboard(across)">
                                      <p:cBhvr>
                                        <p:cTn id="27" dur="500"/>
                                        <p:tgtEl>
                                          <p:spTgt spid="3176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31765"/>
                                        </p:tgtEl>
                                        <p:attrNameLst>
                                          <p:attrName>style.visibility</p:attrName>
                                        </p:attrNameLst>
                                      </p:cBhvr>
                                      <p:to>
                                        <p:strVal val="visible"/>
                                      </p:to>
                                    </p:set>
                                    <p:animEffect transition="in" filter="checkerboard(across)">
                                      <p:cBhvr>
                                        <p:cTn id="32" dur="500"/>
                                        <p:tgtEl>
                                          <p:spTgt spid="3176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31766"/>
                                        </p:tgtEl>
                                        <p:attrNameLst>
                                          <p:attrName>style.visibility</p:attrName>
                                        </p:attrNameLst>
                                      </p:cBhvr>
                                      <p:to>
                                        <p:strVal val="visible"/>
                                      </p:to>
                                    </p:set>
                                    <p:animEffect transition="in" filter="checkerboard(across)">
                                      <p:cBhvr>
                                        <p:cTn id="37" dur="500"/>
                                        <p:tgtEl>
                                          <p:spTgt spid="317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autoUpdateAnimBg="0"/>
      <p:bldP spid="31751"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Text Box 3"/>
          <p:cNvSpPr txBox="1">
            <a:spLocks noChangeArrowheads="1"/>
          </p:cNvSpPr>
          <p:nvPr/>
        </p:nvSpPr>
        <p:spPr bwMode="auto">
          <a:xfrm>
            <a:off x="1095375" y="1408113"/>
            <a:ext cx="2590800" cy="371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solidFill>
                  <a:schemeClr val="accent2"/>
                </a:solidFill>
                <a:latin typeface="华文中宋" pitchFamily="2" charset="-122"/>
                <a:ea typeface="华文中宋" pitchFamily="2" charset="-122"/>
              </a:rPr>
              <a:t>1</a:t>
            </a:r>
            <a:r>
              <a:rPr lang="zh-CN" altLang="en-US" sz="1800">
                <a:solidFill>
                  <a:schemeClr val="accent2"/>
                </a:solidFill>
                <a:latin typeface="华文中宋" pitchFamily="2" charset="-122"/>
                <a:ea typeface="华文中宋" pitchFamily="2" charset="-122"/>
              </a:rPr>
              <a:t>、内力与外力</a:t>
            </a:r>
            <a:r>
              <a:rPr lang="zh-CN" altLang="en-US" sz="1800" b="0">
                <a:latin typeface="华文中宋" pitchFamily="2" charset="-122"/>
                <a:ea typeface="华文中宋" pitchFamily="2" charset="-122"/>
              </a:rPr>
              <a:t> </a:t>
            </a:r>
          </a:p>
        </p:txBody>
      </p:sp>
      <p:sp>
        <p:nvSpPr>
          <p:cNvPr id="32773" name="Text Box 5"/>
          <p:cNvSpPr txBox="1">
            <a:spLocks noChangeArrowheads="1"/>
          </p:cNvSpPr>
          <p:nvPr/>
        </p:nvSpPr>
        <p:spPr bwMode="auto">
          <a:xfrm>
            <a:off x="250825" y="2017713"/>
            <a:ext cx="2479675" cy="371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en-US" altLang="zh-CN" sz="1800" i="1">
                <a:latin typeface="Times New Roman" pitchFamily="18" charset="0"/>
                <a:ea typeface="华文中宋" pitchFamily="2" charset="-122"/>
              </a:rPr>
              <a:t>i</a:t>
            </a:r>
            <a:r>
              <a:rPr lang="zh-CN" altLang="en-US" sz="1800">
                <a:latin typeface="华文中宋" pitchFamily="2" charset="-122"/>
                <a:ea typeface="华文中宋" pitchFamily="2" charset="-122"/>
              </a:rPr>
              <a:t>质点所受的内力</a:t>
            </a:r>
          </a:p>
        </p:txBody>
      </p:sp>
      <p:graphicFrame>
        <p:nvGraphicFramePr>
          <p:cNvPr id="32774" name="Object 6"/>
          <p:cNvGraphicFramePr>
            <a:graphicFrameLocks noChangeAspect="1"/>
          </p:cNvGraphicFramePr>
          <p:nvPr/>
        </p:nvGraphicFramePr>
        <p:xfrm>
          <a:off x="2643188" y="1876425"/>
          <a:ext cx="920750" cy="757238"/>
        </p:xfrm>
        <a:graphic>
          <a:graphicData uri="http://schemas.openxmlformats.org/presentationml/2006/ole">
            <p:oleObj spid="_x0000_s41004" name="Equation" r:id="rId3" imgW="406048" imgH="444114" progId="Equation.DSMT4">
              <p:embed/>
            </p:oleObj>
          </a:graphicData>
        </a:graphic>
      </p:graphicFrame>
      <p:sp>
        <p:nvSpPr>
          <p:cNvPr id="32776" name="Text Box 8"/>
          <p:cNvSpPr txBox="1">
            <a:spLocks noChangeArrowheads="1"/>
          </p:cNvSpPr>
          <p:nvPr/>
        </p:nvSpPr>
        <p:spPr bwMode="auto">
          <a:xfrm>
            <a:off x="34925" y="2813050"/>
            <a:ext cx="2590800" cy="371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en-US" altLang="zh-CN" sz="1800" i="1">
                <a:latin typeface="Times New Roman" pitchFamily="18" charset="0"/>
                <a:ea typeface="华文中宋" pitchFamily="2" charset="-122"/>
                <a:cs typeface="Times New Roman" pitchFamily="18" charset="0"/>
              </a:rPr>
              <a:t>i</a:t>
            </a:r>
            <a:r>
              <a:rPr lang="zh-CN" altLang="en-US" sz="1800">
                <a:latin typeface="华文中宋" pitchFamily="2" charset="-122"/>
                <a:ea typeface="华文中宋" pitchFamily="2" charset="-122"/>
                <a:cs typeface="Times New Roman" pitchFamily="18" charset="0"/>
              </a:rPr>
              <a:t>质点所受合力 </a:t>
            </a:r>
          </a:p>
        </p:txBody>
      </p:sp>
      <p:graphicFrame>
        <p:nvGraphicFramePr>
          <p:cNvPr id="32777" name="Object 9"/>
          <p:cNvGraphicFramePr>
            <a:graphicFrameLocks noChangeAspect="1"/>
          </p:cNvGraphicFramePr>
          <p:nvPr/>
        </p:nvGraphicFramePr>
        <p:xfrm>
          <a:off x="2468563" y="2665413"/>
          <a:ext cx="1527175" cy="769937"/>
        </p:xfrm>
        <a:graphic>
          <a:graphicData uri="http://schemas.openxmlformats.org/presentationml/2006/ole">
            <p:oleObj spid="_x0000_s41005" name="Equation" r:id="rId4" imgW="761669" imgH="444307" progId="Equation.DSMT4">
              <p:embed/>
            </p:oleObj>
          </a:graphicData>
        </a:graphic>
      </p:graphicFrame>
      <p:sp>
        <p:nvSpPr>
          <p:cNvPr id="32778" name="Text Box 10"/>
          <p:cNvSpPr txBox="1">
            <a:spLocks noChangeArrowheads="1"/>
          </p:cNvSpPr>
          <p:nvPr/>
        </p:nvSpPr>
        <p:spPr bwMode="auto">
          <a:xfrm>
            <a:off x="1247775" y="3495675"/>
            <a:ext cx="3684588" cy="371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solidFill>
                  <a:schemeClr val="accent2"/>
                </a:solidFill>
                <a:latin typeface="华文中宋" pitchFamily="2" charset="-122"/>
                <a:ea typeface="华文中宋" pitchFamily="2" charset="-122"/>
              </a:rPr>
              <a:t>2</a:t>
            </a:r>
            <a:r>
              <a:rPr lang="zh-CN" altLang="en-US" sz="1800">
                <a:solidFill>
                  <a:schemeClr val="accent2"/>
                </a:solidFill>
                <a:latin typeface="华文中宋" pitchFamily="2" charset="-122"/>
                <a:ea typeface="华文中宋" pitchFamily="2" charset="-122"/>
              </a:rPr>
              <a:t>、</a:t>
            </a:r>
            <a:r>
              <a:rPr lang="en-US" altLang="zh-CN" sz="1800" i="1">
                <a:solidFill>
                  <a:schemeClr val="accent2"/>
                </a:solidFill>
                <a:latin typeface="Times New Roman" pitchFamily="18" charset="0"/>
                <a:ea typeface="华文中宋" pitchFamily="2" charset="-122"/>
              </a:rPr>
              <a:t>i</a:t>
            </a:r>
            <a:r>
              <a:rPr lang="zh-CN" altLang="en-US" sz="1800">
                <a:solidFill>
                  <a:schemeClr val="accent2"/>
                </a:solidFill>
                <a:latin typeface="华文中宋" pitchFamily="2" charset="-122"/>
                <a:ea typeface="华文中宋" pitchFamily="2" charset="-122"/>
              </a:rPr>
              <a:t>质点动量定理</a:t>
            </a:r>
            <a:endParaRPr lang="zh-CN" altLang="en-US" sz="1800" b="0">
              <a:solidFill>
                <a:schemeClr val="accent2"/>
              </a:solidFill>
              <a:latin typeface="华文中宋" pitchFamily="2" charset="-122"/>
              <a:ea typeface="华文中宋" pitchFamily="2" charset="-122"/>
            </a:endParaRPr>
          </a:p>
        </p:txBody>
      </p:sp>
      <p:graphicFrame>
        <p:nvGraphicFramePr>
          <p:cNvPr id="32779" name="Object 11"/>
          <p:cNvGraphicFramePr>
            <a:graphicFrameLocks noChangeAspect="1"/>
          </p:cNvGraphicFramePr>
          <p:nvPr/>
        </p:nvGraphicFramePr>
        <p:xfrm>
          <a:off x="1874838" y="3868738"/>
          <a:ext cx="6226175" cy="731837"/>
        </p:xfrm>
        <a:graphic>
          <a:graphicData uri="http://schemas.openxmlformats.org/presentationml/2006/ole">
            <p:oleObj spid="_x0000_s41006" name="Equation" r:id="rId5" imgW="2374900" imgH="444500" progId="Equation.DSMT4">
              <p:embed/>
            </p:oleObj>
          </a:graphicData>
        </a:graphic>
      </p:graphicFrame>
      <p:grpSp>
        <p:nvGrpSpPr>
          <p:cNvPr id="2" name="Group 41"/>
          <p:cNvGrpSpPr>
            <a:grpSpLocks/>
          </p:cNvGrpSpPr>
          <p:nvPr/>
        </p:nvGrpSpPr>
        <p:grpSpPr bwMode="auto">
          <a:xfrm>
            <a:off x="4773613" y="981075"/>
            <a:ext cx="3192462" cy="1816100"/>
            <a:chOff x="3007" y="824"/>
            <a:chExt cx="2011" cy="1525"/>
          </a:xfrm>
        </p:grpSpPr>
        <p:sp>
          <p:nvSpPr>
            <p:cNvPr id="40971" name="未知"/>
            <p:cNvSpPr>
              <a:spLocks/>
            </p:cNvSpPr>
            <p:nvPr/>
          </p:nvSpPr>
          <p:spPr bwMode="auto">
            <a:xfrm>
              <a:off x="3251" y="1644"/>
              <a:ext cx="1767" cy="390"/>
            </a:xfrm>
            <a:custGeom>
              <a:avLst/>
              <a:gdLst>
                <a:gd name="T0" fmla="*/ 77 w 1978"/>
                <a:gd name="T1" fmla="*/ 5 h 1600"/>
                <a:gd name="T2" fmla="*/ 88 w 1978"/>
                <a:gd name="T3" fmla="*/ 2 h 1600"/>
                <a:gd name="T4" fmla="*/ 191 w 1978"/>
                <a:gd name="T5" fmla="*/ 0 h 1600"/>
                <a:gd name="T6" fmla="*/ 376 w 1978"/>
                <a:gd name="T7" fmla="*/ 0 h 1600"/>
                <a:gd name="T8" fmla="*/ 594 w 1978"/>
                <a:gd name="T9" fmla="*/ 0 h 1600"/>
                <a:gd name="T10" fmla="*/ 659 w 1978"/>
                <a:gd name="T11" fmla="*/ 0 h 1600"/>
                <a:gd name="T12" fmla="*/ 725 w 1978"/>
                <a:gd name="T13" fmla="*/ 2 h 1600"/>
                <a:gd name="T14" fmla="*/ 850 w 1978"/>
                <a:gd name="T15" fmla="*/ 4 h 1600"/>
                <a:gd name="T16" fmla="*/ 861 w 1978"/>
                <a:gd name="T17" fmla="*/ 5 h 1600"/>
                <a:gd name="T18" fmla="*/ 872 w 1978"/>
                <a:gd name="T19" fmla="*/ 5 h 1600"/>
                <a:gd name="T20" fmla="*/ 812 w 1978"/>
                <a:gd name="T21" fmla="*/ 13 h 1600"/>
                <a:gd name="T22" fmla="*/ 779 w 1978"/>
                <a:gd name="T23" fmla="*/ 15 h 1600"/>
                <a:gd name="T24" fmla="*/ 583 w 1978"/>
                <a:gd name="T25" fmla="*/ 16 h 1600"/>
                <a:gd name="T26" fmla="*/ 197 w 1978"/>
                <a:gd name="T27" fmla="*/ 15 h 1600"/>
                <a:gd name="T28" fmla="*/ 55 w 1978"/>
                <a:gd name="T29" fmla="*/ 14 h 1600"/>
                <a:gd name="T30" fmla="*/ 21 w 1978"/>
                <a:gd name="T31" fmla="*/ 13 h 1600"/>
                <a:gd name="T32" fmla="*/ 11 w 1978"/>
                <a:gd name="T33" fmla="*/ 13 h 1600"/>
                <a:gd name="T34" fmla="*/ 11 w 1978"/>
                <a:gd name="T35" fmla="*/ 9 h 1600"/>
                <a:gd name="T36" fmla="*/ 27 w 1978"/>
                <a:gd name="T37" fmla="*/ 8 h 1600"/>
                <a:gd name="T38" fmla="*/ 49 w 1978"/>
                <a:gd name="T39" fmla="*/ 6 h 1600"/>
                <a:gd name="T40" fmla="*/ 60 w 1978"/>
                <a:gd name="T41" fmla="*/ 5 h 1600"/>
                <a:gd name="T42" fmla="*/ 77 w 1978"/>
                <a:gd name="T43" fmla="*/ 5 h 16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978"/>
                <a:gd name="T67" fmla="*/ 0 h 1600"/>
                <a:gd name="T68" fmla="*/ 1978 w 1978"/>
                <a:gd name="T69" fmla="*/ 1600 h 160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978" h="1600">
                  <a:moveTo>
                    <a:pt x="168" y="504"/>
                  </a:moveTo>
                  <a:cubicBezTo>
                    <a:pt x="174" y="388"/>
                    <a:pt x="155" y="266"/>
                    <a:pt x="192" y="156"/>
                  </a:cubicBezTo>
                  <a:cubicBezTo>
                    <a:pt x="220" y="73"/>
                    <a:pt x="357" y="74"/>
                    <a:pt x="420" y="60"/>
                  </a:cubicBezTo>
                  <a:cubicBezTo>
                    <a:pt x="556" y="30"/>
                    <a:pt x="689" y="12"/>
                    <a:pt x="828" y="0"/>
                  </a:cubicBezTo>
                  <a:cubicBezTo>
                    <a:pt x="988" y="8"/>
                    <a:pt x="1148" y="12"/>
                    <a:pt x="1308" y="24"/>
                  </a:cubicBezTo>
                  <a:cubicBezTo>
                    <a:pt x="1357" y="28"/>
                    <a:pt x="1410" y="23"/>
                    <a:pt x="1452" y="48"/>
                  </a:cubicBezTo>
                  <a:cubicBezTo>
                    <a:pt x="1511" y="82"/>
                    <a:pt x="1548" y="144"/>
                    <a:pt x="1596" y="192"/>
                  </a:cubicBezTo>
                  <a:cubicBezTo>
                    <a:pt x="1686" y="282"/>
                    <a:pt x="1768" y="301"/>
                    <a:pt x="1872" y="360"/>
                  </a:cubicBezTo>
                  <a:cubicBezTo>
                    <a:pt x="1880" y="392"/>
                    <a:pt x="1886" y="425"/>
                    <a:pt x="1896" y="456"/>
                  </a:cubicBezTo>
                  <a:cubicBezTo>
                    <a:pt x="1902" y="473"/>
                    <a:pt x="1920" y="486"/>
                    <a:pt x="1920" y="504"/>
                  </a:cubicBezTo>
                  <a:cubicBezTo>
                    <a:pt x="1925" y="734"/>
                    <a:pt x="1978" y="1070"/>
                    <a:pt x="1788" y="1260"/>
                  </a:cubicBezTo>
                  <a:cubicBezTo>
                    <a:pt x="1765" y="1328"/>
                    <a:pt x="1758" y="1363"/>
                    <a:pt x="1716" y="1428"/>
                  </a:cubicBezTo>
                  <a:cubicBezTo>
                    <a:pt x="1634" y="1557"/>
                    <a:pt x="1412" y="1539"/>
                    <a:pt x="1284" y="1548"/>
                  </a:cubicBezTo>
                  <a:cubicBezTo>
                    <a:pt x="970" y="1600"/>
                    <a:pt x="724" y="1517"/>
                    <a:pt x="432" y="1452"/>
                  </a:cubicBezTo>
                  <a:cubicBezTo>
                    <a:pt x="326" y="1428"/>
                    <a:pt x="223" y="1414"/>
                    <a:pt x="120" y="1380"/>
                  </a:cubicBezTo>
                  <a:cubicBezTo>
                    <a:pt x="96" y="1356"/>
                    <a:pt x="67" y="1336"/>
                    <a:pt x="48" y="1308"/>
                  </a:cubicBezTo>
                  <a:cubicBezTo>
                    <a:pt x="34" y="1287"/>
                    <a:pt x="24" y="1236"/>
                    <a:pt x="24" y="1236"/>
                  </a:cubicBezTo>
                  <a:cubicBezTo>
                    <a:pt x="0" y="1067"/>
                    <a:pt x="4" y="1132"/>
                    <a:pt x="24" y="852"/>
                  </a:cubicBezTo>
                  <a:cubicBezTo>
                    <a:pt x="26" y="825"/>
                    <a:pt x="53" y="790"/>
                    <a:pt x="60" y="768"/>
                  </a:cubicBezTo>
                  <a:cubicBezTo>
                    <a:pt x="82" y="701"/>
                    <a:pt x="91" y="632"/>
                    <a:pt x="108" y="564"/>
                  </a:cubicBezTo>
                  <a:cubicBezTo>
                    <a:pt x="114" y="539"/>
                    <a:pt x="108" y="484"/>
                    <a:pt x="132" y="492"/>
                  </a:cubicBezTo>
                  <a:cubicBezTo>
                    <a:pt x="144" y="496"/>
                    <a:pt x="156" y="500"/>
                    <a:pt x="168" y="504"/>
                  </a:cubicBezTo>
                  <a:close/>
                </a:path>
              </a:pathLst>
            </a:custGeom>
            <a:noFill/>
            <a:ln w="38100" cap="flat" cmpd="sng">
              <a:solidFill>
                <a:srgbClr val="808000"/>
              </a:solidFill>
              <a:round/>
              <a:headEnd/>
              <a:tailEnd/>
            </a:ln>
            <a:extLst>
              <a:ext uri="{909E8E84-426E-40DD-AFC4-6F175D3DCCD1}">
                <a14:hiddenFill xmlns:a14="http://schemas.microsoft.com/office/drawing/2010/main" xmlns="">
                  <a:solidFill>
                    <a:srgbClr val="FFFFFF"/>
                  </a:solidFill>
                </a14:hiddenFill>
              </a:ext>
            </a:extLst>
          </p:spPr>
          <p:txBody>
            <a:bodyPr lIns="90000" tIns="46800" rIns="90000" bIns="46800" anchor="ctr">
              <a:spAutoFit/>
            </a:bodyPr>
            <a:lstStyle/>
            <a:p>
              <a:endParaRPr lang="zh-CN" altLang="en-US"/>
            </a:p>
          </p:txBody>
        </p:sp>
        <p:sp>
          <p:nvSpPr>
            <p:cNvPr id="40972" name="Line 16"/>
            <p:cNvSpPr>
              <a:spLocks noChangeShapeType="1"/>
            </p:cNvSpPr>
            <p:nvPr/>
          </p:nvSpPr>
          <p:spPr bwMode="auto">
            <a:xfrm>
              <a:off x="3603" y="1533"/>
              <a:ext cx="214" cy="264"/>
            </a:xfrm>
            <a:prstGeom prst="line">
              <a:avLst/>
            </a:prstGeom>
            <a:noFill/>
            <a:ln w="57150">
              <a:solidFill>
                <a:srgbClr val="3399FF"/>
              </a:solidFill>
              <a:round/>
              <a:headEnd/>
              <a:tailEnd type="triangle" w="med" len="med"/>
            </a:ln>
            <a:extLst>
              <a:ext uri="{909E8E84-426E-40DD-AFC4-6F175D3DCCD1}">
                <a14:hiddenFill xmlns:a14="http://schemas.microsoft.com/office/drawing/2010/main" xmlns="">
                  <a:noFill/>
                </a14:hiddenFill>
              </a:ext>
            </a:extLst>
          </p:spPr>
          <p:txBody>
            <a:bodyPr lIns="90000" tIns="46800" rIns="90000" bIns="46800" anchor="ctr">
              <a:spAutoFit/>
            </a:bodyPr>
            <a:lstStyle/>
            <a:p>
              <a:endParaRPr lang="zh-CN" altLang="en-US"/>
            </a:p>
          </p:txBody>
        </p:sp>
        <p:sp>
          <p:nvSpPr>
            <p:cNvPr id="40973" name="Line 17"/>
            <p:cNvSpPr>
              <a:spLocks noChangeShapeType="1"/>
            </p:cNvSpPr>
            <p:nvPr/>
          </p:nvSpPr>
          <p:spPr bwMode="auto">
            <a:xfrm>
              <a:off x="3903" y="1893"/>
              <a:ext cx="172" cy="176"/>
            </a:xfrm>
            <a:prstGeom prst="line">
              <a:avLst/>
            </a:prstGeom>
            <a:noFill/>
            <a:ln w="57150">
              <a:solidFill>
                <a:srgbClr val="3399FF"/>
              </a:solidFill>
              <a:round/>
              <a:headEnd type="triangle" w="med" len="med"/>
              <a:tailEnd/>
            </a:ln>
            <a:extLst>
              <a:ext uri="{909E8E84-426E-40DD-AFC4-6F175D3DCCD1}">
                <a14:hiddenFill xmlns:a14="http://schemas.microsoft.com/office/drawing/2010/main" xmlns="">
                  <a:noFill/>
                </a14:hiddenFill>
              </a:ext>
            </a:extLst>
          </p:spPr>
          <p:txBody>
            <a:bodyPr lIns="90000" tIns="46800" rIns="90000" bIns="46800" anchor="ctr">
              <a:spAutoFit/>
            </a:bodyPr>
            <a:lstStyle/>
            <a:p>
              <a:endParaRPr lang="zh-CN" altLang="en-US"/>
            </a:p>
          </p:txBody>
        </p:sp>
        <p:sp>
          <p:nvSpPr>
            <p:cNvPr id="40974" name="Line 18"/>
            <p:cNvSpPr>
              <a:spLocks noChangeShapeType="1"/>
            </p:cNvSpPr>
            <p:nvPr/>
          </p:nvSpPr>
          <p:spPr bwMode="auto">
            <a:xfrm flipH="1" flipV="1">
              <a:off x="3251" y="885"/>
              <a:ext cx="352" cy="660"/>
            </a:xfrm>
            <a:prstGeom prst="line">
              <a:avLst/>
            </a:prstGeom>
            <a:noFill/>
            <a:ln w="38100">
              <a:solidFill>
                <a:schemeClr val="accent2"/>
              </a:solidFill>
              <a:round/>
              <a:headEnd/>
              <a:tailEnd type="triangle" w="med" len="med"/>
            </a:ln>
            <a:extLst>
              <a:ext uri="{909E8E84-426E-40DD-AFC4-6F175D3DCCD1}">
                <a14:hiddenFill xmlns:a14="http://schemas.microsoft.com/office/drawing/2010/main" xmlns="">
                  <a:noFill/>
                </a14:hiddenFill>
              </a:ext>
            </a:extLst>
          </p:spPr>
          <p:txBody>
            <a:bodyPr lIns="90000" tIns="46800" rIns="90000" bIns="46800" anchor="ctr">
              <a:spAutoFit/>
            </a:bodyPr>
            <a:lstStyle/>
            <a:p>
              <a:endParaRPr lang="zh-CN" altLang="en-US"/>
            </a:p>
          </p:txBody>
        </p:sp>
        <p:sp>
          <p:nvSpPr>
            <p:cNvPr id="40975" name="Line 19"/>
            <p:cNvSpPr>
              <a:spLocks noChangeShapeType="1"/>
            </p:cNvSpPr>
            <p:nvPr/>
          </p:nvSpPr>
          <p:spPr bwMode="auto">
            <a:xfrm>
              <a:off x="3603" y="1545"/>
              <a:ext cx="429" cy="60"/>
            </a:xfrm>
            <a:prstGeom prst="line">
              <a:avLst/>
            </a:prstGeom>
            <a:noFill/>
            <a:ln w="57150">
              <a:solidFill>
                <a:srgbClr val="FF0000"/>
              </a:solidFill>
              <a:round/>
              <a:headEnd/>
              <a:tailEnd type="triangle" w="med" len="med"/>
            </a:ln>
            <a:extLst>
              <a:ext uri="{909E8E84-426E-40DD-AFC4-6F175D3DCCD1}">
                <a14:hiddenFill xmlns:a14="http://schemas.microsoft.com/office/drawing/2010/main" xmlns="">
                  <a:noFill/>
                </a14:hiddenFill>
              </a:ext>
            </a:extLst>
          </p:spPr>
          <p:txBody>
            <a:bodyPr lIns="90000" tIns="46800" rIns="90000" bIns="46800" anchor="ctr">
              <a:spAutoFit/>
            </a:bodyPr>
            <a:lstStyle/>
            <a:p>
              <a:endParaRPr lang="zh-CN" altLang="en-US"/>
            </a:p>
          </p:txBody>
        </p:sp>
        <p:sp>
          <p:nvSpPr>
            <p:cNvPr id="40976" name="Line 20"/>
            <p:cNvSpPr>
              <a:spLocks noChangeShapeType="1"/>
            </p:cNvSpPr>
            <p:nvPr/>
          </p:nvSpPr>
          <p:spPr bwMode="auto">
            <a:xfrm>
              <a:off x="4105" y="1605"/>
              <a:ext cx="343" cy="88"/>
            </a:xfrm>
            <a:prstGeom prst="line">
              <a:avLst/>
            </a:prstGeom>
            <a:noFill/>
            <a:ln w="57150">
              <a:solidFill>
                <a:srgbClr val="FF0000"/>
              </a:solidFill>
              <a:round/>
              <a:headEnd type="triangle" w="med" len="med"/>
              <a:tailEnd/>
            </a:ln>
            <a:extLst>
              <a:ext uri="{909E8E84-426E-40DD-AFC4-6F175D3DCCD1}">
                <a14:hiddenFill xmlns:a14="http://schemas.microsoft.com/office/drawing/2010/main" xmlns="">
                  <a:noFill/>
                </a14:hiddenFill>
              </a:ext>
            </a:extLst>
          </p:spPr>
          <p:txBody>
            <a:bodyPr lIns="90000" tIns="46800" rIns="90000" bIns="46800" anchor="ctr">
              <a:spAutoFit/>
            </a:bodyPr>
            <a:lstStyle/>
            <a:p>
              <a:endParaRPr lang="zh-CN" altLang="en-US"/>
            </a:p>
          </p:txBody>
        </p:sp>
        <p:graphicFrame>
          <p:nvGraphicFramePr>
            <p:cNvPr id="40977" name="Object 21"/>
            <p:cNvGraphicFramePr>
              <a:graphicFrameLocks noChangeAspect="1"/>
            </p:cNvGraphicFramePr>
            <p:nvPr/>
          </p:nvGraphicFramePr>
          <p:xfrm>
            <a:off x="3507" y="1579"/>
            <a:ext cx="96" cy="172"/>
          </p:xfrm>
          <a:graphic>
            <a:graphicData uri="http://schemas.openxmlformats.org/presentationml/2006/ole">
              <p:oleObj spid="_x0000_s41007" name="公式" r:id="rId6" imgW="101468" imgH="177569" progId="Equation.3">
                <p:embed/>
              </p:oleObj>
            </a:graphicData>
          </a:graphic>
        </p:graphicFrame>
        <p:graphicFrame>
          <p:nvGraphicFramePr>
            <p:cNvPr id="40978" name="Object 22"/>
            <p:cNvGraphicFramePr>
              <a:graphicFrameLocks noChangeAspect="1"/>
            </p:cNvGraphicFramePr>
            <p:nvPr/>
          </p:nvGraphicFramePr>
          <p:xfrm>
            <a:off x="3759" y="1216"/>
            <a:ext cx="184" cy="260"/>
          </p:xfrm>
          <a:graphic>
            <a:graphicData uri="http://schemas.openxmlformats.org/presentationml/2006/ole">
              <p:oleObj spid="_x0000_s41008" name="Equation" r:id="rId7" imgW="203112" imgH="279279" progId="Equation.DSMT4">
                <p:embed/>
              </p:oleObj>
            </a:graphicData>
          </a:graphic>
        </p:graphicFrame>
        <p:graphicFrame>
          <p:nvGraphicFramePr>
            <p:cNvPr id="40979" name="Object 23"/>
            <p:cNvGraphicFramePr>
              <a:graphicFrameLocks noChangeAspect="1"/>
            </p:cNvGraphicFramePr>
            <p:nvPr/>
          </p:nvGraphicFramePr>
          <p:xfrm>
            <a:off x="4280" y="1304"/>
            <a:ext cx="171" cy="259"/>
          </p:xfrm>
          <a:graphic>
            <a:graphicData uri="http://schemas.openxmlformats.org/presentationml/2006/ole">
              <p:oleObj spid="_x0000_s41009" name="Equation" r:id="rId8" imgW="190500" imgH="279400" progId="Equation.DSMT4">
                <p:embed/>
              </p:oleObj>
            </a:graphicData>
          </a:graphic>
        </p:graphicFrame>
        <p:graphicFrame>
          <p:nvGraphicFramePr>
            <p:cNvPr id="40980" name="Object 24"/>
            <p:cNvGraphicFramePr>
              <a:graphicFrameLocks noChangeAspect="1"/>
            </p:cNvGraphicFramePr>
            <p:nvPr/>
          </p:nvGraphicFramePr>
          <p:xfrm>
            <a:off x="4414" y="1701"/>
            <a:ext cx="115" cy="188"/>
          </p:xfrm>
          <a:graphic>
            <a:graphicData uri="http://schemas.openxmlformats.org/presentationml/2006/ole">
              <p:oleObj spid="_x0000_s41010" name="公式" r:id="rId9" imgW="126835" imgH="202936" progId="Equation.3">
                <p:embed/>
              </p:oleObj>
            </a:graphicData>
          </a:graphic>
        </p:graphicFrame>
        <p:graphicFrame>
          <p:nvGraphicFramePr>
            <p:cNvPr id="40981" name="Object 25"/>
            <p:cNvGraphicFramePr>
              <a:graphicFrameLocks noChangeAspect="1"/>
            </p:cNvGraphicFramePr>
            <p:nvPr/>
          </p:nvGraphicFramePr>
          <p:xfrm>
            <a:off x="3007" y="824"/>
            <a:ext cx="272" cy="293"/>
          </p:xfrm>
          <a:graphic>
            <a:graphicData uri="http://schemas.openxmlformats.org/presentationml/2006/ole">
              <p:oleObj spid="_x0000_s41011" name="Equation" r:id="rId10" imgW="253780" imgH="266469" progId="Equation.DSMT4">
                <p:embed/>
              </p:oleObj>
            </a:graphicData>
          </a:graphic>
        </p:graphicFrame>
        <p:grpSp>
          <p:nvGrpSpPr>
            <p:cNvPr id="40982" name="Group 26"/>
            <p:cNvGrpSpPr>
              <a:grpSpLocks/>
            </p:cNvGrpSpPr>
            <p:nvPr/>
          </p:nvGrpSpPr>
          <p:grpSpPr bwMode="auto">
            <a:xfrm>
              <a:off x="3515" y="1273"/>
              <a:ext cx="944" cy="1076"/>
              <a:chOff x="0" y="-275"/>
              <a:chExt cx="1056" cy="1174"/>
            </a:xfrm>
          </p:grpSpPr>
          <p:grpSp>
            <p:nvGrpSpPr>
              <p:cNvPr id="40983" name="Group 27"/>
              <p:cNvGrpSpPr>
                <a:grpSpLocks/>
              </p:cNvGrpSpPr>
              <p:nvPr/>
            </p:nvGrpSpPr>
            <p:grpSpPr bwMode="auto">
              <a:xfrm>
                <a:off x="96" y="-275"/>
                <a:ext cx="960" cy="1174"/>
                <a:chOff x="0" y="-275"/>
                <a:chExt cx="960" cy="1174"/>
              </a:xfrm>
            </p:grpSpPr>
            <p:sp>
              <p:nvSpPr>
                <p:cNvPr id="40985" name="Oval 28"/>
                <p:cNvSpPr>
                  <a:spLocks noChangeArrowheads="1"/>
                </p:cNvSpPr>
                <p:nvPr/>
              </p:nvSpPr>
              <p:spPr bwMode="auto">
                <a:xfrm>
                  <a:off x="0" y="-275"/>
                  <a:ext cx="48" cy="598"/>
                </a:xfrm>
                <a:prstGeom prst="ellipse">
                  <a:avLst/>
                </a:prstGeom>
                <a:solidFill>
                  <a:schemeClr val="tx1"/>
                </a:solidFill>
                <a:ln w="9525">
                  <a:solidFill>
                    <a:schemeClr val="tx1"/>
                  </a:solidFill>
                  <a:round/>
                  <a:headEnd/>
                  <a:tailEnd/>
                </a:ln>
              </p:spPr>
              <p:txBody>
                <a:bodyPr lIns="90000" tIns="46800" rIns="90000" bIns="46800" anchor="ctr">
                  <a:spAutoFit/>
                </a:bodyPr>
                <a:lstStyle/>
                <a:p>
                  <a:endParaRPr lang="zh-CN" altLang="en-US"/>
                </a:p>
              </p:txBody>
            </p:sp>
            <p:sp>
              <p:nvSpPr>
                <p:cNvPr id="40986" name="Oval 29"/>
                <p:cNvSpPr>
                  <a:spLocks noChangeArrowheads="1"/>
                </p:cNvSpPr>
                <p:nvPr/>
              </p:nvSpPr>
              <p:spPr bwMode="auto">
                <a:xfrm>
                  <a:off x="528" y="301"/>
                  <a:ext cx="48" cy="598"/>
                </a:xfrm>
                <a:prstGeom prst="ellipse">
                  <a:avLst/>
                </a:prstGeom>
                <a:solidFill>
                  <a:schemeClr val="tx1"/>
                </a:solidFill>
                <a:ln w="9525">
                  <a:solidFill>
                    <a:schemeClr val="tx1"/>
                  </a:solidFill>
                  <a:round/>
                  <a:headEnd/>
                  <a:tailEnd/>
                </a:ln>
              </p:spPr>
              <p:txBody>
                <a:bodyPr lIns="90000" tIns="46800" rIns="90000" bIns="46800" anchor="ctr">
                  <a:spAutoFit/>
                </a:bodyPr>
                <a:lstStyle/>
                <a:p>
                  <a:endParaRPr lang="zh-CN" altLang="en-US"/>
                </a:p>
              </p:txBody>
            </p:sp>
            <p:sp>
              <p:nvSpPr>
                <p:cNvPr id="40987" name="Oval 30"/>
                <p:cNvSpPr>
                  <a:spLocks noChangeArrowheads="1"/>
                </p:cNvSpPr>
                <p:nvPr/>
              </p:nvSpPr>
              <p:spPr bwMode="auto">
                <a:xfrm>
                  <a:off x="912" y="-131"/>
                  <a:ext cx="48" cy="598"/>
                </a:xfrm>
                <a:prstGeom prst="ellipse">
                  <a:avLst/>
                </a:prstGeom>
                <a:solidFill>
                  <a:schemeClr val="tx1"/>
                </a:solidFill>
                <a:ln w="9525">
                  <a:solidFill>
                    <a:schemeClr val="tx1"/>
                  </a:solidFill>
                  <a:round/>
                  <a:headEnd/>
                  <a:tailEnd/>
                </a:ln>
              </p:spPr>
              <p:txBody>
                <a:bodyPr lIns="90000" tIns="46800" rIns="90000" bIns="46800" anchor="ctr">
                  <a:spAutoFit/>
                </a:bodyPr>
                <a:lstStyle/>
                <a:p>
                  <a:endParaRPr lang="zh-CN" altLang="en-US"/>
                </a:p>
              </p:txBody>
            </p:sp>
          </p:grpSp>
          <p:sp>
            <p:nvSpPr>
              <p:cNvPr id="40984" name="Oval 31"/>
              <p:cNvSpPr>
                <a:spLocks noChangeArrowheads="1"/>
              </p:cNvSpPr>
              <p:nvPr/>
            </p:nvSpPr>
            <p:spPr bwMode="auto">
              <a:xfrm>
                <a:off x="0" y="303"/>
                <a:ext cx="48" cy="595"/>
              </a:xfrm>
              <a:prstGeom prst="ellipse">
                <a:avLst/>
              </a:prstGeom>
              <a:solidFill>
                <a:schemeClr val="tx1"/>
              </a:solidFill>
              <a:ln w="9525">
                <a:solidFill>
                  <a:schemeClr val="tx1"/>
                </a:solidFill>
                <a:round/>
                <a:headEnd/>
                <a:tailEnd/>
              </a:ln>
            </p:spPr>
            <p:txBody>
              <a:bodyPr anchor="ctr">
                <a:spAutoFit/>
              </a:bodyPr>
              <a:lstStyle/>
              <a:p>
                <a:endParaRPr lang="zh-CN" altLang="en-US"/>
              </a:p>
            </p:txBody>
          </p:sp>
        </p:grpSp>
      </p:grpSp>
      <p:sp>
        <p:nvSpPr>
          <p:cNvPr id="28" name="Text Box 2"/>
          <p:cNvSpPr>
            <a:spLocks noChangeArrowheads="1"/>
          </p:cNvSpPr>
          <p:nvPr/>
        </p:nvSpPr>
        <p:spPr bwMode="auto">
          <a:xfrm>
            <a:off x="827088" y="915988"/>
            <a:ext cx="2881312" cy="400050"/>
          </a:xfrm>
          <a:prstGeom prst="homePlate">
            <a:avLst>
              <a:gd name="adj" fmla="val 50083"/>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buFont typeface="Arial" charset="0"/>
              <a:buNone/>
            </a:pPr>
            <a:r>
              <a:rPr lang="zh-CN" altLang="en-US" sz="2000">
                <a:solidFill>
                  <a:srgbClr val="FFFFFF"/>
                </a:solidFill>
                <a:latin typeface="微软雅黑" pitchFamily="34" charset="-122"/>
                <a:ea typeface="微软雅黑" pitchFamily="34" charset="-122"/>
              </a:rPr>
              <a:t>一、质点系的动量定理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down)">
                                      <p:cBhvr>
                                        <p:cTn id="7" dur="500"/>
                                        <p:tgtEl>
                                          <p:spTgt spid="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272" fill="hold" grpId="0" nodeType="clickEffect">
                                  <p:stCondLst>
                                    <p:cond delay="0"/>
                                  </p:stCondLst>
                                  <p:childTnLst>
                                    <p:set>
                                      <p:cBhvr>
                                        <p:cTn id="11" dur="1" fill="hold">
                                          <p:stCondLst>
                                            <p:cond delay="0"/>
                                          </p:stCondLst>
                                        </p:cTn>
                                        <p:tgtEl>
                                          <p:spTgt spid="32771"/>
                                        </p:tgtEl>
                                        <p:attrNameLst>
                                          <p:attrName>style.visibility</p:attrName>
                                        </p:attrNameLst>
                                      </p:cBhvr>
                                      <p:to>
                                        <p:strVal val="visible"/>
                                      </p:to>
                                    </p:set>
                                    <p:anim calcmode="lin" valueType="num">
                                      <p:cBhvr>
                                        <p:cTn id="12" dur="500" fill="hold"/>
                                        <p:tgtEl>
                                          <p:spTgt spid="32771"/>
                                        </p:tgtEl>
                                        <p:attrNameLst>
                                          <p:attrName>ppt_w</p:attrName>
                                        </p:attrNameLst>
                                      </p:cBhvr>
                                      <p:tavLst>
                                        <p:tav tm="0">
                                          <p:val>
                                            <p:strVal val="2/3*#ppt_w"/>
                                          </p:val>
                                        </p:tav>
                                        <p:tav tm="100000">
                                          <p:val>
                                            <p:strVal val="#ppt_w"/>
                                          </p:val>
                                        </p:tav>
                                      </p:tavLst>
                                    </p:anim>
                                    <p:anim calcmode="lin" valueType="num">
                                      <p:cBhvr>
                                        <p:cTn id="13" dur="500" fill="hold"/>
                                        <p:tgtEl>
                                          <p:spTgt spid="32771"/>
                                        </p:tgtEl>
                                        <p:attrNameLst>
                                          <p:attrName>ppt_h</p:attrName>
                                        </p:attrNameLst>
                                      </p:cBhvr>
                                      <p:tavLst>
                                        <p:tav tm="0">
                                          <p:val>
                                            <p:strVal val="2/3*#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horizontal)">
                                      <p:cBhvr>
                                        <p:cTn id="18" dur="500"/>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32774"/>
                                        </p:tgtEl>
                                        <p:attrNameLst>
                                          <p:attrName>style.visibility</p:attrName>
                                        </p:attrNameLst>
                                      </p:cBhvr>
                                      <p:to>
                                        <p:strVal val="visible"/>
                                      </p:to>
                                    </p:set>
                                    <p:animEffect transition="in" filter="blinds(horizontal)">
                                      <p:cBhvr>
                                        <p:cTn id="23" dur="500"/>
                                        <p:tgtEl>
                                          <p:spTgt spid="32774"/>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32773"/>
                                        </p:tgtEl>
                                        <p:attrNameLst>
                                          <p:attrName>style.visibility</p:attrName>
                                        </p:attrNameLst>
                                      </p:cBhvr>
                                      <p:to>
                                        <p:strVal val="visible"/>
                                      </p:to>
                                    </p:set>
                                    <p:animEffect transition="in" filter="blinds(horizontal)">
                                      <p:cBhvr>
                                        <p:cTn id="26" dur="500"/>
                                        <p:tgtEl>
                                          <p:spTgt spid="3277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2776"/>
                                        </p:tgtEl>
                                        <p:attrNameLst>
                                          <p:attrName>style.visibility</p:attrName>
                                        </p:attrNameLst>
                                      </p:cBhvr>
                                      <p:to>
                                        <p:strVal val="visible"/>
                                      </p:to>
                                    </p:set>
                                    <p:animEffect transition="in" filter="blinds(horizontal)">
                                      <p:cBhvr>
                                        <p:cTn id="31" dur="500"/>
                                        <p:tgtEl>
                                          <p:spTgt spid="32776"/>
                                        </p:tgtEl>
                                      </p:cBhvr>
                                    </p:animEffect>
                                  </p:childTnLst>
                                </p:cTn>
                              </p:par>
                              <p:par>
                                <p:cTn id="32" presetID="3" presetClass="entr" presetSubtype="10" fill="hold" nodeType="withEffect">
                                  <p:stCondLst>
                                    <p:cond delay="0"/>
                                  </p:stCondLst>
                                  <p:childTnLst>
                                    <p:set>
                                      <p:cBhvr>
                                        <p:cTn id="33" dur="1" fill="hold">
                                          <p:stCondLst>
                                            <p:cond delay="0"/>
                                          </p:stCondLst>
                                        </p:cTn>
                                        <p:tgtEl>
                                          <p:spTgt spid="32777"/>
                                        </p:tgtEl>
                                        <p:attrNameLst>
                                          <p:attrName>style.visibility</p:attrName>
                                        </p:attrNameLst>
                                      </p:cBhvr>
                                      <p:to>
                                        <p:strVal val="visible"/>
                                      </p:to>
                                    </p:set>
                                    <p:animEffect transition="in" filter="blinds(horizontal)">
                                      <p:cBhvr>
                                        <p:cTn id="34" dur="500"/>
                                        <p:tgtEl>
                                          <p:spTgt spid="32777"/>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272" fill="hold" grpId="0" nodeType="clickEffect">
                                  <p:stCondLst>
                                    <p:cond delay="0"/>
                                  </p:stCondLst>
                                  <p:childTnLst>
                                    <p:set>
                                      <p:cBhvr>
                                        <p:cTn id="38" dur="1" fill="hold">
                                          <p:stCondLst>
                                            <p:cond delay="0"/>
                                          </p:stCondLst>
                                        </p:cTn>
                                        <p:tgtEl>
                                          <p:spTgt spid="32778"/>
                                        </p:tgtEl>
                                        <p:attrNameLst>
                                          <p:attrName>style.visibility</p:attrName>
                                        </p:attrNameLst>
                                      </p:cBhvr>
                                      <p:to>
                                        <p:strVal val="visible"/>
                                      </p:to>
                                    </p:set>
                                    <p:anim calcmode="lin" valueType="num">
                                      <p:cBhvr>
                                        <p:cTn id="39" dur="500" fill="hold"/>
                                        <p:tgtEl>
                                          <p:spTgt spid="32778"/>
                                        </p:tgtEl>
                                        <p:attrNameLst>
                                          <p:attrName>ppt_w</p:attrName>
                                        </p:attrNameLst>
                                      </p:cBhvr>
                                      <p:tavLst>
                                        <p:tav tm="0">
                                          <p:val>
                                            <p:strVal val="2/3*#ppt_w"/>
                                          </p:val>
                                        </p:tav>
                                        <p:tav tm="100000">
                                          <p:val>
                                            <p:strVal val="#ppt_w"/>
                                          </p:val>
                                        </p:tav>
                                      </p:tavLst>
                                    </p:anim>
                                    <p:anim calcmode="lin" valueType="num">
                                      <p:cBhvr>
                                        <p:cTn id="40" dur="500" fill="hold"/>
                                        <p:tgtEl>
                                          <p:spTgt spid="32778"/>
                                        </p:tgtEl>
                                        <p:attrNameLst>
                                          <p:attrName>ppt_h</p:attrName>
                                        </p:attrNameLst>
                                      </p:cBhvr>
                                      <p:tavLst>
                                        <p:tav tm="0">
                                          <p:val>
                                            <p:strVal val="2/3*#ppt_h"/>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3" presetClass="entr" presetSubtype="272" fill="hold" nodeType="clickEffect">
                                  <p:stCondLst>
                                    <p:cond delay="0"/>
                                  </p:stCondLst>
                                  <p:childTnLst>
                                    <p:set>
                                      <p:cBhvr>
                                        <p:cTn id="44" dur="1" fill="hold">
                                          <p:stCondLst>
                                            <p:cond delay="0"/>
                                          </p:stCondLst>
                                        </p:cTn>
                                        <p:tgtEl>
                                          <p:spTgt spid="32779"/>
                                        </p:tgtEl>
                                        <p:attrNameLst>
                                          <p:attrName>style.visibility</p:attrName>
                                        </p:attrNameLst>
                                      </p:cBhvr>
                                      <p:to>
                                        <p:strVal val="visible"/>
                                      </p:to>
                                    </p:set>
                                    <p:anim calcmode="lin" valueType="num">
                                      <p:cBhvr>
                                        <p:cTn id="45" dur="500" fill="hold"/>
                                        <p:tgtEl>
                                          <p:spTgt spid="32779"/>
                                        </p:tgtEl>
                                        <p:attrNameLst>
                                          <p:attrName>ppt_w</p:attrName>
                                        </p:attrNameLst>
                                      </p:cBhvr>
                                      <p:tavLst>
                                        <p:tav tm="0">
                                          <p:val>
                                            <p:strVal val="2/3*#ppt_w"/>
                                          </p:val>
                                        </p:tav>
                                        <p:tav tm="100000">
                                          <p:val>
                                            <p:strVal val="#ppt_w"/>
                                          </p:val>
                                        </p:tav>
                                      </p:tavLst>
                                    </p:anim>
                                    <p:anim calcmode="lin" valueType="num">
                                      <p:cBhvr>
                                        <p:cTn id="46" dur="500" fill="hold"/>
                                        <p:tgtEl>
                                          <p:spTgt spid="32779"/>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autoUpdateAnimBg="0"/>
      <p:bldP spid="32773" grpId="0"/>
      <p:bldP spid="32776" grpId="0"/>
      <p:bldP spid="32778" grpId="0" autoUpdateAnimBg="0"/>
      <p:bldP spid="2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755650" y="831850"/>
            <a:ext cx="2401888" cy="371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000" tIns="46800" rIns="90000" bIns="46800">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en-US" altLang="zh-CN" sz="1800">
                <a:solidFill>
                  <a:schemeClr val="accent2"/>
                </a:solidFill>
                <a:latin typeface="华文中宋" pitchFamily="2" charset="-122"/>
                <a:ea typeface="华文中宋" pitchFamily="2" charset="-122"/>
              </a:rPr>
              <a:t>3</a:t>
            </a:r>
            <a:r>
              <a:rPr lang="zh-CN" altLang="en-US" sz="1800">
                <a:solidFill>
                  <a:schemeClr val="accent2"/>
                </a:solidFill>
                <a:latin typeface="华文中宋" pitchFamily="2" charset="-122"/>
                <a:ea typeface="华文中宋" pitchFamily="2" charset="-122"/>
              </a:rPr>
              <a:t>、质点系的动量定理</a:t>
            </a:r>
            <a:endParaRPr lang="zh-CN" altLang="en-US" sz="1800" b="0">
              <a:solidFill>
                <a:schemeClr val="accent2"/>
              </a:solidFill>
              <a:latin typeface="华文中宋" pitchFamily="2" charset="-122"/>
              <a:ea typeface="华文中宋" pitchFamily="2" charset="-122"/>
            </a:endParaRPr>
          </a:p>
        </p:txBody>
      </p:sp>
      <p:graphicFrame>
        <p:nvGraphicFramePr>
          <p:cNvPr id="33795" name="Object 3"/>
          <p:cNvGraphicFramePr>
            <a:graphicFrameLocks noChangeAspect="1"/>
          </p:cNvGraphicFramePr>
          <p:nvPr/>
        </p:nvGraphicFramePr>
        <p:xfrm>
          <a:off x="720725" y="1117600"/>
          <a:ext cx="7164388" cy="785813"/>
        </p:xfrm>
        <a:graphic>
          <a:graphicData uri="http://schemas.openxmlformats.org/presentationml/2006/ole">
            <p:oleObj spid="_x0000_s42002" name="Equation" r:id="rId3" imgW="2997200" imgH="444500" progId="Equation.DSMT4">
              <p:embed/>
            </p:oleObj>
          </a:graphicData>
        </a:graphic>
      </p:graphicFrame>
      <p:graphicFrame>
        <p:nvGraphicFramePr>
          <p:cNvPr id="33796" name="Object 4"/>
          <p:cNvGraphicFramePr>
            <a:graphicFrameLocks noChangeAspect="1"/>
          </p:cNvGraphicFramePr>
          <p:nvPr/>
        </p:nvGraphicFramePr>
        <p:xfrm>
          <a:off x="755650" y="1968500"/>
          <a:ext cx="7272338" cy="747713"/>
        </p:xfrm>
        <a:graphic>
          <a:graphicData uri="http://schemas.openxmlformats.org/presentationml/2006/ole">
            <p:oleObj spid="_x0000_s42003" name="Equation" r:id="rId4" imgW="3238500" imgH="444500" progId="Equation.DSMT4">
              <p:embed/>
            </p:oleObj>
          </a:graphicData>
        </a:graphic>
      </p:graphicFrame>
      <p:sp>
        <p:nvSpPr>
          <p:cNvPr id="33798" name="Text Box 6"/>
          <p:cNvSpPr txBox="1">
            <a:spLocks noChangeArrowheads="1"/>
          </p:cNvSpPr>
          <p:nvPr/>
        </p:nvSpPr>
        <p:spPr bwMode="auto">
          <a:xfrm>
            <a:off x="1547813" y="2787650"/>
            <a:ext cx="2028825" cy="371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000" tIns="46800" rIns="90000" bIns="46800">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latin typeface="华文中宋" pitchFamily="2" charset="-122"/>
                <a:ea typeface="华文中宋" pitchFamily="2" charset="-122"/>
              </a:rPr>
              <a:t>因为内力成对出现</a:t>
            </a:r>
          </a:p>
        </p:txBody>
      </p:sp>
      <p:graphicFrame>
        <p:nvGraphicFramePr>
          <p:cNvPr id="33799" name="Object 7"/>
          <p:cNvGraphicFramePr>
            <a:graphicFrameLocks noChangeAspect="1"/>
          </p:cNvGraphicFramePr>
          <p:nvPr/>
        </p:nvGraphicFramePr>
        <p:xfrm>
          <a:off x="3938588" y="2716213"/>
          <a:ext cx="1841500" cy="576262"/>
        </p:xfrm>
        <a:graphic>
          <a:graphicData uri="http://schemas.openxmlformats.org/presentationml/2006/ole">
            <p:oleObj spid="_x0000_s42004" name="Equation" r:id="rId5" imgW="939392" imgH="444307" progId="Equation.DSMT4">
              <p:embed/>
            </p:oleObj>
          </a:graphicData>
        </a:graphic>
      </p:graphicFrame>
      <p:sp>
        <p:nvSpPr>
          <p:cNvPr id="33800" name="Text Box 8"/>
          <p:cNvSpPr txBox="1">
            <a:spLocks noChangeArrowheads="1"/>
          </p:cNvSpPr>
          <p:nvPr/>
        </p:nvSpPr>
        <p:spPr bwMode="auto">
          <a:xfrm>
            <a:off x="684213" y="3279775"/>
            <a:ext cx="7797800" cy="371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57150" cmpd="thickThin">
                <a:solidFill>
                  <a:srgbClr val="000000"/>
                </a:solidFill>
                <a:miter lim="800000"/>
                <a:headEnd/>
                <a:tailEnd/>
              </a14:hiddenLine>
            </a:ext>
          </a:extLst>
        </p:spPr>
        <p:txBody>
          <a:bodyPr wrap="none" lIns="90000" tIns="46800" rIns="90000" bIns="46800">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latin typeface="华文中宋" pitchFamily="2" charset="-122"/>
                <a:ea typeface="华文中宋" pitchFamily="2" charset="-122"/>
              </a:rPr>
              <a:t>这说明内力对系统的总动量无贡献，但对每个质点动量的增减是有影响的。</a:t>
            </a:r>
          </a:p>
        </p:txBody>
      </p:sp>
      <p:graphicFrame>
        <p:nvGraphicFramePr>
          <p:cNvPr id="33811" name="Object 19"/>
          <p:cNvGraphicFramePr>
            <a:graphicFrameLocks noChangeAspect="1"/>
          </p:cNvGraphicFramePr>
          <p:nvPr/>
        </p:nvGraphicFramePr>
        <p:xfrm>
          <a:off x="1277938" y="3689350"/>
          <a:ext cx="5526087" cy="719138"/>
        </p:xfrm>
        <a:graphic>
          <a:graphicData uri="http://schemas.openxmlformats.org/presentationml/2006/ole">
            <p:oleObj spid="_x0000_s42005" name="Equation" r:id="rId6" imgW="2209800" imgH="457200" progId="Equation.DSMT4">
              <p:embed/>
            </p:oleObj>
          </a:graphicData>
        </a:graphic>
      </p:graphicFrame>
      <p:sp>
        <p:nvSpPr>
          <p:cNvPr id="33813" name="Text Box 21"/>
          <p:cNvSpPr txBox="1">
            <a:spLocks noChangeArrowheads="1"/>
          </p:cNvSpPr>
          <p:nvPr/>
        </p:nvSpPr>
        <p:spPr bwMode="auto">
          <a:xfrm>
            <a:off x="1116013" y="4621213"/>
            <a:ext cx="4700587"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solidFill>
                  <a:srgbClr val="FF0000"/>
                </a:solidFill>
                <a:latin typeface="华文中宋" pitchFamily="2" charset="-122"/>
                <a:ea typeface="华文中宋" pitchFamily="2" charset="-122"/>
              </a:rPr>
              <a:t>质点系合外力的冲量 </a:t>
            </a:r>
            <a:r>
              <a:rPr lang="en-US" altLang="zh-CN" sz="1800">
                <a:solidFill>
                  <a:srgbClr val="FF0000"/>
                </a:solidFill>
                <a:latin typeface="华文中宋" pitchFamily="2" charset="-122"/>
                <a:ea typeface="华文中宋" pitchFamily="2" charset="-122"/>
              </a:rPr>
              <a:t>= </a:t>
            </a:r>
            <a:r>
              <a:rPr lang="zh-CN" altLang="en-US" sz="1800">
                <a:solidFill>
                  <a:srgbClr val="FF0000"/>
                </a:solidFill>
                <a:latin typeface="华文中宋" pitchFamily="2" charset="-122"/>
                <a:ea typeface="华文中宋" pitchFamily="2" charset="-122"/>
              </a:rPr>
              <a:t>质点系动量的增量。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72" fill="hold" grpId="0" nodeType="clickEffect">
                                  <p:stCondLst>
                                    <p:cond delay="0"/>
                                  </p:stCondLst>
                                  <p:childTnLst>
                                    <p:set>
                                      <p:cBhvr>
                                        <p:cTn id="6" dur="1" fill="hold">
                                          <p:stCondLst>
                                            <p:cond delay="0"/>
                                          </p:stCondLst>
                                        </p:cTn>
                                        <p:tgtEl>
                                          <p:spTgt spid="33794"/>
                                        </p:tgtEl>
                                        <p:attrNameLst>
                                          <p:attrName>style.visibility</p:attrName>
                                        </p:attrNameLst>
                                      </p:cBhvr>
                                      <p:to>
                                        <p:strVal val="visible"/>
                                      </p:to>
                                    </p:set>
                                    <p:anim calcmode="lin" valueType="num">
                                      <p:cBhvr>
                                        <p:cTn id="7" dur="500" fill="hold"/>
                                        <p:tgtEl>
                                          <p:spTgt spid="33794"/>
                                        </p:tgtEl>
                                        <p:attrNameLst>
                                          <p:attrName>ppt_w</p:attrName>
                                        </p:attrNameLst>
                                      </p:cBhvr>
                                      <p:tavLst>
                                        <p:tav tm="0">
                                          <p:val>
                                            <p:strVal val="2/3*#ppt_w"/>
                                          </p:val>
                                        </p:tav>
                                        <p:tav tm="100000">
                                          <p:val>
                                            <p:strVal val="#ppt_w"/>
                                          </p:val>
                                        </p:tav>
                                      </p:tavLst>
                                    </p:anim>
                                    <p:anim calcmode="lin" valueType="num">
                                      <p:cBhvr>
                                        <p:cTn id="8" dur="500" fill="hold"/>
                                        <p:tgtEl>
                                          <p:spTgt spid="33794"/>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272" fill="hold" nodeType="clickEffect">
                                  <p:stCondLst>
                                    <p:cond delay="0"/>
                                  </p:stCondLst>
                                  <p:childTnLst>
                                    <p:set>
                                      <p:cBhvr>
                                        <p:cTn id="12" dur="1" fill="hold">
                                          <p:stCondLst>
                                            <p:cond delay="0"/>
                                          </p:stCondLst>
                                        </p:cTn>
                                        <p:tgtEl>
                                          <p:spTgt spid="33795"/>
                                        </p:tgtEl>
                                        <p:attrNameLst>
                                          <p:attrName>style.visibility</p:attrName>
                                        </p:attrNameLst>
                                      </p:cBhvr>
                                      <p:to>
                                        <p:strVal val="visible"/>
                                      </p:to>
                                    </p:set>
                                    <p:anim calcmode="lin" valueType="num">
                                      <p:cBhvr>
                                        <p:cTn id="13" dur="500" fill="hold"/>
                                        <p:tgtEl>
                                          <p:spTgt spid="33795"/>
                                        </p:tgtEl>
                                        <p:attrNameLst>
                                          <p:attrName>ppt_w</p:attrName>
                                        </p:attrNameLst>
                                      </p:cBhvr>
                                      <p:tavLst>
                                        <p:tav tm="0">
                                          <p:val>
                                            <p:strVal val="2/3*#ppt_w"/>
                                          </p:val>
                                        </p:tav>
                                        <p:tav tm="100000">
                                          <p:val>
                                            <p:strVal val="#ppt_w"/>
                                          </p:val>
                                        </p:tav>
                                      </p:tavLst>
                                    </p:anim>
                                    <p:anim calcmode="lin" valueType="num">
                                      <p:cBhvr>
                                        <p:cTn id="14" dur="500" fill="hold"/>
                                        <p:tgtEl>
                                          <p:spTgt spid="33795"/>
                                        </p:tgtEl>
                                        <p:attrNameLst>
                                          <p:attrName>ppt_h</p:attrName>
                                        </p:attrNameLst>
                                      </p:cBhvr>
                                      <p:tavLst>
                                        <p:tav tm="0">
                                          <p:val>
                                            <p:strVal val="2/3*#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272" fill="hold" nodeType="clickEffect">
                                  <p:stCondLst>
                                    <p:cond delay="0"/>
                                  </p:stCondLst>
                                  <p:childTnLst>
                                    <p:set>
                                      <p:cBhvr>
                                        <p:cTn id="18" dur="1" fill="hold">
                                          <p:stCondLst>
                                            <p:cond delay="0"/>
                                          </p:stCondLst>
                                        </p:cTn>
                                        <p:tgtEl>
                                          <p:spTgt spid="33796"/>
                                        </p:tgtEl>
                                        <p:attrNameLst>
                                          <p:attrName>style.visibility</p:attrName>
                                        </p:attrNameLst>
                                      </p:cBhvr>
                                      <p:to>
                                        <p:strVal val="visible"/>
                                      </p:to>
                                    </p:set>
                                    <p:anim calcmode="lin" valueType="num">
                                      <p:cBhvr>
                                        <p:cTn id="19" dur="500" fill="hold"/>
                                        <p:tgtEl>
                                          <p:spTgt spid="33796"/>
                                        </p:tgtEl>
                                        <p:attrNameLst>
                                          <p:attrName>ppt_w</p:attrName>
                                        </p:attrNameLst>
                                      </p:cBhvr>
                                      <p:tavLst>
                                        <p:tav tm="0">
                                          <p:val>
                                            <p:strVal val="2/3*#ppt_w"/>
                                          </p:val>
                                        </p:tav>
                                        <p:tav tm="100000">
                                          <p:val>
                                            <p:strVal val="#ppt_w"/>
                                          </p:val>
                                        </p:tav>
                                      </p:tavLst>
                                    </p:anim>
                                    <p:anim calcmode="lin" valueType="num">
                                      <p:cBhvr>
                                        <p:cTn id="20" dur="500" fill="hold"/>
                                        <p:tgtEl>
                                          <p:spTgt spid="33796"/>
                                        </p:tgtEl>
                                        <p:attrNameLst>
                                          <p:attrName>ppt_h</p:attrName>
                                        </p:attrNameLst>
                                      </p:cBhvr>
                                      <p:tavLst>
                                        <p:tav tm="0">
                                          <p:val>
                                            <p:strVal val="2/3*#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3798"/>
                                        </p:tgtEl>
                                        <p:attrNameLst>
                                          <p:attrName>style.visibility</p:attrName>
                                        </p:attrNameLst>
                                      </p:cBhvr>
                                      <p:to>
                                        <p:strVal val="visible"/>
                                      </p:to>
                                    </p:set>
                                    <p:animEffect transition="in" filter="blinds(horizontal)">
                                      <p:cBhvr>
                                        <p:cTn id="25" dur="500"/>
                                        <p:tgtEl>
                                          <p:spTgt spid="33798"/>
                                        </p:tgtEl>
                                      </p:cBhvr>
                                    </p:animEffect>
                                  </p:childTnLst>
                                </p:cTn>
                              </p:par>
                              <p:par>
                                <p:cTn id="26" presetID="3" presetClass="entr" presetSubtype="10" fill="hold" nodeType="withEffect">
                                  <p:stCondLst>
                                    <p:cond delay="0"/>
                                  </p:stCondLst>
                                  <p:childTnLst>
                                    <p:set>
                                      <p:cBhvr>
                                        <p:cTn id="27" dur="1" fill="hold">
                                          <p:stCondLst>
                                            <p:cond delay="0"/>
                                          </p:stCondLst>
                                        </p:cTn>
                                        <p:tgtEl>
                                          <p:spTgt spid="33799"/>
                                        </p:tgtEl>
                                        <p:attrNameLst>
                                          <p:attrName>style.visibility</p:attrName>
                                        </p:attrNameLst>
                                      </p:cBhvr>
                                      <p:to>
                                        <p:strVal val="visible"/>
                                      </p:to>
                                    </p:set>
                                    <p:animEffect transition="in" filter="blinds(horizontal)">
                                      <p:cBhvr>
                                        <p:cTn id="28" dur="500"/>
                                        <p:tgtEl>
                                          <p:spTgt spid="3379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3" presetClass="entr" presetSubtype="272" fill="hold" grpId="0" nodeType="clickEffect">
                                  <p:stCondLst>
                                    <p:cond delay="0"/>
                                  </p:stCondLst>
                                  <p:childTnLst>
                                    <p:set>
                                      <p:cBhvr>
                                        <p:cTn id="32" dur="1" fill="hold">
                                          <p:stCondLst>
                                            <p:cond delay="0"/>
                                          </p:stCondLst>
                                        </p:cTn>
                                        <p:tgtEl>
                                          <p:spTgt spid="33800"/>
                                        </p:tgtEl>
                                        <p:attrNameLst>
                                          <p:attrName>style.visibility</p:attrName>
                                        </p:attrNameLst>
                                      </p:cBhvr>
                                      <p:to>
                                        <p:strVal val="visible"/>
                                      </p:to>
                                    </p:set>
                                    <p:anim calcmode="lin" valueType="num">
                                      <p:cBhvr>
                                        <p:cTn id="33" dur="500" fill="hold"/>
                                        <p:tgtEl>
                                          <p:spTgt spid="33800"/>
                                        </p:tgtEl>
                                        <p:attrNameLst>
                                          <p:attrName>ppt_w</p:attrName>
                                        </p:attrNameLst>
                                      </p:cBhvr>
                                      <p:tavLst>
                                        <p:tav tm="0">
                                          <p:val>
                                            <p:strVal val="2/3*#ppt_w"/>
                                          </p:val>
                                        </p:tav>
                                        <p:tav tm="100000">
                                          <p:val>
                                            <p:strVal val="#ppt_w"/>
                                          </p:val>
                                        </p:tav>
                                      </p:tavLst>
                                    </p:anim>
                                    <p:anim calcmode="lin" valueType="num">
                                      <p:cBhvr>
                                        <p:cTn id="34" dur="500" fill="hold"/>
                                        <p:tgtEl>
                                          <p:spTgt spid="33800"/>
                                        </p:tgtEl>
                                        <p:attrNameLst>
                                          <p:attrName>ppt_h</p:attrName>
                                        </p:attrNameLst>
                                      </p:cBhvr>
                                      <p:tavLst>
                                        <p:tav tm="0">
                                          <p:val>
                                            <p:strVal val="2/3*#ppt_h"/>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nodeType="clickEffect">
                                  <p:stCondLst>
                                    <p:cond delay="0"/>
                                  </p:stCondLst>
                                  <p:childTnLst>
                                    <p:set>
                                      <p:cBhvr>
                                        <p:cTn id="38" dur="1" fill="hold">
                                          <p:stCondLst>
                                            <p:cond delay="0"/>
                                          </p:stCondLst>
                                        </p:cTn>
                                        <p:tgtEl>
                                          <p:spTgt spid="33811"/>
                                        </p:tgtEl>
                                        <p:attrNameLst>
                                          <p:attrName>style.visibility</p:attrName>
                                        </p:attrNameLst>
                                      </p:cBhvr>
                                      <p:to>
                                        <p:strVal val="visible"/>
                                      </p:to>
                                    </p:set>
                                    <p:animEffect transition="in" filter="blinds(horizontal)">
                                      <p:cBhvr>
                                        <p:cTn id="39" dur="500"/>
                                        <p:tgtEl>
                                          <p:spTgt spid="3381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3" presetClass="entr" presetSubtype="16" fill="hold" grpId="0" nodeType="clickEffect">
                                  <p:stCondLst>
                                    <p:cond delay="0"/>
                                  </p:stCondLst>
                                  <p:childTnLst>
                                    <p:set>
                                      <p:cBhvr>
                                        <p:cTn id="43" dur="1" fill="hold">
                                          <p:stCondLst>
                                            <p:cond delay="0"/>
                                          </p:stCondLst>
                                        </p:cTn>
                                        <p:tgtEl>
                                          <p:spTgt spid="33813"/>
                                        </p:tgtEl>
                                        <p:attrNameLst>
                                          <p:attrName>style.visibility</p:attrName>
                                        </p:attrNameLst>
                                      </p:cBhvr>
                                      <p:to>
                                        <p:strVal val="visible"/>
                                      </p:to>
                                    </p:set>
                                    <p:anim calcmode="lin" valueType="num">
                                      <p:cBhvr>
                                        <p:cTn id="44" dur="500" fill="hold"/>
                                        <p:tgtEl>
                                          <p:spTgt spid="33813"/>
                                        </p:tgtEl>
                                        <p:attrNameLst>
                                          <p:attrName>ppt_w</p:attrName>
                                        </p:attrNameLst>
                                      </p:cBhvr>
                                      <p:tavLst>
                                        <p:tav tm="0">
                                          <p:val>
                                            <p:fltVal val="0"/>
                                          </p:val>
                                        </p:tav>
                                        <p:tav tm="100000">
                                          <p:val>
                                            <p:strVal val="#ppt_w"/>
                                          </p:val>
                                        </p:tav>
                                      </p:tavLst>
                                    </p:anim>
                                    <p:anim calcmode="lin" valueType="num">
                                      <p:cBhvr>
                                        <p:cTn id="45" dur="500" fill="hold"/>
                                        <p:tgtEl>
                                          <p:spTgt spid="3381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autoUpdateAnimBg="0"/>
      <p:bldP spid="33798" grpId="0"/>
      <p:bldP spid="33800" grpId="0"/>
      <p:bldP spid="33813"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Text Box 3"/>
          <p:cNvSpPr txBox="1">
            <a:spLocks noChangeArrowheads="1"/>
          </p:cNvSpPr>
          <p:nvPr/>
        </p:nvSpPr>
        <p:spPr bwMode="auto">
          <a:xfrm>
            <a:off x="468313" y="1384300"/>
            <a:ext cx="22606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solidFill>
                  <a:srgbClr val="FF0000"/>
                </a:solidFill>
                <a:latin typeface="华文中宋" pitchFamily="2" charset="-122"/>
                <a:ea typeface="华文中宋" pitchFamily="2" charset="-122"/>
              </a:rPr>
              <a:t>若系统所受的合外力</a:t>
            </a:r>
          </a:p>
        </p:txBody>
      </p:sp>
      <p:graphicFrame>
        <p:nvGraphicFramePr>
          <p:cNvPr id="35844" name="Object 4"/>
          <p:cNvGraphicFramePr>
            <a:graphicFrameLocks noChangeAspect="1"/>
          </p:cNvGraphicFramePr>
          <p:nvPr/>
        </p:nvGraphicFramePr>
        <p:xfrm>
          <a:off x="2770188" y="1265238"/>
          <a:ext cx="1204912" cy="641350"/>
        </p:xfrm>
        <a:graphic>
          <a:graphicData uri="http://schemas.openxmlformats.org/presentationml/2006/ole">
            <p:oleObj spid="_x0000_s43038" name="Equation" r:id="rId3" imgW="596900" imgH="431800" progId="Equation.DSMT4">
              <p:embed/>
            </p:oleObj>
          </a:graphicData>
        </a:graphic>
      </p:graphicFrame>
      <p:graphicFrame>
        <p:nvGraphicFramePr>
          <p:cNvPr id="35845" name="Object 5"/>
          <p:cNvGraphicFramePr>
            <a:graphicFrameLocks noChangeAspect="1"/>
          </p:cNvGraphicFramePr>
          <p:nvPr/>
        </p:nvGraphicFramePr>
        <p:xfrm>
          <a:off x="5791200" y="1363663"/>
          <a:ext cx="3028950" cy="560387"/>
        </p:xfrm>
        <a:graphic>
          <a:graphicData uri="http://schemas.openxmlformats.org/presentationml/2006/ole">
            <p:oleObj spid="_x0000_s43039" name="Equation" r:id="rId4" imgW="1104900" imgH="342900" progId="Equation.DSMT4">
              <p:embed/>
            </p:oleObj>
          </a:graphicData>
        </a:graphic>
      </p:graphicFrame>
      <p:sp>
        <p:nvSpPr>
          <p:cNvPr id="35846" name="Rectangle 6"/>
          <p:cNvSpPr>
            <a:spLocks noChangeArrowheads="1"/>
          </p:cNvSpPr>
          <p:nvPr/>
        </p:nvSpPr>
        <p:spPr bwMode="auto">
          <a:xfrm>
            <a:off x="3921125" y="1382713"/>
            <a:ext cx="187325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eaLnBrk="0" hangingPunct="0"/>
            <a:r>
              <a:rPr lang="zh-CN" altLang="en-US" sz="1800">
                <a:solidFill>
                  <a:srgbClr val="FF0000"/>
                </a:solidFill>
                <a:latin typeface="华文中宋" pitchFamily="2" charset="-122"/>
                <a:ea typeface="华文中宋" pitchFamily="2" charset="-122"/>
              </a:rPr>
              <a:t>系统总动量守恒 </a:t>
            </a:r>
          </a:p>
        </p:txBody>
      </p:sp>
      <p:sp>
        <p:nvSpPr>
          <p:cNvPr id="35847" name="Text Box 7"/>
          <p:cNvSpPr txBox="1">
            <a:spLocks noChangeArrowheads="1"/>
          </p:cNvSpPr>
          <p:nvPr/>
        </p:nvSpPr>
        <p:spPr bwMode="auto">
          <a:xfrm>
            <a:off x="431800" y="1925638"/>
            <a:ext cx="8178800" cy="646112"/>
          </a:xfrm>
          <a:prstGeom prst="rect">
            <a:avLst/>
          </a:prstGeom>
          <a:noFill/>
          <a:ln w="57150" cmpd="thickThin">
            <a:solidFill>
              <a:srgbClr val="F268EB"/>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b="0">
                <a:solidFill>
                  <a:srgbClr val="4FB19E"/>
                </a:solidFill>
                <a:latin typeface="华文中宋" pitchFamily="2" charset="-122"/>
                <a:ea typeface="华文中宋" pitchFamily="2" charset="-122"/>
              </a:rPr>
              <a:t>    一个孤立的力学系统（即无外力作用的系统）或合外力为零的系统，系统内各质点动量可以交换，但系统的总动量保持不变。这就是动量守恒定律。 </a:t>
            </a:r>
          </a:p>
        </p:txBody>
      </p:sp>
      <p:sp>
        <p:nvSpPr>
          <p:cNvPr id="35848" name="Text Box 8"/>
          <p:cNvSpPr txBox="1">
            <a:spLocks noChangeArrowheads="1"/>
          </p:cNvSpPr>
          <p:nvPr/>
        </p:nvSpPr>
        <p:spPr bwMode="auto">
          <a:xfrm>
            <a:off x="0" y="2695575"/>
            <a:ext cx="325913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solidFill>
                  <a:srgbClr val="000000"/>
                </a:solidFill>
                <a:latin typeface="华文中宋" pitchFamily="2" charset="-122"/>
                <a:ea typeface="华文中宋" pitchFamily="2" charset="-122"/>
              </a:rPr>
              <a:t> </a:t>
            </a:r>
            <a:r>
              <a:rPr lang="zh-CN" altLang="en-US" sz="1800">
                <a:solidFill>
                  <a:srgbClr val="006699"/>
                </a:solidFill>
                <a:latin typeface="华文中宋" pitchFamily="2" charset="-122"/>
                <a:ea typeface="华文中宋" pitchFamily="2" charset="-122"/>
              </a:rPr>
              <a:t>注意：动量守恒式是矢量式！</a:t>
            </a:r>
          </a:p>
        </p:txBody>
      </p:sp>
      <p:grpSp>
        <p:nvGrpSpPr>
          <p:cNvPr id="2" name="Group 30"/>
          <p:cNvGrpSpPr>
            <a:grpSpLocks/>
          </p:cNvGrpSpPr>
          <p:nvPr/>
        </p:nvGrpSpPr>
        <p:grpSpPr bwMode="auto">
          <a:xfrm>
            <a:off x="457200" y="3003550"/>
            <a:ext cx="6819900" cy="725488"/>
            <a:chOff x="288" y="2523"/>
            <a:chExt cx="4296" cy="609"/>
          </a:xfrm>
        </p:grpSpPr>
        <p:graphicFrame>
          <p:nvGraphicFramePr>
            <p:cNvPr id="43022" name="Object 10"/>
            <p:cNvGraphicFramePr>
              <a:graphicFrameLocks noChangeAspect="1"/>
            </p:cNvGraphicFramePr>
            <p:nvPr/>
          </p:nvGraphicFramePr>
          <p:xfrm>
            <a:off x="1292" y="2523"/>
            <a:ext cx="857" cy="609"/>
          </p:xfrm>
          <a:graphic>
            <a:graphicData uri="http://schemas.openxmlformats.org/presentationml/2006/ole">
              <p:oleObj spid="_x0000_s43040" name="Equation" r:id="rId5" imgW="596900" imgH="431800" progId="Equation.DSMT4">
                <p:embed/>
              </p:oleObj>
            </a:graphicData>
          </a:graphic>
        </p:graphicFrame>
        <p:sp>
          <p:nvSpPr>
            <p:cNvPr id="43023" name="Text Box 11"/>
            <p:cNvSpPr txBox="1">
              <a:spLocks noChangeArrowheads="1"/>
            </p:cNvSpPr>
            <p:nvPr/>
          </p:nvSpPr>
          <p:spPr bwMode="auto">
            <a:xfrm>
              <a:off x="288" y="2674"/>
              <a:ext cx="1020"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latin typeface="华文中宋" pitchFamily="2" charset="-122"/>
                  <a:ea typeface="华文中宋" pitchFamily="2" charset="-122"/>
                </a:rPr>
                <a:t>(1)</a:t>
              </a:r>
              <a:r>
                <a:rPr lang="zh-CN" altLang="en-US" sz="1800">
                  <a:solidFill>
                    <a:srgbClr val="000000"/>
                  </a:solidFill>
                  <a:latin typeface="华文中宋" pitchFamily="2" charset="-122"/>
                  <a:ea typeface="华文中宋" pitchFamily="2" charset="-122"/>
                </a:rPr>
                <a:t>守恒条件是</a:t>
              </a:r>
            </a:p>
          </p:txBody>
        </p:sp>
        <p:graphicFrame>
          <p:nvGraphicFramePr>
            <p:cNvPr id="43024" name="Object 13"/>
            <p:cNvGraphicFramePr>
              <a:graphicFrameLocks noChangeAspect="1"/>
            </p:cNvGraphicFramePr>
            <p:nvPr/>
          </p:nvGraphicFramePr>
          <p:xfrm>
            <a:off x="3243" y="2587"/>
            <a:ext cx="1341" cy="480"/>
          </p:xfrm>
          <a:graphic>
            <a:graphicData uri="http://schemas.openxmlformats.org/presentationml/2006/ole">
              <p:oleObj spid="_x0000_s43041" name="Equation" r:id="rId6" imgW="1002865" imgH="355446" progId="Equation.DSMT4">
                <p:embed/>
              </p:oleObj>
            </a:graphicData>
          </a:graphic>
        </p:graphicFrame>
        <p:sp>
          <p:nvSpPr>
            <p:cNvPr id="43025" name="Rectangle 14"/>
            <p:cNvSpPr>
              <a:spLocks noChangeArrowheads="1"/>
            </p:cNvSpPr>
            <p:nvPr/>
          </p:nvSpPr>
          <p:spPr bwMode="auto">
            <a:xfrm>
              <a:off x="2608" y="2672"/>
              <a:ext cx="553"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lang="zh-CN" altLang="en-US" sz="1800">
                  <a:solidFill>
                    <a:srgbClr val="000000"/>
                  </a:solidFill>
                  <a:latin typeface="华文中宋" pitchFamily="2" charset="-122"/>
                  <a:ea typeface="华文中宋" pitchFamily="2" charset="-122"/>
                </a:rPr>
                <a:t>而不是</a:t>
              </a:r>
            </a:p>
          </p:txBody>
        </p:sp>
      </p:grpSp>
      <p:sp>
        <p:nvSpPr>
          <p:cNvPr id="35865" name="Text Box 25"/>
          <p:cNvSpPr txBox="1">
            <a:spLocks noChangeArrowheads="1"/>
          </p:cNvSpPr>
          <p:nvPr/>
        </p:nvSpPr>
        <p:spPr bwMode="auto">
          <a:xfrm>
            <a:off x="1547813" y="3930650"/>
            <a:ext cx="3186112"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表示系统与外界无动量交换；</a:t>
            </a:r>
          </a:p>
        </p:txBody>
      </p:sp>
      <p:graphicFrame>
        <p:nvGraphicFramePr>
          <p:cNvPr id="35866" name="Object 26"/>
          <p:cNvGraphicFramePr>
            <a:graphicFrameLocks noChangeAspect="1"/>
          </p:cNvGraphicFramePr>
          <p:nvPr/>
        </p:nvGraphicFramePr>
        <p:xfrm>
          <a:off x="539750" y="3829050"/>
          <a:ext cx="1006475" cy="544513"/>
        </p:xfrm>
        <a:graphic>
          <a:graphicData uri="http://schemas.openxmlformats.org/presentationml/2006/ole">
            <p:oleObj spid="_x0000_s43042" name="Equation" r:id="rId7" imgW="596900" imgH="431800" progId="Equation.DSMT4">
              <p:embed/>
            </p:oleObj>
          </a:graphicData>
        </a:graphic>
      </p:graphicFrame>
      <p:sp>
        <p:nvSpPr>
          <p:cNvPr id="35868" name="Text Box 28"/>
          <p:cNvSpPr txBox="1">
            <a:spLocks noChangeArrowheads="1"/>
          </p:cNvSpPr>
          <p:nvPr/>
        </p:nvSpPr>
        <p:spPr bwMode="auto">
          <a:xfrm>
            <a:off x="6613525" y="3867150"/>
            <a:ext cx="2492375" cy="647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表示系统与外界的动量</a:t>
            </a:r>
            <a:endParaRPr lang="en-US" altLang="zh-CN" sz="1800">
              <a:latin typeface="华文中宋" pitchFamily="2" charset="-122"/>
              <a:ea typeface="华文中宋" pitchFamily="2" charset="-122"/>
            </a:endParaRPr>
          </a:p>
          <a:p>
            <a:pPr algn="l" eaLnBrk="1" hangingPunct="1"/>
            <a:r>
              <a:rPr lang="zh-CN" altLang="en-US" sz="1800">
                <a:latin typeface="华文中宋" pitchFamily="2" charset="-122"/>
                <a:ea typeface="华文中宋" pitchFamily="2" charset="-122"/>
              </a:rPr>
              <a:t>交换为零。</a:t>
            </a:r>
          </a:p>
        </p:txBody>
      </p:sp>
      <p:graphicFrame>
        <p:nvGraphicFramePr>
          <p:cNvPr id="35869" name="Object 29"/>
          <p:cNvGraphicFramePr>
            <a:graphicFrameLocks noChangeAspect="1"/>
          </p:cNvGraphicFramePr>
          <p:nvPr/>
        </p:nvGraphicFramePr>
        <p:xfrm>
          <a:off x="4787900" y="3783013"/>
          <a:ext cx="1871663" cy="588962"/>
        </p:xfrm>
        <a:graphic>
          <a:graphicData uri="http://schemas.openxmlformats.org/presentationml/2006/ole">
            <p:oleObj spid="_x0000_s43043" name="Equation" r:id="rId8" imgW="1028254" imgH="431613" progId="Equation.DSMT4">
              <p:embed/>
            </p:oleObj>
          </a:graphicData>
        </a:graphic>
      </p:graphicFrame>
      <p:sp>
        <p:nvSpPr>
          <p:cNvPr id="18" name="Text Box 2"/>
          <p:cNvSpPr>
            <a:spLocks noChangeArrowheads="1"/>
          </p:cNvSpPr>
          <p:nvPr/>
        </p:nvSpPr>
        <p:spPr bwMode="auto">
          <a:xfrm>
            <a:off x="755650" y="874713"/>
            <a:ext cx="2879725" cy="401637"/>
          </a:xfrm>
          <a:prstGeom prst="homePlate">
            <a:avLst>
              <a:gd name="adj" fmla="val 49858"/>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buFont typeface="Arial" charset="0"/>
              <a:buNone/>
            </a:pPr>
            <a:r>
              <a:rPr lang="zh-CN" altLang="en-US" sz="2000">
                <a:solidFill>
                  <a:srgbClr val="FFFFFF"/>
                </a:solidFill>
                <a:latin typeface="微软雅黑" pitchFamily="34" charset="-122"/>
                <a:ea typeface="微软雅黑" pitchFamily="34" charset="-122"/>
              </a:rPr>
              <a:t>三、动量守恒定律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35843"/>
                                        </p:tgtEl>
                                        <p:attrNameLst>
                                          <p:attrName>style.visibility</p:attrName>
                                        </p:attrNameLst>
                                      </p:cBhvr>
                                      <p:to>
                                        <p:strVal val="visible"/>
                                      </p:to>
                                    </p:set>
                                    <p:anim calcmode="lin" valueType="num">
                                      <p:cBhvr>
                                        <p:cTn id="12" dur="500" fill="hold"/>
                                        <p:tgtEl>
                                          <p:spTgt spid="35843"/>
                                        </p:tgtEl>
                                        <p:attrNameLst>
                                          <p:attrName>ppt_x</p:attrName>
                                        </p:attrNameLst>
                                      </p:cBhvr>
                                      <p:tavLst>
                                        <p:tav tm="0">
                                          <p:val>
                                            <p:strVal val="#ppt_x-#ppt_w/2"/>
                                          </p:val>
                                        </p:tav>
                                        <p:tav tm="100000">
                                          <p:val>
                                            <p:strVal val="#ppt_x"/>
                                          </p:val>
                                        </p:tav>
                                      </p:tavLst>
                                    </p:anim>
                                    <p:anim calcmode="lin" valueType="num">
                                      <p:cBhvr>
                                        <p:cTn id="13" dur="500" fill="hold"/>
                                        <p:tgtEl>
                                          <p:spTgt spid="35843"/>
                                        </p:tgtEl>
                                        <p:attrNameLst>
                                          <p:attrName>ppt_y</p:attrName>
                                        </p:attrNameLst>
                                      </p:cBhvr>
                                      <p:tavLst>
                                        <p:tav tm="0">
                                          <p:val>
                                            <p:strVal val="#ppt_y"/>
                                          </p:val>
                                        </p:tav>
                                        <p:tav tm="100000">
                                          <p:val>
                                            <p:strVal val="#ppt_y"/>
                                          </p:val>
                                        </p:tav>
                                      </p:tavLst>
                                    </p:anim>
                                    <p:anim calcmode="lin" valueType="num">
                                      <p:cBhvr>
                                        <p:cTn id="14" dur="500" fill="hold"/>
                                        <p:tgtEl>
                                          <p:spTgt spid="35843"/>
                                        </p:tgtEl>
                                        <p:attrNameLst>
                                          <p:attrName>ppt_w</p:attrName>
                                        </p:attrNameLst>
                                      </p:cBhvr>
                                      <p:tavLst>
                                        <p:tav tm="0">
                                          <p:val>
                                            <p:fltVal val="0"/>
                                          </p:val>
                                        </p:tav>
                                        <p:tav tm="100000">
                                          <p:val>
                                            <p:strVal val="#ppt_w"/>
                                          </p:val>
                                        </p:tav>
                                      </p:tavLst>
                                    </p:anim>
                                    <p:anim calcmode="lin" valueType="num">
                                      <p:cBhvr>
                                        <p:cTn id="15" dur="500" fill="hold"/>
                                        <p:tgtEl>
                                          <p:spTgt spid="35843"/>
                                        </p:tgtEl>
                                        <p:attrNameLst>
                                          <p:attrName>ppt_h</p:attrName>
                                        </p:attrNameLst>
                                      </p:cBhvr>
                                      <p:tavLst>
                                        <p:tav tm="0">
                                          <p:val>
                                            <p:strVal val="#ppt_h"/>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8" fill="hold" nodeType="clickEffect">
                                  <p:stCondLst>
                                    <p:cond delay="0"/>
                                  </p:stCondLst>
                                  <p:childTnLst>
                                    <p:set>
                                      <p:cBhvr>
                                        <p:cTn id="19" dur="1" fill="hold">
                                          <p:stCondLst>
                                            <p:cond delay="0"/>
                                          </p:stCondLst>
                                        </p:cTn>
                                        <p:tgtEl>
                                          <p:spTgt spid="35844"/>
                                        </p:tgtEl>
                                        <p:attrNameLst>
                                          <p:attrName>style.visibility</p:attrName>
                                        </p:attrNameLst>
                                      </p:cBhvr>
                                      <p:to>
                                        <p:strVal val="visible"/>
                                      </p:to>
                                    </p:set>
                                    <p:anim calcmode="lin" valueType="num">
                                      <p:cBhvr>
                                        <p:cTn id="20" dur="500" fill="hold"/>
                                        <p:tgtEl>
                                          <p:spTgt spid="35844"/>
                                        </p:tgtEl>
                                        <p:attrNameLst>
                                          <p:attrName>ppt_x</p:attrName>
                                        </p:attrNameLst>
                                      </p:cBhvr>
                                      <p:tavLst>
                                        <p:tav tm="0">
                                          <p:val>
                                            <p:strVal val="#ppt_x-#ppt_w/2"/>
                                          </p:val>
                                        </p:tav>
                                        <p:tav tm="100000">
                                          <p:val>
                                            <p:strVal val="#ppt_x"/>
                                          </p:val>
                                        </p:tav>
                                      </p:tavLst>
                                    </p:anim>
                                    <p:anim calcmode="lin" valueType="num">
                                      <p:cBhvr>
                                        <p:cTn id="21" dur="500" fill="hold"/>
                                        <p:tgtEl>
                                          <p:spTgt spid="35844"/>
                                        </p:tgtEl>
                                        <p:attrNameLst>
                                          <p:attrName>ppt_y</p:attrName>
                                        </p:attrNameLst>
                                      </p:cBhvr>
                                      <p:tavLst>
                                        <p:tav tm="0">
                                          <p:val>
                                            <p:strVal val="#ppt_y"/>
                                          </p:val>
                                        </p:tav>
                                        <p:tav tm="100000">
                                          <p:val>
                                            <p:strVal val="#ppt_y"/>
                                          </p:val>
                                        </p:tav>
                                      </p:tavLst>
                                    </p:anim>
                                    <p:anim calcmode="lin" valueType="num">
                                      <p:cBhvr>
                                        <p:cTn id="22" dur="500" fill="hold"/>
                                        <p:tgtEl>
                                          <p:spTgt spid="35844"/>
                                        </p:tgtEl>
                                        <p:attrNameLst>
                                          <p:attrName>ppt_w</p:attrName>
                                        </p:attrNameLst>
                                      </p:cBhvr>
                                      <p:tavLst>
                                        <p:tav tm="0">
                                          <p:val>
                                            <p:fltVal val="0"/>
                                          </p:val>
                                        </p:tav>
                                        <p:tav tm="100000">
                                          <p:val>
                                            <p:strVal val="#ppt_w"/>
                                          </p:val>
                                        </p:tav>
                                      </p:tavLst>
                                    </p:anim>
                                    <p:anim calcmode="lin" valueType="num">
                                      <p:cBhvr>
                                        <p:cTn id="23" dur="500" fill="hold"/>
                                        <p:tgtEl>
                                          <p:spTgt spid="35844"/>
                                        </p:tgtEl>
                                        <p:attrNameLst>
                                          <p:attrName>ppt_h</p:attrName>
                                        </p:attrNameLst>
                                      </p:cBhvr>
                                      <p:tavLst>
                                        <p:tav tm="0">
                                          <p:val>
                                            <p:strVal val="#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7" presetClass="entr" presetSubtype="8" fill="hold" grpId="0" nodeType="clickEffect">
                                  <p:stCondLst>
                                    <p:cond delay="0"/>
                                  </p:stCondLst>
                                  <p:childTnLst>
                                    <p:set>
                                      <p:cBhvr>
                                        <p:cTn id="27" dur="1" fill="hold">
                                          <p:stCondLst>
                                            <p:cond delay="0"/>
                                          </p:stCondLst>
                                        </p:cTn>
                                        <p:tgtEl>
                                          <p:spTgt spid="35846"/>
                                        </p:tgtEl>
                                        <p:attrNameLst>
                                          <p:attrName>style.visibility</p:attrName>
                                        </p:attrNameLst>
                                      </p:cBhvr>
                                      <p:to>
                                        <p:strVal val="visible"/>
                                      </p:to>
                                    </p:set>
                                    <p:anim calcmode="lin" valueType="num">
                                      <p:cBhvr>
                                        <p:cTn id="28" dur="500" fill="hold"/>
                                        <p:tgtEl>
                                          <p:spTgt spid="35846"/>
                                        </p:tgtEl>
                                        <p:attrNameLst>
                                          <p:attrName>ppt_x</p:attrName>
                                        </p:attrNameLst>
                                      </p:cBhvr>
                                      <p:tavLst>
                                        <p:tav tm="0">
                                          <p:val>
                                            <p:strVal val="#ppt_x-#ppt_w/2"/>
                                          </p:val>
                                        </p:tav>
                                        <p:tav tm="100000">
                                          <p:val>
                                            <p:strVal val="#ppt_x"/>
                                          </p:val>
                                        </p:tav>
                                      </p:tavLst>
                                    </p:anim>
                                    <p:anim calcmode="lin" valueType="num">
                                      <p:cBhvr>
                                        <p:cTn id="29" dur="500" fill="hold"/>
                                        <p:tgtEl>
                                          <p:spTgt spid="35846"/>
                                        </p:tgtEl>
                                        <p:attrNameLst>
                                          <p:attrName>ppt_y</p:attrName>
                                        </p:attrNameLst>
                                      </p:cBhvr>
                                      <p:tavLst>
                                        <p:tav tm="0">
                                          <p:val>
                                            <p:strVal val="#ppt_y"/>
                                          </p:val>
                                        </p:tav>
                                        <p:tav tm="100000">
                                          <p:val>
                                            <p:strVal val="#ppt_y"/>
                                          </p:val>
                                        </p:tav>
                                      </p:tavLst>
                                    </p:anim>
                                    <p:anim calcmode="lin" valueType="num">
                                      <p:cBhvr>
                                        <p:cTn id="30" dur="500" fill="hold"/>
                                        <p:tgtEl>
                                          <p:spTgt spid="35846"/>
                                        </p:tgtEl>
                                        <p:attrNameLst>
                                          <p:attrName>ppt_w</p:attrName>
                                        </p:attrNameLst>
                                      </p:cBhvr>
                                      <p:tavLst>
                                        <p:tav tm="0">
                                          <p:val>
                                            <p:fltVal val="0"/>
                                          </p:val>
                                        </p:tav>
                                        <p:tav tm="100000">
                                          <p:val>
                                            <p:strVal val="#ppt_w"/>
                                          </p:val>
                                        </p:tav>
                                      </p:tavLst>
                                    </p:anim>
                                    <p:anim calcmode="lin" valueType="num">
                                      <p:cBhvr>
                                        <p:cTn id="31" dur="500" fill="hold"/>
                                        <p:tgtEl>
                                          <p:spTgt spid="35846"/>
                                        </p:tgtEl>
                                        <p:attrNameLst>
                                          <p:attrName>ppt_h</p:attrName>
                                        </p:attrNameLst>
                                      </p:cBhvr>
                                      <p:tavLst>
                                        <p:tav tm="0">
                                          <p:val>
                                            <p:strVal val="#ppt_h"/>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17" presetClass="entr" presetSubtype="8" fill="hold" nodeType="clickEffect">
                                  <p:stCondLst>
                                    <p:cond delay="0"/>
                                  </p:stCondLst>
                                  <p:childTnLst>
                                    <p:set>
                                      <p:cBhvr>
                                        <p:cTn id="35" dur="1" fill="hold">
                                          <p:stCondLst>
                                            <p:cond delay="0"/>
                                          </p:stCondLst>
                                        </p:cTn>
                                        <p:tgtEl>
                                          <p:spTgt spid="35845"/>
                                        </p:tgtEl>
                                        <p:attrNameLst>
                                          <p:attrName>style.visibility</p:attrName>
                                        </p:attrNameLst>
                                      </p:cBhvr>
                                      <p:to>
                                        <p:strVal val="visible"/>
                                      </p:to>
                                    </p:set>
                                    <p:anim calcmode="lin" valueType="num">
                                      <p:cBhvr>
                                        <p:cTn id="36" dur="500" fill="hold"/>
                                        <p:tgtEl>
                                          <p:spTgt spid="35845"/>
                                        </p:tgtEl>
                                        <p:attrNameLst>
                                          <p:attrName>ppt_x</p:attrName>
                                        </p:attrNameLst>
                                      </p:cBhvr>
                                      <p:tavLst>
                                        <p:tav tm="0">
                                          <p:val>
                                            <p:strVal val="#ppt_x-#ppt_w/2"/>
                                          </p:val>
                                        </p:tav>
                                        <p:tav tm="100000">
                                          <p:val>
                                            <p:strVal val="#ppt_x"/>
                                          </p:val>
                                        </p:tav>
                                      </p:tavLst>
                                    </p:anim>
                                    <p:anim calcmode="lin" valueType="num">
                                      <p:cBhvr>
                                        <p:cTn id="37" dur="500" fill="hold"/>
                                        <p:tgtEl>
                                          <p:spTgt spid="35845"/>
                                        </p:tgtEl>
                                        <p:attrNameLst>
                                          <p:attrName>ppt_y</p:attrName>
                                        </p:attrNameLst>
                                      </p:cBhvr>
                                      <p:tavLst>
                                        <p:tav tm="0">
                                          <p:val>
                                            <p:strVal val="#ppt_y"/>
                                          </p:val>
                                        </p:tav>
                                        <p:tav tm="100000">
                                          <p:val>
                                            <p:strVal val="#ppt_y"/>
                                          </p:val>
                                        </p:tav>
                                      </p:tavLst>
                                    </p:anim>
                                    <p:anim calcmode="lin" valueType="num">
                                      <p:cBhvr>
                                        <p:cTn id="38" dur="500" fill="hold"/>
                                        <p:tgtEl>
                                          <p:spTgt spid="35845"/>
                                        </p:tgtEl>
                                        <p:attrNameLst>
                                          <p:attrName>ppt_w</p:attrName>
                                        </p:attrNameLst>
                                      </p:cBhvr>
                                      <p:tavLst>
                                        <p:tav tm="0">
                                          <p:val>
                                            <p:fltVal val="0"/>
                                          </p:val>
                                        </p:tav>
                                        <p:tav tm="100000">
                                          <p:val>
                                            <p:strVal val="#ppt_w"/>
                                          </p:val>
                                        </p:tav>
                                      </p:tavLst>
                                    </p:anim>
                                    <p:anim calcmode="lin" valueType="num">
                                      <p:cBhvr>
                                        <p:cTn id="39" dur="500" fill="hold"/>
                                        <p:tgtEl>
                                          <p:spTgt spid="35845"/>
                                        </p:tgtEl>
                                        <p:attrNameLst>
                                          <p:attrName>ppt_h</p:attrName>
                                        </p:attrNameLst>
                                      </p:cBhvr>
                                      <p:tavLst>
                                        <p:tav tm="0">
                                          <p:val>
                                            <p:strVal val="#ppt_h"/>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17" presetClass="entr" presetSubtype="8" fill="hold" grpId="0" nodeType="clickEffect">
                                  <p:stCondLst>
                                    <p:cond delay="0"/>
                                  </p:stCondLst>
                                  <p:childTnLst>
                                    <p:set>
                                      <p:cBhvr>
                                        <p:cTn id="43" dur="1" fill="hold">
                                          <p:stCondLst>
                                            <p:cond delay="0"/>
                                          </p:stCondLst>
                                        </p:cTn>
                                        <p:tgtEl>
                                          <p:spTgt spid="35847"/>
                                        </p:tgtEl>
                                        <p:attrNameLst>
                                          <p:attrName>style.visibility</p:attrName>
                                        </p:attrNameLst>
                                      </p:cBhvr>
                                      <p:to>
                                        <p:strVal val="visible"/>
                                      </p:to>
                                    </p:set>
                                    <p:anim calcmode="lin" valueType="num">
                                      <p:cBhvr>
                                        <p:cTn id="44" dur="500" fill="hold"/>
                                        <p:tgtEl>
                                          <p:spTgt spid="35847"/>
                                        </p:tgtEl>
                                        <p:attrNameLst>
                                          <p:attrName>ppt_x</p:attrName>
                                        </p:attrNameLst>
                                      </p:cBhvr>
                                      <p:tavLst>
                                        <p:tav tm="0">
                                          <p:val>
                                            <p:strVal val="#ppt_x-#ppt_w/2"/>
                                          </p:val>
                                        </p:tav>
                                        <p:tav tm="100000">
                                          <p:val>
                                            <p:strVal val="#ppt_x"/>
                                          </p:val>
                                        </p:tav>
                                      </p:tavLst>
                                    </p:anim>
                                    <p:anim calcmode="lin" valueType="num">
                                      <p:cBhvr>
                                        <p:cTn id="45" dur="500" fill="hold"/>
                                        <p:tgtEl>
                                          <p:spTgt spid="35847"/>
                                        </p:tgtEl>
                                        <p:attrNameLst>
                                          <p:attrName>ppt_y</p:attrName>
                                        </p:attrNameLst>
                                      </p:cBhvr>
                                      <p:tavLst>
                                        <p:tav tm="0">
                                          <p:val>
                                            <p:strVal val="#ppt_y"/>
                                          </p:val>
                                        </p:tav>
                                        <p:tav tm="100000">
                                          <p:val>
                                            <p:strVal val="#ppt_y"/>
                                          </p:val>
                                        </p:tav>
                                      </p:tavLst>
                                    </p:anim>
                                    <p:anim calcmode="lin" valueType="num">
                                      <p:cBhvr>
                                        <p:cTn id="46" dur="500" fill="hold"/>
                                        <p:tgtEl>
                                          <p:spTgt spid="35847"/>
                                        </p:tgtEl>
                                        <p:attrNameLst>
                                          <p:attrName>ppt_w</p:attrName>
                                        </p:attrNameLst>
                                      </p:cBhvr>
                                      <p:tavLst>
                                        <p:tav tm="0">
                                          <p:val>
                                            <p:fltVal val="0"/>
                                          </p:val>
                                        </p:tav>
                                        <p:tav tm="100000">
                                          <p:val>
                                            <p:strVal val="#ppt_w"/>
                                          </p:val>
                                        </p:tav>
                                      </p:tavLst>
                                    </p:anim>
                                    <p:anim calcmode="lin" valueType="num">
                                      <p:cBhvr>
                                        <p:cTn id="47" dur="500" fill="hold"/>
                                        <p:tgtEl>
                                          <p:spTgt spid="35847"/>
                                        </p:tgtEl>
                                        <p:attrNameLst>
                                          <p:attrName>ppt_h</p:attrName>
                                        </p:attrNameLst>
                                      </p:cBhvr>
                                      <p:tavLst>
                                        <p:tav tm="0">
                                          <p:val>
                                            <p:strVal val="#ppt_h"/>
                                          </p:val>
                                        </p:tav>
                                        <p:tav tm="100000">
                                          <p:val>
                                            <p:strVal val="#ppt_h"/>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17" presetClass="entr" presetSubtype="8" fill="hold" grpId="0" nodeType="clickEffect">
                                  <p:stCondLst>
                                    <p:cond delay="0"/>
                                  </p:stCondLst>
                                  <p:childTnLst>
                                    <p:set>
                                      <p:cBhvr>
                                        <p:cTn id="51" dur="1" fill="hold">
                                          <p:stCondLst>
                                            <p:cond delay="0"/>
                                          </p:stCondLst>
                                        </p:cTn>
                                        <p:tgtEl>
                                          <p:spTgt spid="35848"/>
                                        </p:tgtEl>
                                        <p:attrNameLst>
                                          <p:attrName>style.visibility</p:attrName>
                                        </p:attrNameLst>
                                      </p:cBhvr>
                                      <p:to>
                                        <p:strVal val="visible"/>
                                      </p:to>
                                    </p:set>
                                    <p:anim calcmode="lin" valueType="num">
                                      <p:cBhvr>
                                        <p:cTn id="52" dur="500" fill="hold"/>
                                        <p:tgtEl>
                                          <p:spTgt spid="35848"/>
                                        </p:tgtEl>
                                        <p:attrNameLst>
                                          <p:attrName>ppt_x</p:attrName>
                                        </p:attrNameLst>
                                      </p:cBhvr>
                                      <p:tavLst>
                                        <p:tav tm="0">
                                          <p:val>
                                            <p:strVal val="#ppt_x-#ppt_w/2"/>
                                          </p:val>
                                        </p:tav>
                                        <p:tav tm="100000">
                                          <p:val>
                                            <p:strVal val="#ppt_x"/>
                                          </p:val>
                                        </p:tav>
                                      </p:tavLst>
                                    </p:anim>
                                    <p:anim calcmode="lin" valueType="num">
                                      <p:cBhvr>
                                        <p:cTn id="53" dur="500" fill="hold"/>
                                        <p:tgtEl>
                                          <p:spTgt spid="35848"/>
                                        </p:tgtEl>
                                        <p:attrNameLst>
                                          <p:attrName>ppt_y</p:attrName>
                                        </p:attrNameLst>
                                      </p:cBhvr>
                                      <p:tavLst>
                                        <p:tav tm="0">
                                          <p:val>
                                            <p:strVal val="#ppt_y"/>
                                          </p:val>
                                        </p:tav>
                                        <p:tav tm="100000">
                                          <p:val>
                                            <p:strVal val="#ppt_y"/>
                                          </p:val>
                                        </p:tav>
                                      </p:tavLst>
                                    </p:anim>
                                    <p:anim calcmode="lin" valueType="num">
                                      <p:cBhvr>
                                        <p:cTn id="54" dur="500" fill="hold"/>
                                        <p:tgtEl>
                                          <p:spTgt spid="35848"/>
                                        </p:tgtEl>
                                        <p:attrNameLst>
                                          <p:attrName>ppt_w</p:attrName>
                                        </p:attrNameLst>
                                      </p:cBhvr>
                                      <p:tavLst>
                                        <p:tav tm="0">
                                          <p:val>
                                            <p:fltVal val="0"/>
                                          </p:val>
                                        </p:tav>
                                        <p:tav tm="100000">
                                          <p:val>
                                            <p:strVal val="#ppt_w"/>
                                          </p:val>
                                        </p:tav>
                                      </p:tavLst>
                                    </p:anim>
                                    <p:anim calcmode="lin" valueType="num">
                                      <p:cBhvr>
                                        <p:cTn id="55" dur="500" fill="hold"/>
                                        <p:tgtEl>
                                          <p:spTgt spid="35848"/>
                                        </p:tgtEl>
                                        <p:attrNameLst>
                                          <p:attrName>ppt_h</p:attrName>
                                        </p:attrNameLst>
                                      </p:cBhvr>
                                      <p:tavLst>
                                        <p:tav tm="0">
                                          <p:val>
                                            <p:strVal val="#ppt_h"/>
                                          </p:val>
                                        </p:tav>
                                        <p:tav tm="100000">
                                          <p:val>
                                            <p:strVal val="#ppt_h"/>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3" presetClass="entr" presetSubtype="10" fill="hold" nodeType="clickEffect">
                                  <p:stCondLst>
                                    <p:cond delay="0"/>
                                  </p:stCondLst>
                                  <p:childTnLst>
                                    <p:set>
                                      <p:cBhvr>
                                        <p:cTn id="59" dur="1" fill="hold">
                                          <p:stCondLst>
                                            <p:cond delay="0"/>
                                          </p:stCondLst>
                                        </p:cTn>
                                        <p:tgtEl>
                                          <p:spTgt spid="2"/>
                                        </p:tgtEl>
                                        <p:attrNameLst>
                                          <p:attrName>style.visibility</p:attrName>
                                        </p:attrNameLst>
                                      </p:cBhvr>
                                      <p:to>
                                        <p:strVal val="visible"/>
                                      </p:to>
                                    </p:set>
                                    <p:animEffect transition="in" filter="blinds(horizontal)">
                                      <p:cBhvr>
                                        <p:cTn id="60" dur="500"/>
                                        <p:tgtEl>
                                          <p:spTgt spid="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3" presetClass="entr" presetSubtype="10" fill="hold" nodeType="clickEffect">
                                  <p:stCondLst>
                                    <p:cond delay="0"/>
                                  </p:stCondLst>
                                  <p:childTnLst>
                                    <p:set>
                                      <p:cBhvr>
                                        <p:cTn id="64" dur="1" fill="hold">
                                          <p:stCondLst>
                                            <p:cond delay="0"/>
                                          </p:stCondLst>
                                        </p:cTn>
                                        <p:tgtEl>
                                          <p:spTgt spid="35866"/>
                                        </p:tgtEl>
                                        <p:attrNameLst>
                                          <p:attrName>style.visibility</p:attrName>
                                        </p:attrNameLst>
                                      </p:cBhvr>
                                      <p:to>
                                        <p:strVal val="visible"/>
                                      </p:to>
                                    </p:set>
                                    <p:animEffect transition="in" filter="blinds(horizontal)">
                                      <p:cBhvr>
                                        <p:cTn id="65" dur="500"/>
                                        <p:tgtEl>
                                          <p:spTgt spid="35866"/>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35865"/>
                                        </p:tgtEl>
                                        <p:attrNameLst>
                                          <p:attrName>style.visibility</p:attrName>
                                        </p:attrNameLst>
                                      </p:cBhvr>
                                      <p:to>
                                        <p:strVal val="visible"/>
                                      </p:to>
                                    </p:set>
                                    <p:animEffect transition="in" filter="blinds(horizontal)">
                                      <p:cBhvr>
                                        <p:cTn id="70" dur="500"/>
                                        <p:tgtEl>
                                          <p:spTgt spid="35865"/>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3" presetClass="entr" presetSubtype="10" fill="hold" nodeType="clickEffect">
                                  <p:stCondLst>
                                    <p:cond delay="0"/>
                                  </p:stCondLst>
                                  <p:childTnLst>
                                    <p:set>
                                      <p:cBhvr>
                                        <p:cTn id="74" dur="1" fill="hold">
                                          <p:stCondLst>
                                            <p:cond delay="0"/>
                                          </p:stCondLst>
                                        </p:cTn>
                                        <p:tgtEl>
                                          <p:spTgt spid="35869"/>
                                        </p:tgtEl>
                                        <p:attrNameLst>
                                          <p:attrName>style.visibility</p:attrName>
                                        </p:attrNameLst>
                                      </p:cBhvr>
                                      <p:to>
                                        <p:strVal val="visible"/>
                                      </p:to>
                                    </p:set>
                                    <p:animEffect transition="in" filter="blinds(horizontal)">
                                      <p:cBhvr>
                                        <p:cTn id="75" dur="500"/>
                                        <p:tgtEl>
                                          <p:spTgt spid="35869"/>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3" presetClass="entr" presetSubtype="10" fill="hold" grpId="0" nodeType="clickEffect">
                                  <p:stCondLst>
                                    <p:cond delay="0"/>
                                  </p:stCondLst>
                                  <p:childTnLst>
                                    <p:set>
                                      <p:cBhvr>
                                        <p:cTn id="79" dur="1" fill="hold">
                                          <p:stCondLst>
                                            <p:cond delay="0"/>
                                          </p:stCondLst>
                                        </p:cTn>
                                        <p:tgtEl>
                                          <p:spTgt spid="35868"/>
                                        </p:tgtEl>
                                        <p:attrNameLst>
                                          <p:attrName>style.visibility</p:attrName>
                                        </p:attrNameLst>
                                      </p:cBhvr>
                                      <p:to>
                                        <p:strVal val="visible"/>
                                      </p:to>
                                    </p:set>
                                    <p:animEffect transition="in" filter="blinds(horizontal)">
                                      <p:cBhvr>
                                        <p:cTn id="80" dur="500"/>
                                        <p:tgtEl>
                                          <p:spTgt spid="35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autoUpdateAnimBg="0"/>
      <p:bldP spid="35846" grpId="0" autoUpdateAnimBg="0"/>
      <p:bldP spid="35847" grpId="0" animBg="1" autoUpdateAnimBg="0"/>
      <p:bldP spid="35848" grpId="0" autoUpdateAnimBg="0"/>
      <p:bldP spid="35865" grpId="0"/>
      <p:bldP spid="35868" grpId="0"/>
      <p:bldP spid="1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8"/>
          <p:cNvGrpSpPr>
            <a:grpSpLocks/>
          </p:cNvGrpSpPr>
          <p:nvPr/>
        </p:nvGrpSpPr>
        <p:grpSpPr bwMode="auto">
          <a:xfrm>
            <a:off x="438150" y="2068513"/>
            <a:ext cx="8382000" cy="684212"/>
            <a:chOff x="204" y="816"/>
            <a:chExt cx="5280" cy="575"/>
          </a:xfrm>
        </p:grpSpPr>
        <p:sp>
          <p:nvSpPr>
            <p:cNvPr id="44041" name="Text Box 3"/>
            <p:cNvSpPr txBox="1">
              <a:spLocks noChangeArrowheads="1"/>
            </p:cNvSpPr>
            <p:nvPr/>
          </p:nvSpPr>
          <p:spPr bwMode="auto">
            <a:xfrm>
              <a:off x="204" y="845"/>
              <a:ext cx="5280" cy="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lnSpc>
                  <a:spcPct val="160000"/>
                </a:lnSpc>
              </a:pPr>
              <a:r>
                <a:rPr lang="zh-CN" altLang="en-US" sz="1800">
                  <a:solidFill>
                    <a:srgbClr val="000000"/>
                  </a:solidFill>
                  <a:latin typeface="华文中宋" pitchFamily="2" charset="-122"/>
                  <a:ea typeface="华文中宋" pitchFamily="2" charset="-122"/>
                </a:rPr>
                <a:t>      若                 ，但若某一方向的合外力零，则该方向上动量守恒；</a:t>
              </a:r>
              <a:r>
                <a:rPr lang="zh-CN" altLang="en-US" sz="1800">
                  <a:latin typeface="华文中宋" pitchFamily="2" charset="-122"/>
                  <a:ea typeface="华文中宋" pitchFamily="2" charset="-122"/>
                </a:rPr>
                <a:t> </a:t>
              </a:r>
            </a:p>
          </p:txBody>
        </p:sp>
        <p:graphicFrame>
          <p:nvGraphicFramePr>
            <p:cNvPr id="44042" name="Object 4"/>
            <p:cNvGraphicFramePr>
              <a:graphicFrameLocks noChangeAspect="1"/>
            </p:cNvGraphicFramePr>
            <p:nvPr/>
          </p:nvGraphicFramePr>
          <p:xfrm>
            <a:off x="728" y="816"/>
            <a:ext cx="791" cy="575"/>
          </p:xfrm>
          <a:graphic>
            <a:graphicData uri="http://schemas.openxmlformats.org/presentationml/2006/ole">
              <p:oleObj spid="_x0000_s44047" name="Equation" r:id="rId3" imgW="596900" imgH="431800" progId="Equation.DSMT4">
                <p:embed/>
              </p:oleObj>
            </a:graphicData>
          </a:graphic>
        </p:graphicFrame>
      </p:grpSp>
      <p:sp>
        <p:nvSpPr>
          <p:cNvPr id="36869" name="Text Box 5"/>
          <p:cNvSpPr txBox="1">
            <a:spLocks noChangeArrowheads="1"/>
          </p:cNvSpPr>
          <p:nvPr/>
        </p:nvSpPr>
        <p:spPr bwMode="auto">
          <a:xfrm>
            <a:off x="600075" y="3076575"/>
            <a:ext cx="8220075"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en-US" altLang="zh-CN" sz="1800">
                <a:solidFill>
                  <a:srgbClr val="000000"/>
                </a:solidFill>
                <a:latin typeface="华文中宋" pitchFamily="2" charset="-122"/>
                <a:ea typeface="华文中宋" pitchFamily="2" charset="-122"/>
              </a:rPr>
              <a:t>(3)</a:t>
            </a:r>
            <a:r>
              <a:rPr lang="zh-CN" altLang="en-US" sz="1800">
                <a:solidFill>
                  <a:srgbClr val="000000"/>
                </a:solidFill>
                <a:latin typeface="华文中宋" pitchFamily="2" charset="-122"/>
                <a:ea typeface="华文中宋" pitchFamily="2" charset="-122"/>
              </a:rPr>
              <a:t>若质点第内各质点有相对运动时，必须把系统内各量统一到同一惯性系中；</a:t>
            </a:r>
            <a:r>
              <a:rPr lang="zh-CN" altLang="en-US" sz="1800">
                <a:latin typeface="华文中宋" pitchFamily="2" charset="-122"/>
                <a:ea typeface="华文中宋" pitchFamily="2" charset="-122"/>
              </a:rPr>
              <a:t> </a:t>
            </a:r>
          </a:p>
        </p:txBody>
      </p:sp>
      <p:sp>
        <p:nvSpPr>
          <p:cNvPr id="36870" name="Text Box 6"/>
          <p:cNvSpPr txBox="1">
            <a:spLocks noChangeArrowheads="1"/>
          </p:cNvSpPr>
          <p:nvPr/>
        </p:nvSpPr>
        <p:spPr bwMode="auto">
          <a:xfrm>
            <a:off x="395288" y="3886200"/>
            <a:ext cx="8497887"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solidFill>
                  <a:srgbClr val="000000"/>
                </a:solidFill>
                <a:latin typeface="华文中宋" pitchFamily="2" charset="-122"/>
                <a:ea typeface="华文中宋" pitchFamily="2" charset="-122"/>
              </a:rPr>
              <a:t>  </a:t>
            </a:r>
            <a:r>
              <a:rPr lang="en-US" altLang="zh-CN" sz="1800">
                <a:solidFill>
                  <a:srgbClr val="000000"/>
                </a:solidFill>
                <a:latin typeface="华文中宋" pitchFamily="2" charset="-122"/>
                <a:ea typeface="华文中宋" pitchFamily="2" charset="-122"/>
              </a:rPr>
              <a:t>(4)</a:t>
            </a:r>
            <a:r>
              <a:rPr lang="zh-CN" altLang="en-US" sz="1800">
                <a:solidFill>
                  <a:srgbClr val="000000"/>
                </a:solidFill>
                <a:latin typeface="华文中宋" pitchFamily="2" charset="-122"/>
                <a:ea typeface="华文中宋" pitchFamily="2" charset="-122"/>
              </a:rPr>
              <a:t>若作用时间极短，而系统又只受重力作用，则可略去重力，而运用动量守恒。</a:t>
            </a:r>
            <a:endParaRPr lang="zh-CN" altLang="en-US" sz="1800">
              <a:latin typeface="华文中宋" pitchFamily="2" charset="-122"/>
              <a:ea typeface="华文中宋" pitchFamily="2" charset="-122"/>
            </a:endParaRPr>
          </a:p>
        </p:txBody>
      </p:sp>
      <p:grpSp>
        <p:nvGrpSpPr>
          <p:cNvPr id="3" name="Group 17"/>
          <p:cNvGrpSpPr>
            <a:grpSpLocks/>
          </p:cNvGrpSpPr>
          <p:nvPr/>
        </p:nvGrpSpPr>
        <p:grpSpPr bwMode="auto">
          <a:xfrm>
            <a:off x="611188" y="1203325"/>
            <a:ext cx="6197600" cy="658813"/>
            <a:chOff x="385" y="255"/>
            <a:chExt cx="3904" cy="553"/>
          </a:xfrm>
        </p:grpSpPr>
        <p:graphicFrame>
          <p:nvGraphicFramePr>
            <p:cNvPr id="44038" name="Object 8"/>
            <p:cNvGraphicFramePr>
              <a:graphicFrameLocks noChangeAspect="1"/>
            </p:cNvGraphicFramePr>
            <p:nvPr/>
          </p:nvGraphicFramePr>
          <p:xfrm>
            <a:off x="938" y="255"/>
            <a:ext cx="777" cy="553"/>
          </p:xfrm>
          <a:graphic>
            <a:graphicData uri="http://schemas.openxmlformats.org/presentationml/2006/ole">
              <p:oleObj spid="_x0000_s44048" name="Equation" r:id="rId4" imgW="596900" imgH="431800" progId="Equation.DSMT4">
                <p:embed/>
              </p:oleObj>
            </a:graphicData>
          </a:graphic>
        </p:graphicFrame>
        <p:sp>
          <p:nvSpPr>
            <p:cNvPr id="44039" name="Text Box 9"/>
            <p:cNvSpPr txBox="1">
              <a:spLocks noChangeArrowheads="1"/>
            </p:cNvSpPr>
            <p:nvPr/>
          </p:nvSpPr>
          <p:spPr bwMode="auto">
            <a:xfrm>
              <a:off x="385" y="361"/>
              <a:ext cx="485"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latin typeface="华文中宋" pitchFamily="2" charset="-122"/>
                  <a:ea typeface="华文中宋" pitchFamily="2" charset="-122"/>
                </a:rPr>
                <a:t>(2)</a:t>
              </a:r>
              <a:r>
                <a:rPr lang="zh-CN" altLang="en-US" sz="1800">
                  <a:solidFill>
                    <a:srgbClr val="000000"/>
                  </a:solidFill>
                  <a:latin typeface="华文中宋" pitchFamily="2" charset="-122"/>
                  <a:ea typeface="华文中宋" pitchFamily="2" charset="-122"/>
                </a:rPr>
                <a:t>若</a:t>
              </a:r>
              <a:r>
                <a:rPr lang="zh-CN" altLang="en-US" sz="1800" b="0">
                  <a:solidFill>
                    <a:srgbClr val="000000"/>
                  </a:solidFill>
                  <a:latin typeface="华文中宋" pitchFamily="2" charset="-122"/>
                  <a:ea typeface="华文中宋" pitchFamily="2" charset="-122"/>
                </a:rPr>
                <a:t> </a:t>
              </a:r>
            </a:p>
          </p:txBody>
        </p:sp>
        <p:sp>
          <p:nvSpPr>
            <p:cNvPr id="44040" name="Rectangle 16"/>
            <p:cNvSpPr>
              <a:spLocks noChangeArrowheads="1"/>
            </p:cNvSpPr>
            <p:nvPr/>
          </p:nvSpPr>
          <p:spPr bwMode="auto">
            <a:xfrm>
              <a:off x="1701" y="368"/>
              <a:ext cx="2588"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lang="zh-CN" altLang="en-US" sz="1800">
                  <a:solidFill>
                    <a:srgbClr val="000000"/>
                  </a:solidFill>
                  <a:latin typeface="华文中宋" pitchFamily="2" charset="-122"/>
                  <a:ea typeface="华文中宋" pitchFamily="2" charset="-122"/>
                </a:rPr>
                <a:t>则系统无论沿那个方向的动量都守恒；</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8" fill="hold" grpId="0" nodeType="clickEffect">
                                  <p:stCondLst>
                                    <p:cond delay="0"/>
                                  </p:stCondLst>
                                  <p:childTnLst>
                                    <p:set>
                                      <p:cBhvr>
                                        <p:cTn id="16" dur="1" fill="hold">
                                          <p:stCondLst>
                                            <p:cond delay="0"/>
                                          </p:stCondLst>
                                        </p:cTn>
                                        <p:tgtEl>
                                          <p:spTgt spid="36869"/>
                                        </p:tgtEl>
                                        <p:attrNameLst>
                                          <p:attrName>style.visibility</p:attrName>
                                        </p:attrNameLst>
                                      </p:cBhvr>
                                      <p:to>
                                        <p:strVal val="visible"/>
                                      </p:to>
                                    </p:set>
                                    <p:anim calcmode="lin" valueType="num">
                                      <p:cBhvr>
                                        <p:cTn id="17" dur="500" fill="hold"/>
                                        <p:tgtEl>
                                          <p:spTgt spid="36869"/>
                                        </p:tgtEl>
                                        <p:attrNameLst>
                                          <p:attrName>ppt_x</p:attrName>
                                        </p:attrNameLst>
                                      </p:cBhvr>
                                      <p:tavLst>
                                        <p:tav tm="0">
                                          <p:val>
                                            <p:strVal val="#ppt_x-#ppt_w/2"/>
                                          </p:val>
                                        </p:tav>
                                        <p:tav tm="100000">
                                          <p:val>
                                            <p:strVal val="#ppt_x"/>
                                          </p:val>
                                        </p:tav>
                                      </p:tavLst>
                                    </p:anim>
                                    <p:anim calcmode="lin" valueType="num">
                                      <p:cBhvr>
                                        <p:cTn id="18" dur="500" fill="hold"/>
                                        <p:tgtEl>
                                          <p:spTgt spid="36869"/>
                                        </p:tgtEl>
                                        <p:attrNameLst>
                                          <p:attrName>ppt_y</p:attrName>
                                        </p:attrNameLst>
                                      </p:cBhvr>
                                      <p:tavLst>
                                        <p:tav tm="0">
                                          <p:val>
                                            <p:strVal val="#ppt_y"/>
                                          </p:val>
                                        </p:tav>
                                        <p:tav tm="100000">
                                          <p:val>
                                            <p:strVal val="#ppt_y"/>
                                          </p:val>
                                        </p:tav>
                                      </p:tavLst>
                                    </p:anim>
                                    <p:anim calcmode="lin" valueType="num">
                                      <p:cBhvr>
                                        <p:cTn id="19" dur="500" fill="hold"/>
                                        <p:tgtEl>
                                          <p:spTgt spid="36869"/>
                                        </p:tgtEl>
                                        <p:attrNameLst>
                                          <p:attrName>ppt_w</p:attrName>
                                        </p:attrNameLst>
                                      </p:cBhvr>
                                      <p:tavLst>
                                        <p:tav tm="0">
                                          <p:val>
                                            <p:fltVal val="0"/>
                                          </p:val>
                                        </p:tav>
                                        <p:tav tm="100000">
                                          <p:val>
                                            <p:strVal val="#ppt_w"/>
                                          </p:val>
                                        </p:tav>
                                      </p:tavLst>
                                    </p:anim>
                                    <p:anim calcmode="lin" valueType="num">
                                      <p:cBhvr>
                                        <p:cTn id="20" dur="500" fill="hold"/>
                                        <p:tgtEl>
                                          <p:spTgt spid="36869"/>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8" fill="hold" grpId="0" nodeType="clickEffect">
                                  <p:stCondLst>
                                    <p:cond delay="0"/>
                                  </p:stCondLst>
                                  <p:childTnLst>
                                    <p:set>
                                      <p:cBhvr>
                                        <p:cTn id="24" dur="1" fill="hold">
                                          <p:stCondLst>
                                            <p:cond delay="0"/>
                                          </p:stCondLst>
                                        </p:cTn>
                                        <p:tgtEl>
                                          <p:spTgt spid="36870"/>
                                        </p:tgtEl>
                                        <p:attrNameLst>
                                          <p:attrName>style.visibility</p:attrName>
                                        </p:attrNameLst>
                                      </p:cBhvr>
                                      <p:to>
                                        <p:strVal val="visible"/>
                                      </p:to>
                                    </p:set>
                                    <p:anim calcmode="lin" valueType="num">
                                      <p:cBhvr>
                                        <p:cTn id="25" dur="500" fill="hold"/>
                                        <p:tgtEl>
                                          <p:spTgt spid="36870"/>
                                        </p:tgtEl>
                                        <p:attrNameLst>
                                          <p:attrName>ppt_x</p:attrName>
                                        </p:attrNameLst>
                                      </p:cBhvr>
                                      <p:tavLst>
                                        <p:tav tm="0">
                                          <p:val>
                                            <p:strVal val="#ppt_x-#ppt_w/2"/>
                                          </p:val>
                                        </p:tav>
                                        <p:tav tm="100000">
                                          <p:val>
                                            <p:strVal val="#ppt_x"/>
                                          </p:val>
                                        </p:tav>
                                      </p:tavLst>
                                    </p:anim>
                                    <p:anim calcmode="lin" valueType="num">
                                      <p:cBhvr>
                                        <p:cTn id="26" dur="500" fill="hold"/>
                                        <p:tgtEl>
                                          <p:spTgt spid="36870"/>
                                        </p:tgtEl>
                                        <p:attrNameLst>
                                          <p:attrName>ppt_y</p:attrName>
                                        </p:attrNameLst>
                                      </p:cBhvr>
                                      <p:tavLst>
                                        <p:tav tm="0">
                                          <p:val>
                                            <p:strVal val="#ppt_y"/>
                                          </p:val>
                                        </p:tav>
                                        <p:tav tm="100000">
                                          <p:val>
                                            <p:strVal val="#ppt_y"/>
                                          </p:val>
                                        </p:tav>
                                      </p:tavLst>
                                    </p:anim>
                                    <p:anim calcmode="lin" valueType="num">
                                      <p:cBhvr>
                                        <p:cTn id="27" dur="500" fill="hold"/>
                                        <p:tgtEl>
                                          <p:spTgt spid="36870"/>
                                        </p:tgtEl>
                                        <p:attrNameLst>
                                          <p:attrName>ppt_w</p:attrName>
                                        </p:attrNameLst>
                                      </p:cBhvr>
                                      <p:tavLst>
                                        <p:tav tm="0">
                                          <p:val>
                                            <p:fltVal val="0"/>
                                          </p:val>
                                        </p:tav>
                                        <p:tav tm="100000">
                                          <p:val>
                                            <p:strVal val="#ppt_w"/>
                                          </p:val>
                                        </p:tav>
                                      </p:tavLst>
                                    </p:anim>
                                    <p:anim calcmode="lin" valueType="num">
                                      <p:cBhvr>
                                        <p:cTn id="28" dur="500" fill="hold"/>
                                        <p:tgtEl>
                                          <p:spTgt spid="3687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9" grpId="0" autoUpdateAnimBg="0"/>
      <p:bldP spid="36870"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180013" y="1498600"/>
            <a:ext cx="3568700" cy="2944813"/>
            <a:chOff x="0" y="0"/>
            <a:chExt cx="2352" cy="2640"/>
          </a:xfrm>
        </p:grpSpPr>
        <p:grpSp>
          <p:nvGrpSpPr>
            <p:cNvPr id="45094" name="Group 3"/>
            <p:cNvGrpSpPr>
              <a:grpSpLocks/>
            </p:cNvGrpSpPr>
            <p:nvPr/>
          </p:nvGrpSpPr>
          <p:grpSpPr bwMode="auto">
            <a:xfrm>
              <a:off x="0" y="0"/>
              <a:ext cx="2352" cy="2640"/>
              <a:chOff x="0" y="0"/>
              <a:chExt cx="2352" cy="2640"/>
            </a:xfrm>
          </p:grpSpPr>
          <p:sp>
            <p:nvSpPr>
              <p:cNvPr id="41988" name="Rectangle 4"/>
              <p:cNvSpPr>
                <a:spLocks noChangeArrowheads="1"/>
              </p:cNvSpPr>
              <p:nvPr/>
            </p:nvSpPr>
            <p:spPr bwMode="auto">
              <a:xfrm>
                <a:off x="0" y="0"/>
                <a:ext cx="2352" cy="2640"/>
              </a:xfrm>
              <a:prstGeom prst="rect">
                <a:avLst/>
              </a:prstGeom>
              <a:gradFill rotWithShape="0">
                <a:gsLst>
                  <a:gs pos="0">
                    <a:schemeClr val="hlink"/>
                  </a:gs>
                  <a:gs pos="100000">
                    <a:schemeClr val="hlink">
                      <a:gamma/>
                      <a:tint val="16471"/>
                      <a:invGamma/>
                    </a:schemeClr>
                  </a:gs>
                </a:gsLst>
                <a:path path="rect">
                  <a:fillToRect t="100000" r="100000"/>
                </a:path>
              </a:gradFill>
              <a:ln w="9525">
                <a:noFill/>
                <a:miter lim="800000"/>
                <a:headEnd/>
                <a:tailEnd/>
              </a:ln>
              <a:effectLst/>
            </p:spPr>
            <p:txBody>
              <a:bodyPr wrap="none" anchor="ctr"/>
              <a:lstStyle/>
              <a:p>
                <a:pPr>
                  <a:defRPr/>
                </a:pPr>
                <a:endParaRPr lang="zh-CN" altLang="en-US" b="0">
                  <a:latin typeface="Times New Roman" pitchFamily="18" charset="0"/>
                  <a:ea typeface="宋体" pitchFamily="2" charset="-122"/>
                </a:endParaRPr>
              </a:p>
            </p:txBody>
          </p:sp>
          <p:sp>
            <p:nvSpPr>
              <p:cNvPr id="45097" name="AutoShape 5"/>
              <p:cNvSpPr>
                <a:spLocks noChangeArrowheads="1"/>
              </p:cNvSpPr>
              <p:nvPr/>
            </p:nvSpPr>
            <p:spPr bwMode="auto">
              <a:xfrm flipH="1">
                <a:off x="280" y="274"/>
                <a:ext cx="1968" cy="720"/>
              </a:xfrm>
              <a:prstGeom prst="rtTriangle">
                <a:avLst/>
              </a:prstGeom>
              <a:solidFill>
                <a:srgbClr val="FEE7FF"/>
              </a:solidFill>
              <a:ln w="9525">
                <a:miter lim="800000"/>
                <a:headEnd/>
                <a:tailEnd/>
              </a:ln>
              <a:scene3d>
                <a:camera prst="legacyObliqueTopLeft"/>
                <a:lightRig rig="legacyFlat3" dir="t"/>
              </a:scene3d>
              <a:sp3d extrusionH="430200" prstMaterial="legacyMatte">
                <a:bevelT w="13500" h="13500" prst="angle"/>
                <a:bevelB w="13500" h="13500" prst="angle"/>
                <a:extrusionClr>
                  <a:srgbClr val="FEE7FF"/>
                </a:extrusionClr>
              </a:sp3d>
            </p:spPr>
            <p:txBody>
              <a:bodyPr wrap="none" anchor="ctr">
                <a:flatTx/>
              </a:bodyPr>
              <a:lstStyle/>
              <a:p>
                <a:endParaRPr lang="zh-CN" altLang="en-US"/>
              </a:p>
            </p:txBody>
          </p:sp>
          <p:sp>
            <p:nvSpPr>
              <p:cNvPr id="45098" name="Text Box 6"/>
              <p:cNvSpPr txBox="1">
                <a:spLocks noChangeArrowheads="1"/>
              </p:cNvSpPr>
              <p:nvPr/>
            </p:nvSpPr>
            <p:spPr bwMode="auto">
              <a:xfrm>
                <a:off x="672" y="786"/>
                <a:ext cx="209" cy="3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2000" b="0" i="1">
                    <a:solidFill>
                      <a:schemeClr val="accent2"/>
                    </a:solidFill>
                    <a:latin typeface="Times New Roman" pitchFamily="18" charset="0"/>
                    <a:ea typeface="宋体" pitchFamily="2" charset="-122"/>
                    <a:sym typeface="Symbol" pitchFamily="18" charset="2"/>
                  </a:rPr>
                  <a:t></a:t>
                </a:r>
                <a:endParaRPr lang="zh-CN" altLang="en-US" sz="2000" b="0" i="1">
                  <a:solidFill>
                    <a:schemeClr val="accent2"/>
                  </a:solidFill>
                  <a:latin typeface="Times New Roman" pitchFamily="18" charset="0"/>
                  <a:ea typeface="宋体" pitchFamily="2" charset="-122"/>
                </a:endParaRPr>
              </a:p>
            </p:txBody>
          </p:sp>
          <p:grpSp>
            <p:nvGrpSpPr>
              <p:cNvPr id="45099" name="Group 7"/>
              <p:cNvGrpSpPr>
                <a:grpSpLocks/>
              </p:cNvGrpSpPr>
              <p:nvPr/>
            </p:nvGrpSpPr>
            <p:grpSpPr bwMode="auto">
              <a:xfrm>
                <a:off x="1632" y="240"/>
                <a:ext cx="624" cy="336"/>
                <a:chOff x="0" y="0"/>
                <a:chExt cx="624" cy="336"/>
              </a:xfrm>
            </p:grpSpPr>
            <p:sp>
              <p:nvSpPr>
                <p:cNvPr id="45100" name="AutoShape 8"/>
                <p:cNvSpPr>
                  <a:spLocks noChangeArrowheads="1"/>
                </p:cNvSpPr>
                <p:nvPr/>
              </p:nvSpPr>
              <p:spPr bwMode="auto">
                <a:xfrm rot="21421272" flipV="1">
                  <a:off x="0" y="41"/>
                  <a:ext cx="624" cy="192"/>
                </a:xfrm>
                <a:prstGeom prst="rtTriangle">
                  <a:avLst/>
                </a:prstGeom>
                <a:solidFill>
                  <a:srgbClr val="FF9933"/>
                </a:solidFill>
                <a:ln w="9525">
                  <a:miter lim="800000"/>
                  <a:headEnd/>
                  <a:tailEnd/>
                </a:ln>
                <a:scene3d>
                  <a:camera prst="legacyObliqueTopLeft"/>
                  <a:lightRig rig="legacyFlat3" dir="t"/>
                </a:scene3d>
                <a:sp3d extrusionH="430200" prstMaterial="legacyMatte">
                  <a:bevelT w="13500" h="13500" prst="angle"/>
                  <a:bevelB w="13500" h="13500" prst="angle"/>
                  <a:extrusionClr>
                    <a:srgbClr val="FF9933"/>
                  </a:extrusionClr>
                </a:sp3d>
              </p:spPr>
              <p:txBody>
                <a:bodyPr wrap="none" anchor="ctr">
                  <a:flatTx/>
                </a:bodyPr>
                <a:lstStyle/>
                <a:p>
                  <a:endParaRPr lang="zh-CN" altLang="en-US"/>
                </a:p>
              </p:txBody>
            </p:sp>
            <p:sp>
              <p:nvSpPr>
                <p:cNvPr id="45101" name="Text Box 9"/>
                <p:cNvSpPr txBox="1">
                  <a:spLocks noChangeArrowheads="1"/>
                </p:cNvSpPr>
                <p:nvPr/>
              </p:nvSpPr>
              <p:spPr bwMode="auto">
                <a:xfrm>
                  <a:off x="37" y="0"/>
                  <a:ext cx="260" cy="3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2000" b="0">
                      <a:solidFill>
                        <a:srgbClr val="FFFFFF"/>
                      </a:solidFill>
                      <a:latin typeface="Times New Roman" pitchFamily="18" charset="0"/>
                      <a:ea typeface="宋体" pitchFamily="2" charset="-122"/>
                    </a:rPr>
                    <a:t>M</a:t>
                  </a:r>
                </a:p>
              </p:txBody>
            </p:sp>
          </p:grpSp>
        </p:grpSp>
        <p:graphicFrame>
          <p:nvGraphicFramePr>
            <p:cNvPr id="45095" name="Object 10"/>
            <p:cNvGraphicFramePr>
              <a:graphicFrameLocks noChangeAspect="1"/>
            </p:cNvGraphicFramePr>
            <p:nvPr/>
          </p:nvGraphicFramePr>
          <p:xfrm>
            <a:off x="1488" y="48"/>
            <a:ext cx="137" cy="148"/>
          </p:xfrm>
          <a:graphic>
            <a:graphicData uri="http://schemas.openxmlformats.org/presentationml/2006/ole">
              <p:oleObj spid="_x0000_s45120" r:id="rId4" imgW="152532" imgH="165243" progId="Equation.3">
                <p:embed/>
              </p:oleObj>
            </a:graphicData>
          </a:graphic>
        </p:graphicFrame>
      </p:grpSp>
      <p:grpSp>
        <p:nvGrpSpPr>
          <p:cNvPr id="5" name="Group 11"/>
          <p:cNvGrpSpPr>
            <a:grpSpLocks/>
          </p:cNvGrpSpPr>
          <p:nvPr/>
        </p:nvGrpSpPr>
        <p:grpSpPr bwMode="auto">
          <a:xfrm>
            <a:off x="6107113" y="2974975"/>
            <a:ext cx="2119312" cy="1246188"/>
            <a:chOff x="0" y="0"/>
            <a:chExt cx="1397" cy="1117"/>
          </a:xfrm>
        </p:grpSpPr>
        <p:grpSp>
          <p:nvGrpSpPr>
            <p:cNvPr id="45077" name="Group 12"/>
            <p:cNvGrpSpPr>
              <a:grpSpLocks/>
            </p:cNvGrpSpPr>
            <p:nvPr/>
          </p:nvGrpSpPr>
          <p:grpSpPr bwMode="auto">
            <a:xfrm>
              <a:off x="0" y="0"/>
              <a:ext cx="1397" cy="1117"/>
              <a:chOff x="0" y="0"/>
              <a:chExt cx="1397" cy="1117"/>
            </a:xfrm>
          </p:grpSpPr>
          <p:grpSp>
            <p:nvGrpSpPr>
              <p:cNvPr id="45080" name="Group 13"/>
              <p:cNvGrpSpPr>
                <a:grpSpLocks/>
              </p:cNvGrpSpPr>
              <p:nvPr/>
            </p:nvGrpSpPr>
            <p:grpSpPr bwMode="auto">
              <a:xfrm>
                <a:off x="389" y="396"/>
                <a:ext cx="960" cy="409"/>
                <a:chOff x="0" y="0"/>
                <a:chExt cx="960" cy="409"/>
              </a:xfrm>
            </p:grpSpPr>
            <p:sp>
              <p:nvSpPr>
                <p:cNvPr id="45092" name="AutoShape 14"/>
                <p:cNvSpPr>
                  <a:spLocks noChangeArrowheads="1"/>
                </p:cNvSpPr>
                <p:nvPr/>
              </p:nvSpPr>
              <p:spPr bwMode="auto">
                <a:xfrm rot="21421272" flipV="1">
                  <a:off x="0" y="0"/>
                  <a:ext cx="960" cy="409"/>
                </a:xfrm>
                <a:prstGeom prst="rtTriangle">
                  <a:avLst/>
                </a:prstGeom>
                <a:solidFill>
                  <a:srgbClr val="FF9933">
                    <a:alpha val="50195"/>
                  </a:srgbClr>
                </a:solidFill>
                <a:ln w="9525">
                  <a:miter lim="800000"/>
                  <a:headEnd/>
                  <a:tailEnd/>
                </a:ln>
                <a:scene3d>
                  <a:camera prst="legacyObliqueTopLeft"/>
                  <a:lightRig rig="legacyFlat3" dir="t"/>
                </a:scene3d>
                <a:sp3d extrusionH="430200" prstMaterial="legacyMatte">
                  <a:bevelT w="13500" h="13500" prst="angle"/>
                  <a:bevelB w="13500" h="13500" prst="angle"/>
                  <a:extrusionClr>
                    <a:srgbClr val="FF9933"/>
                  </a:extrusionClr>
                </a:sp3d>
              </p:spPr>
              <p:txBody>
                <a:bodyPr wrap="none" anchor="ctr">
                  <a:flatTx/>
                </a:bodyPr>
                <a:lstStyle/>
                <a:p>
                  <a:endParaRPr lang="zh-CN" altLang="en-US"/>
                </a:p>
              </p:txBody>
            </p:sp>
            <p:sp>
              <p:nvSpPr>
                <p:cNvPr id="45093" name="Text Box 15"/>
                <p:cNvSpPr txBox="1">
                  <a:spLocks noChangeArrowheads="1"/>
                </p:cNvSpPr>
                <p:nvPr/>
              </p:nvSpPr>
              <p:spPr bwMode="auto">
                <a:xfrm>
                  <a:off x="0" y="73"/>
                  <a:ext cx="260" cy="3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2000" b="0">
                      <a:solidFill>
                        <a:srgbClr val="FFFFFF"/>
                      </a:solidFill>
                      <a:latin typeface="Times New Roman" pitchFamily="18" charset="0"/>
                      <a:ea typeface="宋体" pitchFamily="2" charset="-122"/>
                    </a:rPr>
                    <a:t>M</a:t>
                  </a:r>
                </a:p>
              </p:txBody>
            </p:sp>
          </p:grpSp>
          <p:sp>
            <p:nvSpPr>
              <p:cNvPr id="45081" name="Line 16"/>
              <p:cNvSpPr>
                <a:spLocks noChangeShapeType="1"/>
              </p:cNvSpPr>
              <p:nvPr/>
            </p:nvSpPr>
            <p:spPr bwMode="auto">
              <a:xfrm rot="566554" flipV="1">
                <a:off x="740" y="532"/>
                <a:ext cx="528" cy="96"/>
              </a:xfrm>
              <a:prstGeom prst="line">
                <a:avLst/>
              </a:prstGeom>
              <a:noFill/>
              <a:ln w="28575">
                <a:solidFill>
                  <a:srgbClr val="3333CC"/>
                </a:solidFill>
                <a:round/>
                <a:headEnd/>
                <a:tailEnd type="triangle" w="med" len="med"/>
              </a:ln>
              <a:extLst>
                <a:ext uri="{909E8E84-426E-40DD-AFC4-6F175D3DCCD1}">
                  <a14:hiddenFill xmlns:a14="http://schemas.microsoft.com/office/drawing/2010/main" xmlns="">
                    <a:noFill/>
                  </a14:hiddenFill>
                </a:ext>
              </a:extLst>
            </p:spPr>
            <p:txBody>
              <a:bodyPr lIns="90000" tIns="46800" rIns="90000" bIns="46800" anchor="ctr">
                <a:spAutoFit/>
              </a:bodyPr>
              <a:lstStyle/>
              <a:p>
                <a:endParaRPr lang="zh-CN" altLang="en-US"/>
              </a:p>
            </p:txBody>
          </p:sp>
          <p:sp>
            <p:nvSpPr>
              <p:cNvPr id="45082" name="Line 17"/>
              <p:cNvSpPr>
                <a:spLocks noChangeShapeType="1"/>
              </p:cNvSpPr>
              <p:nvPr/>
            </p:nvSpPr>
            <p:spPr bwMode="auto">
              <a:xfrm rot="566554" flipV="1">
                <a:off x="197" y="532"/>
                <a:ext cx="496" cy="95"/>
              </a:xfrm>
              <a:prstGeom prst="line">
                <a:avLst/>
              </a:prstGeom>
              <a:noFill/>
              <a:ln w="28575">
                <a:solidFill>
                  <a:srgbClr val="3333CC"/>
                </a:solidFill>
                <a:round/>
                <a:headEnd type="triangle" w="med" len="med"/>
                <a:tailEnd/>
              </a:ln>
              <a:extLst>
                <a:ext uri="{909E8E84-426E-40DD-AFC4-6F175D3DCCD1}">
                  <a14:hiddenFill xmlns:a14="http://schemas.microsoft.com/office/drawing/2010/main" xmlns="">
                    <a:noFill/>
                  </a14:hiddenFill>
                </a:ext>
              </a:extLst>
            </p:spPr>
            <p:txBody>
              <a:bodyPr lIns="90000" tIns="46800" rIns="90000" bIns="46800" anchor="ctr">
                <a:spAutoFit/>
              </a:bodyPr>
              <a:lstStyle/>
              <a:p>
                <a:endParaRPr lang="zh-CN" altLang="en-US"/>
              </a:p>
            </p:txBody>
          </p:sp>
          <p:sp>
            <p:nvSpPr>
              <p:cNvPr id="45083" name="Line 18"/>
              <p:cNvSpPr>
                <a:spLocks noChangeShapeType="1"/>
              </p:cNvSpPr>
              <p:nvPr/>
            </p:nvSpPr>
            <p:spPr bwMode="auto">
              <a:xfrm rot="566555">
                <a:off x="696" y="581"/>
                <a:ext cx="77" cy="438"/>
              </a:xfrm>
              <a:prstGeom prst="line">
                <a:avLst/>
              </a:prstGeom>
              <a:noFill/>
              <a:ln w="38100">
                <a:solidFill>
                  <a:srgbClr val="FF0000"/>
                </a:solidFill>
                <a:round/>
                <a:headEnd/>
                <a:tailEnd type="triangle" w="med" len="med"/>
              </a:ln>
              <a:extLst>
                <a:ext uri="{909E8E84-426E-40DD-AFC4-6F175D3DCCD1}">
                  <a14:hiddenFill xmlns:a14="http://schemas.microsoft.com/office/drawing/2010/main" xmlns="">
                    <a:noFill/>
                  </a14:hiddenFill>
                </a:ext>
              </a:extLst>
            </p:spPr>
            <p:txBody>
              <a:bodyPr lIns="90000" tIns="46800" rIns="90000" bIns="46800" anchor="ctr">
                <a:spAutoFit/>
              </a:bodyPr>
              <a:lstStyle/>
              <a:p>
                <a:endParaRPr lang="zh-CN" altLang="en-US"/>
              </a:p>
            </p:txBody>
          </p:sp>
          <p:sp>
            <p:nvSpPr>
              <p:cNvPr id="45084" name="Line 19"/>
              <p:cNvSpPr>
                <a:spLocks noChangeShapeType="1"/>
              </p:cNvSpPr>
              <p:nvPr/>
            </p:nvSpPr>
            <p:spPr bwMode="auto">
              <a:xfrm rot="566554" flipV="1">
                <a:off x="0" y="80"/>
                <a:ext cx="1392" cy="996"/>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wrap="none" lIns="90000" tIns="46800" rIns="90000" bIns="46800" anchor="ctr">
                <a:spAutoFit/>
              </a:bodyPr>
              <a:lstStyle/>
              <a:p>
                <a:endParaRPr lang="zh-CN" altLang="en-US"/>
              </a:p>
            </p:txBody>
          </p:sp>
          <p:sp>
            <p:nvSpPr>
              <p:cNvPr id="45085" name="Line 20"/>
              <p:cNvSpPr>
                <a:spLocks noChangeShapeType="1"/>
              </p:cNvSpPr>
              <p:nvPr/>
            </p:nvSpPr>
            <p:spPr bwMode="auto">
              <a:xfrm rot="566555">
                <a:off x="417" y="0"/>
                <a:ext cx="602" cy="1117"/>
              </a:xfrm>
              <a:prstGeom prst="line">
                <a:avLst/>
              </a:prstGeom>
              <a:noFill/>
              <a:ln w="9525">
                <a:solidFill>
                  <a:srgbClr val="00CC99"/>
                </a:solidFill>
                <a:round/>
                <a:headEnd/>
                <a:tailEnd/>
              </a:ln>
              <a:extLst>
                <a:ext uri="{909E8E84-426E-40DD-AFC4-6F175D3DCCD1}">
                  <a14:hiddenFill xmlns:a14="http://schemas.microsoft.com/office/drawing/2010/main" xmlns="">
                    <a:noFill/>
                  </a14:hiddenFill>
                </a:ext>
              </a:extLst>
            </p:spPr>
            <p:txBody>
              <a:bodyPr wrap="none" lIns="90000" tIns="46800" rIns="90000" bIns="46800" anchor="ctr">
                <a:spAutoFit/>
              </a:bodyPr>
              <a:lstStyle/>
              <a:p>
                <a:endParaRPr lang="zh-CN" altLang="en-US"/>
              </a:p>
            </p:txBody>
          </p:sp>
          <p:sp>
            <p:nvSpPr>
              <p:cNvPr id="45086" name="Line 21"/>
              <p:cNvSpPr>
                <a:spLocks noChangeShapeType="1"/>
              </p:cNvSpPr>
              <p:nvPr/>
            </p:nvSpPr>
            <p:spPr bwMode="auto">
              <a:xfrm rot="566555" flipH="1" flipV="1">
                <a:off x="513" y="141"/>
                <a:ext cx="249" cy="414"/>
              </a:xfrm>
              <a:prstGeom prst="line">
                <a:avLst/>
              </a:prstGeom>
              <a:noFill/>
              <a:ln w="57150">
                <a:solidFill>
                  <a:srgbClr val="00CC99"/>
                </a:solidFill>
                <a:round/>
                <a:headEnd/>
                <a:tailEnd type="triangle" w="med" len="med"/>
              </a:ln>
              <a:extLst>
                <a:ext uri="{909E8E84-426E-40DD-AFC4-6F175D3DCCD1}">
                  <a14:hiddenFill xmlns:a14="http://schemas.microsoft.com/office/drawing/2010/main" xmlns="">
                    <a:noFill/>
                  </a14:hiddenFill>
                </a:ext>
              </a:extLst>
            </p:spPr>
            <p:txBody>
              <a:bodyPr lIns="90000" tIns="46800" rIns="90000" bIns="46800" anchor="ctr">
                <a:spAutoFit/>
              </a:bodyPr>
              <a:lstStyle/>
              <a:p>
                <a:endParaRPr lang="zh-CN" altLang="en-US"/>
              </a:p>
            </p:txBody>
          </p:sp>
          <p:graphicFrame>
            <p:nvGraphicFramePr>
              <p:cNvPr id="45087" name="Object 22"/>
              <p:cNvGraphicFramePr>
                <a:graphicFrameLocks noChangeAspect="1"/>
              </p:cNvGraphicFramePr>
              <p:nvPr/>
            </p:nvGraphicFramePr>
            <p:xfrm>
              <a:off x="717" y="756"/>
              <a:ext cx="120" cy="168"/>
            </p:xfrm>
            <a:graphic>
              <a:graphicData uri="http://schemas.openxmlformats.org/presentationml/2006/ole">
                <p:oleObj spid="_x0000_s45121" name="Equation" r:id="rId5" imgW="126725" imgH="177415" progId="Equation.DSMT4">
                  <p:embed/>
                </p:oleObj>
              </a:graphicData>
            </a:graphic>
          </p:graphicFrame>
          <p:graphicFrame>
            <p:nvGraphicFramePr>
              <p:cNvPr id="45088" name="Object 23"/>
              <p:cNvGraphicFramePr>
                <a:graphicFrameLocks noChangeAspect="1"/>
              </p:cNvGraphicFramePr>
              <p:nvPr/>
            </p:nvGraphicFramePr>
            <p:xfrm>
              <a:off x="309" y="588"/>
              <a:ext cx="120" cy="168"/>
            </p:xfrm>
            <a:graphic>
              <a:graphicData uri="http://schemas.openxmlformats.org/presentationml/2006/ole">
                <p:oleObj spid="_x0000_s45122" r:id="rId6" imgW="126725" imgH="177415" progId="Equation.3">
                  <p:embed/>
                </p:oleObj>
              </a:graphicData>
            </a:graphic>
          </p:graphicFrame>
          <p:graphicFrame>
            <p:nvGraphicFramePr>
              <p:cNvPr id="45089" name="Object 24"/>
              <p:cNvGraphicFramePr>
                <a:graphicFrameLocks noChangeAspect="1"/>
              </p:cNvGraphicFramePr>
              <p:nvPr/>
            </p:nvGraphicFramePr>
            <p:xfrm>
              <a:off x="1253" y="540"/>
              <a:ext cx="144" cy="192"/>
            </p:xfrm>
            <a:graphic>
              <a:graphicData uri="http://schemas.openxmlformats.org/presentationml/2006/ole">
                <p:oleObj spid="_x0000_s45123" r:id="rId7" imgW="152532" imgH="203377" progId="Equation.3">
                  <p:embed/>
                </p:oleObj>
              </a:graphicData>
            </a:graphic>
          </p:graphicFrame>
          <p:graphicFrame>
            <p:nvGraphicFramePr>
              <p:cNvPr id="45090" name="Object 25"/>
              <p:cNvGraphicFramePr>
                <a:graphicFrameLocks noChangeAspect="1"/>
              </p:cNvGraphicFramePr>
              <p:nvPr/>
            </p:nvGraphicFramePr>
            <p:xfrm>
              <a:off x="53" y="492"/>
              <a:ext cx="180" cy="216"/>
            </p:xfrm>
            <a:graphic>
              <a:graphicData uri="http://schemas.openxmlformats.org/presentationml/2006/ole">
                <p:oleObj spid="_x0000_s45124" r:id="rId8" imgW="190666" imgH="228799" progId="Equation.3">
                  <p:embed/>
                </p:oleObj>
              </a:graphicData>
            </a:graphic>
          </p:graphicFrame>
          <p:graphicFrame>
            <p:nvGraphicFramePr>
              <p:cNvPr id="45091" name="Object 26"/>
              <p:cNvGraphicFramePr>
                <a:graphicFrameLocks noChangeAspect="1"/>
              </p:cNvGraphicFramePr>
              <p:nvPr/>
            </p:nvGraphicFramePr>
            <p:xfrm>
              <a:off x="101" y="876"/>
              <a:ext cx="600" cy="204"/>
            </p:xfrm>
            <a:graphic>
              <a:graphicData uri="http://schemas.openxmlformats.org/presentationml/2006/ole">
                <p:oleObj spid="_x0000_s45125" r:id="rId9" imgW="634725" imgH="215806" progId="Equation.3">
                  <p:embed/>
                </p:oleObj>
              </a:graphicData>
            </a:graphic>
          </p:graphicFrame>
        </p:grpSp>
        <p:sp>
          <p:nvSpPr>
            <p:cNvPr id="45078" name="AutoShape 27"/>
            <p:cNvSpPr>
              <a:spLocks noChangeArrowheads="1"/>
            </p:cNvSpPr>
            <p:nvPr/>
          </p:nvSpPr>
          <p:spPr bwMode="auto">
            <a:xfrm>
              <a:off x="656" y="552"/>
              <a:ext cx="149" cy="52"/>
            </a:xfrm>
            <a:prstGeom prst="homePlate">
              <a:avLst>
                <a:gd name="adj" fmla="val 71635"/>
              </a:avLst>
            </a:prstGeom>
            <a:gradFill rotWithShape="0">
              <a:gsLst>
                <a:gs pos="0">
                  <a:srgbClr val="FFCC00"/>
                </a:gs>
                <a:gs pos="100000">
                  <a:srgbClr val="765E00"/>
                </a:gs>
              </a:gsLst>
              <a:lin ang="5400000" scaled="1"/>
            </a:gradFill>
            <a:ln w="9525">
              <a:solidFill>
                <a:srgbClr val="000000"/>
              </a:solidFill>
              <a:miter lim="800000"/>
              <a:headEnd/>
              <a:tailEnd/>
            </a:ln>
          </p:spPr>
          <p:txBody>
            <a:bodyPr/>
            <a:lstStyle/>
            <a:p>
              <a:endParaRPr lang="zh-CN" altLang="en-US"/>
            </a:p>
          </p:txBody>
        </p:sp>
        <p:graphicFrame>
          <p:nvGraphicFramePr>
            <p:cNvPr id="45079" name="Object 28"/>
            <p:cNvGraphicFramePr>
              <a:graphicFrameLocks noChangeAspect="1"/>
            </p:cNvGraphicFramePr>
            <p:nvPr/>
          </p:nvGraphicFramePr>
          <p:xfrm>
            <a:off x="384" y="96"/>
            <a:ext cx="168" cy="168"/>
          </p:xfrm>
          <a:graphic>
            <a:graphicData uri="http://schemas.openxmlformats.org/presentationml/2006/ole">
              <p:oleObj spid="_x0000_s45126" r:id="rId10" imgW="177800" imgH="177800" progId="Equation.3">
                <p:embed/>
              </p:oleObj>
            </a:graphicData>
          </a:graphic>
        </p:graphicFrame>
      </p:grpSp>
      <p:grpSp>
        <p:nvGrpSpPr>
          <p:cNvPr id="8" name="Group 29"/>
          <p:cNvGrpSpPr>
            <a:grpSpLocks/>
          </p:cNvGrpSpPr>
          <p:nvPr/>
        </p:nvGrpSpPr>
        <p:grpSpPr bwMode="auto">
          <a:xfrm>
            <a:off x="5802313" y="1789113"/>
            <a:ext cx="2257425" cy="784225"/>
            <a:chOff x="0" y="0"/>
            <a:chExt cx="1488" cy="702"/>
          </a:xfrm>
        </p:grpSpPr>
        <p:sp>
          <p:nvSpPr>
            <p:cNvPr id="45068" name="Text Box 30"/>
            <p:cNvSpPr txBox="1">
              <a:spLocks noChangeArrowheads="1"/>
            </p:cNvSpPr>
            <p:nvPr/>
          </p:nvSpPr>
          <p:spPr bwMode="auto">
            <a:xfrm>
              <a:off x="912" y="288"/>
              <a:ext cx="235" cy="4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b="0" i="1">
                  <a:latin typeface="Times New Roman" pitchFamily="18" charset="0"/>
                  <a:ea typeface="宋体" pitchFamily="2" charset="-122"/>
                </a:rPr>
                <a:t>L</a:t>
              </a:r>
            </a:p>
          </p:txBody>
        </p:sp>
        <p:grpSp>
          <p:nvGrpSpPr>
            <p:cNvPr id="45069" name="Group 31"/>
            <p:cNvGrpSpPr>
              <a:grpSpLocks/>
            </p:cNvGrpSpPr>
            <p:nvPr/>
          </p:nvGrpSpPr>
          <p:grpSpPr bwMode="auto">
            <a:xfrm>
              <a:off x="0" y="0"/>
              <a:ext cx="1488" cy="672"/>
              <a:chOff x="0" y="0"/>
              <a:chExt cx="1488" cy="672"/>
            </a:xfrm>
          </p:grpSpPr>
          <p:grpSp>
            <p:nvGrpSpPr>
              <p:cNvPr id="45070" name="Group 32"/>
              <p:cNvGrpSpPr>
                <a:grpSpLocks/>
              </p:cNvGrpSpPr>
              <p:nvPr/>
            </p:nvGrpSpPr>
            <p:grpSpPr bwMode="auto">
              <a:xfrm>
                <a:off x="232" y="218"/>
                <a:ext cx="624" cy="336"/>
                <a:chOff x="0" y="0"/>
                <a:chExt cx="624" cy="336"/>
              </a:xfrm>
            </p:grpSpPr>
            <p:sp>
              <p:nvSpPr>
                <p:cNvPr id="45075" name="AutoShape 33"/>
                <p:cNvSpPr>
                  <a:spLocks noChangeArrowheads="1"/>
                </p:cNvSpPr>
                <p:nvPr/>
              </p:nvSpPr>
              <p:spPr bwMode="auto">
                <a:xfrm rot="21421272" flipV="1">
                  <a:off x="0" y="56"/>
                  <a:ext cx="624" cy="192"/>
                </a:xfrm>
                <a:prstGeom prst="rtTriangle">
                  <a:avLst/>
                </a:prstGeom>
                <a:solidFill>
                  <a:srgbClr val="FF9933"/>
                </a:solidFill>
                <a:ln w="9525">
                  <a:miter lim="800000"/>
                  <a:headEnd/>
                  <a:tailEnd/>
                </a:ln>
                <a:scene3d>
                  <a:camera prst="legacyObliqueTopLeft"/>
                  <a:lightRig rig="legacyFlat3" dir="t"/>
                </a:scene3d>
                <a:sp3d extrusionH="430200" prstMaterial="legacyMatte">
                  <a:bevelT w="13500" h="13500" prst="angle"/>
                  <a:bevelB w="13500" h="13500" prst="angle"/>
                  <a:extrusionClr>
                    <a:srgbClr val="FF9933"/>
                  </a:extrusionClr>
                </a:sp3d>
              </p:spPr>
              <p:txBody>
                <a:bodyPr wrap="none" anchor="ctr">
                  <a:flatTx/>
                </a:bodyPr>
                <a:lstStyle/>
                <a:p>
                  <a:endParaRPr lang="zh-CN" altLang="en-US"/>
                </a:p>
              </p:txBody>
            </p:sp>
            <p:sp>
              <p:nvSpPr>
                <p:cNvPr id="45076" name="Text Box 34"/>
                <p:cNvSpPr txBox="1">
                  <a:spLocks noChangeArrowheads="1"/>
                </p:cNvSpPr>
                <p:nvPr/>
              </p:nvSpPr>
              <p:spPr bwMode="auto">
                <a:xfrm>
                  <a:off x="64" y="0"/>
                  <a:ext cx="260" cy="3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2000" b="0">
                      <a:solidFill>
                        <a:srgbClr val="FFFFFF"/>
                      </a:solidFill>
                      <a:latin typeface="Times New Roman" pitchFamily="18" charset="0"/>
                      <a:ea typeface="宋体" pitchFamily="2" charset="-122"/>
                    </a:rPr>
                    <a:t>M</a:t>
                  </a:r>
                </a:p>
              </p:txBody>
            </p:sp>
          </p:grpSp>
          <p:sp>
            <p:nvSpPr>
              <p:cNvPr id="45071" name="Line 35"/>
              <p:cNvSpPr>
                <a:spLocks noChangeShapeType="1"/>
              </p:cNvSpPr>
              <p:nvPr/>
            </p:nvSpPr>
            <p:spPr bwMode="auto">
              <a:xfrm>
                <a:off x="240" y="480"/>
                <a:ext cx="144" cy="192"/>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45072" name="Line 36"/>
              <p:cNvSpPr>
                <a:spLocks noChangeShapeType="1"/>
              </p:cNvSpPr>
              <p:nvPr/>
            </p:nvSpPr>
            <p:spPr bwMode="auto">
              <a:xfrm>
                <a:off x="1344" y="144"/>
                <a:ext cx="144" cy="192"/>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45073" name="Line 37"/>
              <p:cNvSpPr>
                <a:spLocks noChangeShapeType="1"/>
              </p:cNvSpPr>
              <p:nvPr/>
            </p:nvSpPr>
            <p:spPr bwMode="auto">
              <a:xfrm flipV="1">
                <a:off x="392" y="288"/>
                <a:ext cx="1008" cy="384"/>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graphicFrame>
            <p:nvGraphicFramePr>
              <p:cNvPr id="45074" name="Object 38"/>
              <p:cNvGraphicFramePr>
                <a:graphicFrameLocks noChangeAspect="1"/>
              </p:cNvGraphicFramePr>
              <p:nvPr/>
            </p:nvGraphicFramePr>
            <p:xfrm>
              <a:off x="0" y="0"/>
              <a:ext cx="137" cy="148"/>
            </p:xfrm>
            <a:graphic>
              <a:graphicData uri="http://schemas.openxmlformats.org/presentationml/2006/ole">
                <p:oleObj spid="_x0000_s45127" r:id="rId11" imgW="152532" imgH="165243" progId="Equation.3">
                  <p:embed/>
                </p:oleObj>
              </a:graphicData>
            </a:graphic>
          </p:graphicFrame>
        </p:grpSp>
      </p:grpSp>
      <p:sp>
        <p:nvSpPr>
          <p:cNvPr id="42023" name="AutoShape 39"/>
          <p:cNvSpPr>
            <a:spLocks noChangeArrowheads="1"/>
          </p:cNvSpPr>
          <p:nvPr/>
        </p:nvSpPr>
        <p:spPr bwMode="auto">
          <a:xfrm>
            <a:off x="5713413" y="2106613"/>
            <a:ext cx="225425" cy="58737"/>
          </a:xfrm>
          <a:prstGeom prst="homePlate">
            <a:avLst>
              <a:gd name="adj" fmla="val 70556"/>
            </a:avLst>
          </a:prstGeom>
          <a:gradFill rotWithShape="0">
            <a:gsLst>
              <a:gs pos="0">
                <a:srgbClr val="FFCC00"/>
              </a:gs>
              <a:gs pos="100000">
                <a:srgbClr val="765E00"/>
              </a:gs>
            </a:gsLst>
            <a:lin ang="5400000" scaled="1"/>
          </a:gradFill>
          <a:ln w="9525">
            <a:solidFill>
              <a:srgbClr val="000000"/>
            </a:solidFill>
            <a:miter lim="800000"/>
            <a:headEnd/>
            <a:tailEnd/>
          </a:ln>
        </p:spPr>
        <p:txBody>
          <a:bodyPr/>
          <a:lstStyle/>
          <a:p>
            <a:endParaRPr lang="zh-CN" altLang="en-US"/>
          </a:p>
        </p:txBody>
      </p:sp>
      <p:sp>
        <p:nvSpPr>
          <p:cNvPr id="42024" name="Text Box 40"/>
          <p:cNvSpPr txBox="1">
            <a:spLocks noChangeArrowheads="1"/>
          </p:cNvSpPr>
          <p:nvPr/>
        </p:nvSpPr>
        <p:spPr bwMode="auto">
          <a:xfrm>
            <a:off x="304800" y="915988"/>
            <a:ext cx="8588375" cy="833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600">
                <a:solidFill>
                  <a:srgbClr val="33996D"/>
                </a:solidFill>
                <a:latin typeface="华文中宋" pitchFamily="2" charset="-122"/>
                <a:ea typeface="华文中宋" pitchFamily="2" charset="-122"/>
              </a:rPr>
              <a:t>例    </a:t>
            </a:r>
            <a:r>
              <a:rPr lang="zh-CN" altLang="en-US" sz="1600" b="0">
                <a:solidFill>
                  <a:srgbClr val="33996D"/>
                </a:solidFill>
                <a:latin typeface="华文中宋" pitchFamily="2" charset="-122"/>
                <a:ea typeface="华文中宋" pitchFamily="2" charset="-122"/>
              </a:rPr>
              <a:t>质量为Ｍ的木块在光滑的固定斜面上，由Ａ点从静止开始下滑，当经过路程</a:t>
            </a:r>
            <a:r>
              <a:rPr lang="zh-CN" altLang="en-US" sz="1600" b="0" i="1">
                <a:solidFill>
                  <a:srgbClr val="33996D"/>
                </a:solidFill>
                <a:latin typeface="Times New Roman" pitchFamily="18" charset="0"/>
                <a:ea typeface="华文中宋" pitchFamily="2" charset="-122"/>
                <a:cs typeface="Times New Roman" pitchFamily="18" charset="0"/>
              </a:rPr>
              <a:t>Ｌ</a:t>
            </a:r>
            <a:r>
              <a:rPr lang="zh-CN" altLang="en-US" sz="1600" b="0">
                <a:solidFill>
                  <a:srgbClr val="33996D"/>
                </a:solidFill>
                <a:latin typeface="华文中宋" pitchFamily="2" charset="-122"/>
                <a:ea typeface="华文中宋" pitchFamily="2" charset="-122"/>
              </a:rPr>
              <a:t>运动到Ｂ点时，木块被一颗水平飞来的子弹射中，立即陷入木块内，设子弹的质量为</a:t>
            </a:r>
            <a:r>
              <a:rPr lang="en-US" altLang="zh-CN" sz="1600" b="0" i="1">
                <a:solidFill>
                  <a:srgbClr val="33996D"/>
                </a:solidFill>
                <a:latin typeface="Times New Roman" pitchFamily="18" charset="0"/>
                <a:ea typeface="华文中宋" pitchFamily="2" charset="-122"/>
              </a:rPr>
              <a:t>m</a:t>
            </a:r>
            <a:r>
              <a:rPr lang="zh-CN" altLang="en-US" sz="1600" b="0">
                <a:solidFill>
                  <a:srgbClr val="33996D"/>
                </a:solidFill>
                <a:latin typeface="华文中宋" pitchFamily="2" charset="-122"/>
                <a:ea typeface="华文中宋" pitchFamily="2" charset="-122"/>
              </a:rPr>
              <a:t>，速度为</a:t>
            </a:r>
            <a:r>
              <a:rPr lang="en-US" altLang="zh-CN" sz="1600" b="0" i="1">
                <a:solidFill>
                  <a:srgbClr val="33996D"/>
                </a:solidFill>
                <a:latin typeface="Times New Roman" pitchFamily="18" charset="0"/>
                <a:ea typeface="华文中宋" pitchFamily="2" charset="-122"/>
              </a:rPr>
              <a:t>v</a:t>
            </a:r>
            <a:r>
              <a:rPr lang="zh-CN" altLang="en-US" sz="1600" b="0">
                <a:solidFill>
                  <a:srgbClr val="33996D"/>
                </a:solidFill>
                <a:latin typeface="华文中宋" pitchFamily="2" charset="-122"/>
                <a:ea typeface="华文中宋" pitchFamily="2" charset="-122"/>
              </a:rPr>
              <a:t>，求子弹射中木块后，子弹与木块的共同速度。</a:t>
            </a:r>
            <a:endParaRPr lang="en-US" altLang="zh-CN" sz="1600" b="0">
              <a:solidFill>
                <a:srgbClr val="33996D"/>
              </a:solidFill>
              <a:latin typeface="华文中宋" pitchFamily="2" charset="-122"/>
              <a:ea typeface="华文中宋" pitchFamily="2" charset="-122"/>
            </a:endParaRPr>
          </a:p>
        </p:txBody>
      </p:sp>
      <p:graphicFrame>
        <p:nvGraphicFramePr>
          <p:cNvPr id="42025" name="Object 41"/>
          <p:cNvGraphicFramePr>
            <a:graphicFrameLocks noChangeAspect="1"/>
          </p:cNvGraphicFramePr>
          <p:nvPr/>
        </p:nvGraphicFramePr>
        <p:xfrm>
          <a:off x="1157288" y="2716213"/>
          <a:ext cx="3138487" cy="452437"/>
        </p:xfrm>
        <a:graphic>
          <a:graphicData uri="http://schemas.openxmlformats.org/presentationml/2006/ole">
            <p:oleObj spid="_x0000_s45128" name="Equation" r:id="rId12" imgW="1307880" imgH="253800" progId="Equation.DSMT4">
              <p:embed/>
            </p:oleObj>
          </a:graphicData>
        </a:graphic>
      </p:graphicFrame>
      <p:sp>
        <p:nvSpPr>
          <p:cNvPr id="42026" name="Rectangle 42"/>
          <p:cNvSpPr>
            <a:spLocks noChangeArrowheads="1"/>
          </p:cNvSpPr>
          <p:nvPr/>
        </p:nvSpPr>
        <p:spPr bwMode="auto">
          <a:xfrm>
            <a:off x="228600" y="1851025"/>
            <a:ext cx="4876800" cy="647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eaLnBrk="0" hangingPunct="0"/>
            <a:r>
              <a:rPr lang="zh-CN" altLang="en-US" sz="1800" dirty="0">
                <a:solidFill>
                  <a:srgbClr val="000000"/>
                </a:solidFill>
                <a:latin typeface="华文中宋" pitchFamily="2" charset="-122"/>
                <a:ea typeface="华文中宋" pitchFamily="2" charset="-122"/>
              </a:rPr>
              <a:t>　解：</a:t>
            </a:r>
            <a:r>
              <a:rPr lang="zh-CN" altLang="en-US" sz="1800" b="0" dirty="0">
                <a:solidFill>
                  <a:srgbClr val="000000"/>
                </a:solidFill>
                <a:latin typeface="华文中宋" pitchFamily="2" charset="-122"/>
                <a:ea typeface="华文中宋" pitchFamily="2" charset="-122"/>
              </a:rPr>
              <a:t>木块由Ａ至Ｂ过程，木块、地球系统机械能守恒，木块在</a:t>
            </a:r>
            <a:r>
              <a:rPr lang="en-US" altLang="zh-CN" sz="1800" b="0" dirty="0">
                <a:solidFill>
                  <a:srgbClr val="000000"/>
                </a:solidFill>
                <a:latin typeface="华文中宋" pitchFamily="2" charset="-122"/>
                <a:ea typeface="华文中宋" pitchFamily="2" charset="-122"/>
              </a:rPr>
              <a:t>B</a:t>
            </a:r>
            <a:r>
              <a:rPr lang="zh-CN" altLang="en-US" sz="1800" b="0" dirty="0">
                <a:solidFill>
                  <a:srgbClr val="000000"/>
                </a:solidFill>
                <a:latin typeface="华文中宋" pitchFamily="2" charset="-122"/>
                <a:ea typeface="华文中宋" pitchFamily="2" charset="-122"/>
              </a:rPr>
              <a:t>点的末速</a:t>
            </a:r>
            <a:r>
              <a:rPr lang="zh-CN" altLang="en-US" sz="1800" b="0" dirty="0" smtClean="0">
                <a:solidFill>
                  <a:srgbClr val="000000"/>
                </a:solidFill>
                <a:latin typeface="华文中宋" pitchFamily="2" charset="-122"/>
                <a:ea typeface="华文中宋" pitchFamily="2" charset="-122"/>
              </a:rPr>
              <a:t>度</a:t>
            </a:r>
            <a:r>
              <a:rPr lang="zh-CN" altLang="en-US" sz="1800" b="0" dirty="0" smtClean="0">
                <a:solidFill>
                  <a:srgbClr val="000000"/>
                </a:solidFill>
                <a:latin typeface="华文中宋" pitchFamily="2" charset="-122"/>
                <a:ea typeface="华文中宋" pitchFamily="2" charset="-122"/>
              </a:rPr>
              <a:t>由</a:t>
            </a:r>
            <a:r>
              <a:rPr lang="zh-CN" altLang="en-US" sz="1800" b="0" dirty="0" smtClean="0">
                <a:latin typeface="华文中宋" pitchFamily="2" charset="-122"/>
                <a:ea typeface="华文中宋" pitchFamily="2" charset="-122"/>
              </a:rPr>
              <a:t> </a:t>
            </a:r>
            <a:endParaRPr lang="zh-CN" altLang="en-US" sz="1800" b="0" dirty="0">
              <a:latin typeface="华文中宋" pitchFamily="2" charset="-122"/>
              <a:ea typeface="华文中宋" pitchFamily="2" charset="-122"/>
            </a:endParaRPr>
          </a:p>
        </p:txBody>
      </p:sp>
      <p:sp>
        <p:nvSpPr>
          <p:cNvPr id="42028" name="Text Box 44"/>
          <p:cNvSpPr txBox="1">
            <a:spLocks noChangeArrowheads="1"/>
          </p:cNvSpPr>
          <p:nvPr/>
        </p:nvSpPr>
        <p:spPr bwMode="auto">
          <a:xfrm>
            <a:off x="395288" y="3381375"/>
            <a:ext cx="3529012" cy="369888"/>
          </a:xfrm>
          <a:prstGeom prst="rect">
            <a:avLst/>
          </a:prstGeom>
          <a:noFill/>
          <a:ln w="9525">
            <a:solidFill>
              <a:srgbClr val="FF0000"/>
            </a:solidFill>
            <a:bevel/>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FF0000"/>
                </a:solidFill>
                <a:latin typeface="楷体" pitchFamily="49" charset="-122"/>
                <a:ea typeface="楷体" pitchFamily="49" charset="-122"/>
              </a:rPr>
              <a:t>为什么在水平方向动量不守恒？</a:t>
            </a:r>
          </a:p>
        </p:txBody>
      </p:sp>
      <p:sp>
        <p:nvSpPr>
          <p:cNvPr id="42030" name="Rectangle 46"/>
          <p:cNvSpPr>
            <a:spLocks noChangeArrowheads="1"/>
          </p:cNvSpPr>
          <p:nvPr/>
        </p:nvSpPr>
        <p:spPr bwMode="auto">
          <a:xfrm>
            <a:off x="250825" y="3922713"/>
            <a:ext cx="4824413"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eaLnBrk="0" hangingPunct="0"/>
            <a:r>
              <a:rPr lang="zh-CN" altLang="en-US" sz="1800">
                <a:solidFill>
                  <a:srgbClr val="000000"/>
                </a:solidFill>
                <a:latin typeface="华文中宋" pitchFamily="2" charset="-122"/>
                <a:ea typeface="华文中宋" pitchFamily="2" charset="-122"/>
              </a:rPr>
              <a:t>以子弹，木块为一系统，沿斜面方向为Ｘ轴，则该方向上动量守恒。</a:t>
            </a:r>
          </a:p>
        </p:txBody>
      </p:sp>
      <p:sp>
        <p:nvSpPr>
          <p:cNvPr id="42031" name="Text Box 47"/>
          <p:cNvSpPr txBox="1">
            <a:spLocks noChangeArrowheads="1"/>
          </p:cNvSpPr>
          <p:nvPr/>
        </p:nvSpPr>
        <p:spPr bwMode="auto">
          <a:xfrm>
            <a:off x="323850" y="2895600"/>
            <a:ext cx="115252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solidFill>
                  <a:srgbClr val="FF0000"/>
                </a:solidFill>
                <a:latin typeface="华文中宋" pitchFamily="2" charset="-122"/>
                <a:ea typeface="华文中宋" pitchFamily="2" charset="-122"/>
              </a:rPr>
              <a:t>[</a:t>
            </a:r>
            <a:r>
              <a:rPr lang="zh-CN" altLang="en-US" sz="1800">
                <a:solidFill>
                  <a:srgbClr val="FF0000"/>
                </a:solidFill>
                <a:latin typeface="华文中宋" pitchFamily="2" charset="-122"/>
                <a:ea typeface="华文中宋" pitchFamily="2" charset="-122"/>
              </a:rPr>
              <a:t>思考</a:t>
            </a:r>
            <a:r>
              <a:rPr lang="en-US" altLang="zh-CN" sz="1800">
                <a:solidFill>
                  <a:srgbClr val="FF0000"/>
                </a:solidFill>
                <a:latin typeface="华文中宋" pitchFamily="2" charset="-122"/>
                <a:ea typeface="华文中宋" pitchFamily="2" charset="-122"/>
              </a:rPr>
              <a:t>]</a:t>
            </a:r>
          </a:p>
        </p:txBody>
      </p:sp>
      <p:graphicFrame>
        <p:nvGraphicFramePr>
          <p:cNvPr id="46" name="对象 45"/>
          <p:cNvGraphicFramePr>
            <a:graphicFrameLocks noChangeAspect="1"/>
          </p:cNvGraphicFramePr>
          <p:nvPr/>
        </p:nvGraphicFramePr>
        <p:xfrm>
          <a:off x="3735388" y="2211388"/>
          <a:ext cx="1219200" cy="393700"/>
        </p:xfrm>
        <a:graphic>
          <a:graphicData uri="http://schemas.openxmlformats.org/presentationml/2006/ole">
            <p:oleObj spid="_x0000_s45129" name="Equation" r:id="rId13" imgW="1218960" imgH="39348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2024"/>
                                        </p:tgtEl>
                                        <p:attrNameLst>
                                          <p:attrName>style.visibility</p:attrName>
                                        </p:attrNameLst>
                                      </p:cBhvr>
                                      <p:to>
                                        <p:strVal val="visible"/>
                                      </p:to>
                                    </p:set>
                                    <p:anim calcmode="lin" valueType="num">
                                      <p:cBhvr>
                                        <p:cTn id="7" dur="500" fill="hold"/>
                                        <p:tgtEl>
                                          <p:spTgt spid="42024"/>
                                        </p:tgtEl>
                                        <p:attrNameLst>
                                          <p:attrName>ppt_w</p:attrName>
                                        </p:attrNameLst>
                                      </p:cBhvr>
                                      <p:tavLst>
                                        <p:tav tm="0">
                                          <p:val>
                                            <p:fltVal val="0"/>
                                          </p:val>
                                        </p:tav>
                                        <p:tav tm="100000">
                                          <p:val>
                                            <p:strVal val="#ppt_w"/>
                                          </p:val>
                                        </p:tav>
                                      </p:tavLst>
                                    </p:anim>
                                    <p:anim calcmode="lin" valueType="num">
                                      <p:cBhvr>
                                        <p:cTn id="8" dur="500" fill="hold"/>
                                        <p:tgtEl>
                                          <p:spTgt spid="42024"/>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8"/>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42023"/>
                                        </p:tgtEl>
                                        <p:attrNameLst>
                                          <p:attrName>style.visibility</p:attrName>
                                        </p:attrNameLst>
                                      </p:cBhvr>
                                      <p:to>
                                        <p:strVal val="visible"/>
                                      </p:to>
                                    </p:set>
                                    <p:anim calcmode="lin" valueType="num">
                                      <p:cBhvr additive="base">
                                        <p:cTn id="21" dur="500" fill="hold"/>
                                        <p:tgtEl>
                                          <p:spTgt spid="42023"/>
                                        </p:tgtEl>
                                        <p:attrNameLst>
                                          <p:attrName>ppt_x</p:attrName>
                                        </p:attrNameLst>
                                      </p:cBhvr>
                                      <p:tavLst>
                                        <p:tav tm="0">
                                          <p:val>
                                            <p:strVal val="0-#ppt_w/2"/>
                                          </p:val>
                                        </p:tav>
                                        <p:tav tm="100000">
                                          <p:val>
                                            <p:strVal val="#ppt_x"/>
                                          </p:val>
                                        </p:tav>
                                      </p:tavLst>
                                    </p:anim>
                                    <p:anim calcmode="lin" valueType="num">
                                      <p:cBhvr additive="base">
                                        <p:cTn id="22" dur="500" fill="hold"/>
                                        <p:tgtEl>
                                          <p:spTgt spid="42023"/>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3" presetClass="entr" presetSubtype="16" fill="hold" grpId="0" nodeType="clickEffect">
                                  <p:stCondLst>
                                    <p:cond delay="0"/>
                                  </p:stCondLst>
                                  <p:childTnLst>
                                    <p:set>
                                      <p:cBhvr>
                                        <p:cTn id="26" dur="1" fill="hold">
                                          <p:stCondLst>
                                            <p:cond delay="0"/>
                                          </p:stCondLst>
                                        </p:cTn>
                                        <p:tgtEl>
                                          <p:spTgt spid="42026"/>
                                        </p:tgtEl>
                                        <p:attrNameLst>
                                          <p:attrName>style.visibility</p:attrName>
                                        </p:attrNameLst>
                                      </p:cBhvr>
                                      <p:to>
                                        <p:strVal val="visible"/>
                                      </p:to>
                                    </p:set>
                                    <p:anim calcmode="lin" valueType="num">
                                      <p:cBhvr>
                                        <p:cTn id="27" dur="500" fill="hold"/>
                                        <p:tgtEl>
                                          <p:spTgt spid="42026"/>
                                        </p:tgtEl>
                                        <p:attrNameLst>
                                          <p:attrName>ppt_w</p:attrName>
                                        </p:attrNameLst>
                                      </p:cBhvr>
                                      <p:tavLst>
                                        <p:tav tm="0">
                                          <p:val>
                                            <p:fltVal val="0"/>
                                          </p:val>
                                        </p:tav>
                                        <p:tav tm="100000">
                                          <p:val>
                                            <p:strVal val="#ppt_w"/>
                                          </p:val>
                                        </p:tav>
                                      </p:tavLst>
                                    </p:anim>
                                    <p:anim calcmode="lin" valueType="num">
                                      <p:cBhvr>
                                        <p:cTn id="28" dur="500" fill="hold"/>
                                        <p:tgtEl>
                                          <p:spTgt spid="42026"/>
                                        </p:tgtEl>
                                        <p:attrNameLst>
                                          <p:attrName>ppt_h</p:attrName>
                                        </p:attrNameLst>
                                      </p:cBhvr>
                                      <p:tavLst>
                                        <p:tav tm="0">
                                          <p:val>
                                            <p:fltVal val="0"/>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46"/>
                                        </p:tgtEl>
                                        <p:attrNameLst>
                                          <p:attrName>style.visibility</p:attrName>
                                        </p:attrNameLst>
                                      </p:cBhvr>
                                      <p:to>
                                        <p:strVal val="visible"/>
                                      </p:to>
                                    </p:set>
                                    <p:anim calcmode="lin" valueType="num">
                                      <p:cBhvr additive="base">
                                        <p:cTn id="33" dur="500" fill="hold"/>
                                        <p:tgtEl>
                                          <p:spTgt spid="46"/>
                                        </p:tgtEl>
                                        <p:attrNameLst>
                                          <p:attrName>ppt_x</p:attrName>
                                        </p:attrNameLst>
                                      </p:cBhvr>
                                      <p:tavLst>
                                        <p:tav tm="0">
                                          <p:val>
                                            <p:strVal val="#ppt_x"/>
                                          </p:val>
                                        </p:tav>
                                        <p:tav tm="100000">
                                          <p:val>
                                            <p:strVal val="#ppt_x"/>
                                          </p:val>
                                        </p:tav>
                                      </p:tavLst>
                                    </p:anim>
                                    <p:anim calcmode="lin" valueType="num">
                                      <p:cBhvr additive="base">
                                        <p:cTn id="34"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3" presetClass="entr" presetSubtype="16" fill="hold" nodeType="clickEffect">
                                  <p:stCondLst>
                                    <p:cond delay="0"/>
                                  </p:stCondLst>
                                  <p:childTnLst>
                                    <p:set>
                                      <p:cBhvr>
                                        <p:cTn id="38" dur="1" fill="hold">
                                          <p:stCondLst>
                                            <p:cond delay="0"/>
                                          </p:stCondLst>
                                        </p:cTn>
                                        <p:tgtEl>
                                          <p:spTgt spid="42025"/>
                                        </p:tgtEl>
                                        <p:attrNameLst>
                                          <p:attrName>style.visibility</p:attrName>
                                        </p:attrNameLst>
                                      </p:cBhvr>
                                      <p:to>
                                        <p:strVal val="visible"/>
                                      </p:to>
                                    </p:set>
                                    <p:anim calcmode="lin" valueType="num">
                                      <p:cBhvr>
                                        <p:cTn id="39" dur="500" fill="hold"/>
                                        <p:tgtEl>
                                          <p:spTgt spid="42025"/>
                                        </p:tgtEl>
                                        <p:attrNameLst>
                                          <p:attrName>ppt_w</p:attrName>
                                        </p:attrNameLst>
                                      </p:cBhvr>
                                      <p:tavLst>
                                        <p:tav tm="0">
                                          <p:val>
                                            <p:fltVal val="0"/>
                                          </p:val>
                                        </p:tav>
                                        <p:tav tm="100000">
                                          <p:val>
                                            <p:strVal val="#ppt_w"/>
                                          </p:val>
                                        </p:tav>
                                      </p:tavLst>
                                    </p:anim>
                                    <p:anim calcmode="lin" valueType="num">
                                      <p:cBhvr>
                                        <p:cTn id="40" dur="500" fill="hold"/>
                                        <p:tgtEl>
                                          <p:spTgt spid="42025"/>
                                        </p:tgtEl>
                                        <p:attrNameLst>
                                          <p:attrName>ppt_h</p:attrName>
                                        </p:attrNameLst>
                                      </p:cBhvr>
                                      <p:tavLst>
                                        <p:tav tm="0">
                                          <p:val>
                                            <p:fltVal val="0"/>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3" presetClass="entr" presetSubtype="16" fill="hold" grpId="0" nodeType="clickEffect">
                                  <p:stCondLst>
                                    <p:cond delay="0"/>
                                  </p:stCondLst>
                                  <p:childTnLst>
                                    <p:set>
                                      <p:cBhvr>
                                        <p:cTn id="44" dur="1" fill="hold">
                                          <p:stCondLst>
                                            <p:cond delay="0"/>
                                          </p:stCondLst>
                                        </p:cTn>
                                        <p:tgtEl>
                                          <p:spTgt spid="42031"/>
                                        </p:tgtEl>
                                        <p:attrNameLst>
                                          <p:attrName>style.visibility</p:attrName>
                                        </p:attrNameLst>
                                      </p:cBhvr>
                                      <p:to>
                                        <p:strVal val="visible"/>
                                      </p:to>
                                    </p:set>
                                    <p:anim calcmode="lin" valueType="num">
                                      <p:cBhvr>
                                        <p:cTn id="45" dur="500" fill="hold"/>
                                        <p:tgtEl>
                                          <p:spTgt spid="42031"/>
                                        </p:tgtEl>
                                        <p:attrNameLst>
                                          <p:attrName>ppt_w</p:attrName>
                                        </p:attrNameLst>
                                      </p:cBhvr>
                                      <p:tavLst>
                                        <p:tav tm="0">
                                          <p:val>
                                            <p:fltVal val="0"/>
                                          </p:val>
                                        </p:tav>
                                        <p:tav tm="100000">
                                          <p:val>
                                            <p:strVal val="#ppt_w"/>
                                          </p:val>
                                        </p:tav>
                                      </p:tavLst>
                                    </p:anim>
                                    <p:anim calcmode="lin" valueType="num">
                                      <p:cBhvr>
                                        <p:cTn id="46" dur="500" fill="hold"/>
                                        <p:tgtEl>
                                          <p:spTgt spid="42031"/>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childTnLst>
                    </p:cTn>
                  </p:par>
                  <p:par>
                    <p:cTn id="47" fill="hold" nodeType="clickPar">
                      <p:stCondLst>
                        <p:cond delay="indefinite"/>
                      </p:stCondLst>
                      <p:childTnLst>
                        <p:par>
                          <p:cTn id="48" fill="hold" nodeType="withGroup">
                            <p:stCondLst>
                              <p:cond delay="0"/>
                            </p:stCondLst>
                            <p:childTnLst>
                              <p:par>
                                <p:cTn id="49" presetID="23" presetClass="entr" presetSubtype="16" fill="hold" grpId="0" nodeType="clickEffect">
                                  <p:stCondLst>
                                    <p:cond delay="0"/>
                                  </p:stCondLst>
                                  <p:childTnLst>
                                    <p:set>
                                      <p:cBhvr>
                                        <p:cTn id="50" dur="1" fill="hold">
                                          <p:stCondLst>
                                            <p:cond delay="0"/>
                                          </p:stCondLst>
                                        </p:cTn>
                                        <p:tgtEl>
                                          <p:spTgt spid="42028"/>
                                        </p:tgtEl>
                                        <p:attrNameLst>
                                          <p:attrName>style.visibility</p:attrName>
                                        </p:attrNameLst>
                                      </p:cBhvr>
                                      <p:to>
                                        <p:strVal val="visible"/>
                                      </p:to>
                                    </p:set>
                                    <p:anim calcmode="lin" valueType="num">
                                      <p:cBhvr>
                                        <p:cTn id="51" dur="500" fill="hold"/>
                                        <p:tgtEl>
                                          <p:spTgt spid="42028"/>
                                        </p:tgtEl>
                                        <p:attrNameLst>
                                          <p:attrName>ppt_w</p:attrName>
                                        </p:attrNameLst>
                                      </p:cBhvr>
                                      <p:tavLst>
                                        <p:tav tm="0">
                                          <p:val>
                                            <p:fltVal val="0"/>
                                          </p:val>
                                        </p:tav>
                                        <p:tav tm="100000">
                                          <p:val>
                                            <p:strVal val="#ppt_w"/>
                                          </p:val>
                                        </p:tav>
                                      </p:tavLst>
                                    </p:anim>
                                    <p:anim calcmode="lin" valueType="num">
                                      <p:cBhvr>
                                        <p:cTn id="52" dur="500" fill="hold"/>
                                        <p:tgtEl>
                                          <p:spTgt spid="42028"/>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childTnLst>
                    </p:cTn>
                  </p:par>
                  <p:par>
                    <p:cTn id="53" fill="hold" nodeType="clickPar">
                      <p:stCondLst>
                        <p:cond delay="indefinite"/>
                      </p:stCondLst>
                      <p:childTnLst>
                        <p:par>
                          <p:cTn id="54" fill="hold" nodeType="withGroup">
                            <p:stCondLst>
                              <p:cond delay="0"/>
                            </p:stCondLst>
                            <p:childTnLst>
                              <p:par>
                                <p:cTn id="55" presetID="23" presetClass="entr" presetSubtype="272" fill="hold" nodeType="clickEffect">
                                  <p:stCondLst>
                                    <p:cond delay="0"/>
                                  </p:stCondLst>
                                  <p:childTnLst>
                                    <p:set>
                                      <p:cBhvr>
                                        <p:cTn id="56" dur="1" fill="hold">
                                          <p:stCondLst>
                                            <p:cond delay="0"/>
                                          </p:stCondLst>
                                        </p:cTn>
                                        <p:tgtEl>
                                          <p:spTgt spid="5"/>
                                        </p:tgtEl>
                                        <p:attrNameLst>
                                          <p:attrName>style.visibility</p:attrName>
                                        </p:attrNameLst>
                                      </p:cBhvr>
                                      <p:to>
                                        <p:strVal val="visible"/>
                                      </p:to>
                                    </p:set>
                                    <p:anim calcmode="lin" valueType="num">
                                      <p:cBhvr>
                                        <p:cTn id="57" dur="500" fill="hold"/>
                                        <p:tgtEl>
                                          <p:spTgt spid="5"/>
                                        </p:tgtEl>
                                        <p:attrNameLst>
                                          <p:attrName>ppt_w</p:attrName>
                                        </p:attrNameLst>
                                      </p:cBhvr>
                                      <p:tavLst>
                                        <p:tav tm="0">
                                          <p:val>
                                            <p:strVal val="2/3*#ppt_w"/>
                                          </p:val>
                                        </p:tav>
                                        <p:tav tm="100000">
                                          <p:val>
                                            <p:strVal val="#ppt_w"/>
                                          </p:val>
                                        </p:tav>
                                      </p:tavLst>
                                    </p:anim>
                                    <p:anim calcmode="lin" valueType="num">
                                      <p:cBhvr>
                                        <p:cTn id="58" dur="500" fill="hold"/>
                                        <p:tgtEl>
                                          <p:spTgt spid="5"/>
                                        </p:tgtEl>
                                        <p:attrNameLst>
                                          <p:attrName>ppt_h</p:attrName>
                                        </p:attrNameLst>
                                      </p:cBhvr>
                                      <p:tavLst>
                                        <p:tav tm="0">
                                          <p:val>
                                            <p:strVal val="2/3*#ppt_h"/>
                                          </p:val>
                                        </p:tav>
                                        <p:tav tm="100000">
                                          <p:val>
                                            <p:strVal val="#ppt_h"/>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42030"/>
                                        </p:tgtEl>
                                        <p:attrNameLst>
                                          <p:attrName>style.visibility</p:attrName>
                                        </p:attrNameLst>
                                      </p:cBhvr>
                                      <p:to>
                                        <p:strVal val="visible"/>
                                      </p:to>
                                    </p:set>
                                    <p:anim calcmode="lin" valueType="num">
                                      <p:cBhvr>
                                        <p:cTn id="63" dur="500" fill="hold"/>
                                        <p:tgtEl>
                                          <p:spTgt spid="42030"/>
                                        </p:tgtEl>
                                        <p:attrNameLst>
                                          <p:attrName>ppt_w</p:attrName>
                                        </p:attrNameLst>
                                      </p:cBhvr>
                                      <p:tavLst>
                                        <p:tav tm="0">
                                          <p:val>
                                            <p:fltVal val="0"/>
                                          </p:val>
                                        </p:tav>
                                        <p:tav tm="100000">
                                          <p:val>
                                            <p:strVal val="#ppt_w"/>
                                          </p:val>
                                        </p:tav>
                                      </p:tavLst>
                                    </p:anim>
                                    <p:anim calcmode="lin" valueType="num">
                                      <p:cBhvr>
                                        <p:cTn id="64" dur="500" fill="hold"/>
                                        <p:tgtEl>
                                          <p:spTgt spid="4203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23" grpId="0" animBg="1"/>
      <p:bldP spid="42024" grpId="0" autoUpdateAnimBg="0"/>
      <p:bldP spid="42026" grpId="0" autoUpdateAnimBg="0"/>
      <p:bldP spid="42028" grpId="0" animBg="1" autoUpdateAnimBg="0"/>
      <p:bldP spid="42030" grpId="0" autoUpdateAnimBg="0"/>
      <p:bldP spid="4203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010" name="Object 2"/>
          <p:cNvGraphicFramePr>
            <a:graphicFrameLocks noChangeAspect="1"/>
          </p:cNvGraphicFramePr>
          <p:nvPr/>
        </p:nvGraphicFramePr>
        <p:xfrm>
          <a:off x="1079500" y="2179638"/>
          <a:ext cx="3184525" cy="703262"/>
        </p:xfrm>
        <a:graphic>
          <a:graphicData uri="http://schemas.openxmlformats.org/presentationml/2006/ole">
            <p:oleObj spid="_x0000_s46093" name="Equation" r:id="rId3" imgW="1295400" imgH="393700" progId="Equation.DSMT4">
              <p:embed/>
            </p:oleObj>
          </a:graphicData>
        </a:graphic>
      </p:graphicFrame>
      <p:sp>
        <p:nvSpPr>
          <p:cNvPr id="43011" name="Text Box 3"/>
          <p:cNvSpPr txBox="1">
            <a:spLocks noChangeArrowheads="1"/>
          </p:cNvSpPr>
          <p:nvPr/>
        </p:nvSpPr>
        <p:spPr bwMode="auto">
          <a:xfrm>
            <a:off x="1116013" y="919163"/>
            <a:ext cx="272415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solidFill>
                  <a:srgbClr val="000000"/>
                </a:solidFill>
                <a:latin typeface="Times New Roman" pitchFamily="18" charset="0"/>
                <a:ea typeface="华文中宋" pitchFamily="2" charset="-122"/>
              </a:rPr>
              <a:t>子弹击中瞬间，Ｘ方向有</a:t>
            </a:r>
            <a:endParaRPr lang="zh-CN" altLang="en-US" sz="1800">
              <a:latin typeface="Times New Roman" pitchFamily="18" charset="0"/>
              <a:ea typeface="华文中宋" pitchFamily="2" charset="-122"/>
            </a:endParaRPr>
          </a:p>
        </p:txBody>
      </p:sp>
      <p:graphicFrame>
        <p:nvGraphicFramePr>
          <p:cNvPr id="43012" name="Object 4"/>
          <p:cNvGraphicFramePr>
            <a:graphicFrameLocks noChangeAspect="1"/>
          </p:cNvGraphicFramePr>
          <p:nvPr/>
        </p:nvGraphicFramePr>
        <p:xfrm>
          <a:off x="1874838" y="1400175"/>
          <a:ext cx="4892675" cy="474663"/>
        </p:xfrm>
        <a:graphic>
          <a:graphicData uri="http://schemas.openxmlformats.org/presentationml/2006/ole">
            <p:oleObj spid="_x0000_s46094" name="Equation" r:id="rId4" imgW="1828800" imgH="254000" progId="Equation.DSMT4">
              <p:embed/>
            </p:oleObj>
          </a:graphicData>
        </a:graphic>
      </p:graphicFrame>
      <p:graphicFrame>
        <p:nvGraphicFramePr>
          <p:cNvPr id="43013" name="Object 5"/>
          <p:cNvGraphicFramePr>
            <a:graphicFrameLocks noChangeAspect="1"/>
          </p:cNvGraphicFramePr>
          <p:nvPr/>
        </p:nvGraphicFramePr>
        <p:xfrm>
          <a:off x="4189413" y="2122488"/>
          <a:ext cx="4183062" cy="771525"/>
        </p:xfrm>
        <a:graphic>
          <a:graphicData uri="http://schemas.openxmlformats.org/presentationml/2006/ole">
            <p:oleObj spid="_x0000_s46095" name="Equation" r:id="rId5" imgW="1701800" imgH="431800" progId="Equation.DSMT4">
              <p:embed/>
            </p:oleObj>
          </a:graphicData>
        </a:graphic>
      </p:graphicFrame>
      <p:sp>
        <p:nvSpPr>
          <p:cNvPr id="43015" name="Text Box 7"/>
          <p:cNvSpPr txBox="1">
            <a:spLocks noChangeArrowheads="1"/>
          </p:cNvSpPr>
          <p:nvPr/>
        </p:nvSpPr>
        <p:spPr bwMode="auto">
          <a:xfrm>
            <a:off x="898525" y="3262313"/>
            <a:ext cx="3303588"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i="1">
                <a:latin typeface="Times New Roman" pitchFamily="18" charset="0"/>
                <a:ea typeface="华文中宋" pitchFamily="2" charset="-122"/>
              </a:rPr>
              <a:t>v&gt;0</a:t>
            </a:r>
            <a:r>
              <a:rPr lang="zh-CN" altLang="en-US" sz="1800">
                <a:latin typeface="Times New Roman" pitchFamily="18" charset="0"/>
                <a:ea typeface="华文中宋" pitchFamily="2" charset="-122"/>
              </a:rPr>
              <a:t>，则系统沿斜面向上运动。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3011"/>
                                        </p:tgtEl>
                                        <p:attrNameLst>
                                          <p:attrName>style.visibility</p:attrName>
                                        </p:attrNameLst>
                                      </p:cBhvr>
                                      <p:to>
                                        <p:strVal val="visible"/>
                                      </p:to>
                                    </p:set>
                                    <p:anim calcmode="lin" valueType="num">
                                      <p:cBhvr>
                                        <p:cTn id="7" dur="500" fill="hold"/>
                                        <p:tgtEl>
                                          <p:spTgt spid="43011"/>
                                        </p:tgtEl>
                                        <p:attrNameLst>
                                          <p:attrName>ppt_w</p:attrName>
                                        </p:attrNameLst>
                                      </p:cBhvr>
                                      <p:tavLst>
                                        <p:tav tm="0">
                                          <p:val>
                                            <p:fltVal val="0"/>
                                          </p:val>
                                        </p:tav>
                                        <p:tav tm="100000">
                                          <p:val>
                                            <p:strVal val="#ppt_w"/>
                                          </p:val>
                                        </p:tav>
                                      </p:tavLst>
                                    </p:anim>
                                    <p:anim calcmode="lin" valueType="num">
                                      <p:cBhvr>
                                        <p:cTn id="8" dur="500" fill="hold"/>
                                        <p:tgtEl>
                                          <p:spTgt spid="43011"/>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43012"/>
                                        </p:tgtEl>
                                        <p:attrNameLst>
                                          <p:attrName>style.visibility</p:attrName>
                                        </p:attrNameLst>
                                      </p:cBhvr>
                                      <p:to>
                                        <p:strVal val="visible"/>
                                      </p:to>
                                    </p:set>
                                    <p:anim calcmode="lin" valueType="num">
                                      <p:cBhvr>
                                        <p:cTn id="13" dur="500" fill="hold"/>
                                        <p:tgtEl>
                                          <p:spTgt spid="43012"/>
                                        </p:tgtEl>
                                        <p:attrNameLst>
                                          <p:attrName>ppt_w</p:attrName>
                                        </p:attrNameLst>
                                      </p:cBhvr>
                                      <p:tavLst>
                                        <p:tav tm="0">
                                          <p:val>
                                            <p:fltVal val="0"/>
                                          </p:val>
                                        </p:tav>
                                        <p:tav tm="100000">
                                          <p:val>
                                            <p:strVal val="#ppt_w"/>
                                          </p:val>
                                        </p:tav>
                                      </p:tavLst>
                                    </p:anim>
                                    <p:anim calcmode="lin" valueType="num">
                                      <p:cBhvr>
                                        <p:cTn id="14" dur="500" fill="hold"/>
                                        <p:tgtEl>
                                          <p:spTgt spid="43012"/>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nodeType="clickEffect">
                                  <p:stCondLst>
                                    <p:cond delay="0"/>
                                  </p:stCondLst>
                                  <p:childTnLst>
                                    <p:set>
                                      <p:cBhvr>
                                        <p:cTn id="18" dur="1" fill="hold">
                                          <p:stCondLst>
                                            <p:cond delay="0"/>
                                          </p:stCondLst>
                                        </p:cTn>
                                        <p:tgtEl>
                                          <p:spTgt spid="43010"/>
                                        </p:tgtEl>
                                        <p:attrNameLst>
                                          <p:attrName>style.visibility</p:attrName>
                                        </p:attrNameLst>
                                      </p:cBhvr>
                                      <p:to>
                                        <p:strVal val="visible"/>
                                      </p:to>
                                    </p:set>
                                    <p:anim calcmode="lin" valueType="num">
                                      <p:cBhvr>
                                        <p:cTn id="19" dur="500" fill="hold"/>
                                        <p:tgtEl>
                                          <p:spTgt spid="43010"/>
                                        </p:tgtEl>
                                        <p:attrNameLst>
                                          <p:attrName>ppt_w</p:attrName>
                                        </p:attrNameLst>
                                      </p:cBhvr>
                                      <p:tavLst>
                                        <p:tav tm="0">
                                          <p:val>
                                            <p:fltVal val="0"/>
                                          </p:val>
                                        </p:tav>
                                        <p:tav tm="100000">
                                          <p:val>
                                            <p:strVal val="#ppt_w"/>
                                          </p:val>
                                        </p:tav>
                                      </p:tavLst>
                                    </p:anim>
                                    <p:anim calcmode="lin" valueType="num">
                                      <p:cBhvr>
                                        <p:cTn id="20" dur="500" fill="hold"/>
                                        <p:tgtEl>
                                          <p:spTgt spid="43010"/>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16" fill="hold" nodeType="clickEffect">
                                  <p:stCondLst>
                                    <p:cond delay="0"/>
                                  </p:stCondLst>
                                  <p:childTnLst>
                                    <p:set>
                                      <p:cBhvr>
                                        <p:cTn id="24" dur="1" fill="hold">
                                          <p:stCondLst>
                                            <p:cond delay="0"/>
                                          </p:stCondLst>
                                        </p:cTn>
                                        <p:tgtEl>
                                          <p:spTgt spid="43013"/>
                                        </p:tgtEl>
                                        <p:attrNameLst>
                                          <p:attrName>style.visibility</p:attrName>
                                        </p:attrNameLst>
                                      </p:cBhvr>
                                      <p:to>
                                        <p:strVal val="visible"/>
                                      </p:to>
                                    </p:set>
                                    <p:anim calcmode="lin" valueType="num">
                                      <p:cBhvr>
                                        <p:cTn id="25" dur="500" fill="hold"/>
                                        <p:tgtEl>
                                          <p:spTgt spid="43013"/>
                                        </p:tgtEl>
                                        <p:attrNameLst>
                                          <p:attrName>ppt_w</p:attrName>
                                        </p:attrNameLst>
                                      </p:cBhvr>
                                      <p:tavLst>
                                        <p:tav tm="0">
                                          <p:val>
                                            <p:fltVal val="0"/>
                                          </p:val>
                                        </p:tav>
                                        <p:tav tm="100000">
                                          <p:val>
                                            <p:strVal val="#ppt_w"/>
                                          </p:val>
                                        </p:tav>
                                      </p:tavLst>
                                    </p:anim>
                                    <p:anim calcmode="lin" valueType="num">
                                      <p:cBhvr>
                                        <p:cTn id="26" dur="500" fill="hold"/>
                                        <p:tgtEl>
                                          <p:spTgt spid="43013"/>
                                        </p:tgtEl>
                                        <p:attrNameLst>
                                          <p:attrName>ppt_h</p:attrName>
                                        </p:attrNameLst>
                                      </p:cBhvr>
                                      <p:tavLst>
                                        <p:tav tm="0">
                                          <p:val>
                                            <p:fltVal val="0"/>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43015"/>
                                        </p:tgtEl>
                                        <p:attrNameLst>
                                          <p:attrName>style.visibility</p:attrName>
                                        </p:attrNameLst>
                                      </p:cBhvr>
                                      <p:to>
                                        <p:strVal val="visible"/>
                                      </p:to>
                                    </p:set>
                                    <p:animEffect transition="in" filter="wipe(up)">
                                      <p:cBhvr>
                                        <p:cTn id="31" dur="500"/>
                                        <p:tgtEl>
                                          <p:spTgt spid="430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autoUpdateAnimBg="0"/>
      <p:bldP spid="43015"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366713" y="1563688"/>
            <a:ext cx="521335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solidFill>
                  <a:srgbClr val="000000"/>
                </a:solidFill>
                <a:latin typeface="Times New Roman" pitchFamily="18" charset="0"/>
                <a:ea typeface="华文中宋" pitchFamily="2" charset="-122"/>
              </a:rPr>
              <a:t>解：</a:t>
            </a:r>
            <a:r>
              <a:rPr lang="zh-CN" altLang="en-US" sz="1800" b="0">
                <a:solidFill>
                  <a:srgbClr val="000000"/>
                </a:solidFill>
                <a:latin typeface="Times New Roman" pitchFamily="18" charset="0"/>
                <a:ea typeface="华文中宋" pitchFamily="2" charset="-122"/>
              </a:rPr>
              <a:t>设人对船的速度为</a:t>
            </a:r>
            <a:r>
              <a:rPr lang="en-US" altLang="zh-CN" sz="1800" b="0" i="1">
                <a:solidFill>
                  <a:srgbClr val="000000"/>
                </a:solidFill>
                <a:latin typeface="Times New Roman" pitchFamily="18" charset="0"/>
                <a:ea typeface="华文中宋" pitchFamily="2" charset="-122"/>
              </a:rPr>
              <a:t>v</a:t>
            </a:r>
            <a:r>
              <a:rPr lang="en-US" altLang="zh-CN" sz="1800" b="0" i="1" baseline="-25000">
                <a:solidFill>
                  <a:srgbClr val="000000"/>
                </a:solidFill>
                <a:latin typeface="Times New Roman" pitchFamily="18" charset="0"/>
                <a:ea typeface="华文中宋" pitchFamily="2" charset="-122"/>
              </a:rPr>
              <a:t>1</a:t>
            </a:r>
            <a:r>
              <a:rPr lang="en-US" altLang="zh-CN" sz="1800" b="0">
                <a:solidFill>
                  <a:srgbClr val="000000"/>
                </a:solidFill>
                <a:latin typeface="Times New Roman" pitchFamily="18" charset="0"/>
                <a:ea typeface="华文中宋" pitchFamily="2" charset="-122"/>
              </a:rPr>
              <a:t>,</a:t>
            </a:r>
          </a:p>
          <a:p>
            <a:pPr algn="l"/>
            <a:r>
              <a:rPr lang="en-US" altLang="zh-CN" sz="1800" b="0">
                <a:solidFill>
                  <a:srgbClr val="000000"/>
                </a:solidFill>
                <a:latin typeface="Times New Roman" pitchFamily="18" charset="0"/>
                <a:ea typeface="华文中宋" pitchFamily="2" charset="-122"/>
              </a:rPr>
              <a:t>        </a:t>
            </a:r>
            <a:r>
              <a:rPr lang="zh-CN" altLang="en-US" sz="1800" b="0">
                <a:solidFill>
                  <a:srgbClr val="000000"/>
                </a:solidFill>
                <a:latin typeface="Times New Roman" pitchFamily="18" charset="0"/>
                <a:ea typeface="华文中宋" pitchFamily="2" charset="-122"/>
              </a:rPr>
              <a:t>船对静止水的速度为</a:t>
            </a:r>
            <a:r>
              <a:rPr lang="en-US" altLang="zh-CN" sz="1800" b="0" i="1">
                <a:solidFill>
                  <a:srgbClr val="000000"/>
                </a:solidFill>
                <a:latin typeface="Times New Roman" pitchFamily="18" charset="0"/>
                <a:ea typeface="华文中宋" pitchFamily="2" charset="-122"/>
              </a:rPr>
              <a:t>v</a:t>
            </a:r>
            <a:r>
              <a:rPr lang="en-US" altLang="zh-CN" sz="1800" b="0" i="1" baseline="-25000">
                <a:solidFill>
                  <a:srgbClr val="000000"/>
                </a:solidFill>
                <a:latin typeface="Times New Roman" pitchFamily="18" charset="0"/>
                <a:ea typeface="华文中宋" pitchFamily="2" charset="-122"/>
              </a:rPr>
              <a:t>2</a:t>
            </a:r>
            <a:r>
              <a:rPr lang="zh-CN" altLang="en-US" sz="1800" b="0">
                <a:solidFill>
                  <a:srgbClr val="000000"/>
                </a:solidFill>
                <a:latin typeface="Times New Roman" pitchFamily="18" charset="0"/>
                <a:ea typeface="华文中宋" pitchFamily="2" charset="-122"/>
              </a:rPr>
              <a:t>。</a:t>
            </a:r>
          </a:p>
        </p:txBody>
      </p:sp>
      <p:sp>
        <p:nvSpPr>
          <p:cNvPr id="46083" name="Text Box 3"/>
          <p:cNvSpPr txBox="1">
            <a:spLocks noChangeArrowheads="1"/>
          </p:cNvSpPr>
          <p:nvPr/>
        </p:nvSpPr>
        <p:spPr bwMode="auto">
          <a:xfrm>
            <a:off x="2411413" y="2427288"/>
            <a:ext cx="224472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b="0">
                <a:solidFill>
                  <a:srgbClr val="000000"/>
                </a:solidFill>
                <a:latin typeface="Times New Roman" pitchFamily="18" charset="0"/>
                <a:ea typeface="宋体" pitchFamily="2" charset="-122"/>
              </a:rPr>
              <a:t> </a:t>
            </a:r>
            <a:r>
              <a:rPr lang="en-US" altLang="zh-CN" sz="1800">
                <a:solidFill>
                  <a:srgbClr val="000000"/>
                </a:solidFill>
                <a:latin typeface="Times New Roman" pitchFamily="18" charset="0"/>
                <a:ea typeface="宋体" pitchFamily="2" charset="-122"/>
              </a:rPr>
              <a:t>0</a:t>
            </a:r>
            <a:r>
              <a:rPr lang="zh-CN" altLang="en-US" sz="1800">
                <a:solidFill>
                  <a:srgbClr val="000000"/>
                </a:solidFill>
                <a:latin typeface="Times New Roman" pitchFamily="18" charset="0"/>
                <a:ea typeface="宋体" pitchFamily="2" charset="-122"/>
              </a:rPr>
              <a:t>＝</a:t>
            </a:r>
            <a:r>
              <a:rPr lang="en-US" altLang="zh-CN" sz="1800" i="1">
                <a:solidFill>
                  <a:srgbClr val="000000"/>
                </a:solidFill>
                <a:latin typeface="Times New Roman" pitchFamily="18" charset="0"/>
                <a:ea typeface="宋体" pitchFamily="2" charset="-122"/>
              </a:rPr>
              <a:t>m</a:t>
            </a:r>
            <a:r>
              <a:rPr lang="en-US" altLang="zh-CN" sz="1800" i="1" baseline="-25000">
                <a:solidFill>
                  <a:srgbClr val="000000"/>
                </a:solidFill>
                <a:latin typeface="Times New Roman" pitchFamily="18" charset="0"/>
                <a:ea typeface="宋体" pitchFamily="2" charset="-122"/>
              </a:rPr>
              <a:t>1</a:t>
            </a:r>
            <a:r>
              <a:rPr lang="en-US" altLang="zh-CN" sz="1800">
                <a:solidFill>
                  <a:srgbClr val="000000"/>
                </a:solidFill>
                <a:latin typeface="Times New Roman" pitchFamily="18" charset="0"/>
                <a:ea typeface="宋体" pitchFamily="2" charset="-122"/>
              </a:rPr>
              <a:t>(</a:t>
            </a:r>
            <a:r>
              <a:rPr lang="en-US" altLang="zh-CN" sz="1800" i="1">
                <a:solidFill>
                  <a:srgbClr val="000000"/>
                </a:solidFill>
                <a:latin typeface="Times New Roman" pitchFamily="18" charset="0"/>
                <a:ea typeface="宋体" pitchFamily="2" charset="-122"/>
              </a:rPr>
              <a:t>v</a:t>
            </a:r>
            <a:r>
              <a:rPr lang="en-US" altLang="zh-CN" sz="1800" i="1" baseline="-25000">
                <a:solidFill>
                  <a:srgbClr val="000000"/>
                </a:solidFill>
                <a:latin typeface="Times New Roman" pitchFamily="18" charset="0"/>
                <a:ea typeface="宋体" pitchFamily="2" charset="-122"/>
              </a:rPr>
              <a:t>1</a:t>
            </a:r>
            <a:r>
              <a:rPr lang="en-US" altLang="zh-CN" sz="1800" i="1">
                <a:solidFill>
                  <a:srgbClr val="000000"/>
                </a:solidFill>
                <a:latin typeface="Times New Roman" pitchFamily="18" charset="0"/>
                <a:ea typeface="宋体" pitchFamily="2" charset="-122"/>
              </a:rPr>
              <a:t>+v</a:t>
            </a:r>
            <a:r>
              <a:rPr lang="en-US" altLang="zh-CN" sz="1800" i="1" baseline="-25000">
                <a:solidFill>
                  <a:srgbClr val="000000"/>
                </a:solidFill>
                <a:latin typeface="Times New Roman" pitchFamily="18" charset="0"/>
                <a:ea typeface="宋体" pitchFamily="2" charset="-122"/>
              </a:rPr>
              <a:t>2</a:t>
            </a:r>
            <a:r>
              <a:rPr lang="en-US" altLang="zh-CN" sz="1800">
                <a:solidFill>
                  <a:srgbClr val="000000"/>
                </a:solidFill>
                <a:latin typeface="Times New Roman" pitchFamily="18" charset="0"/>
                <a:ea typeface="宋体" pitchFamily="2" charset="-122"/>
              </a:rPr>
              <a:t>)</a:t>
            </a:r>
            <a:r>
              <a:rPr lang="en-US" altLang="zh-CN" sz="1800" i="1">
                <a:solidFill>
                  <a:srgbClr val="000000"/>
                </a:solidFill>
                <a:latin typeface="Times New Roman" pitchFamily="18" charset="0"/>
                <a:ea typeface="宋体" pitchFamily="2" charset="-122"/>
              </a:rPr>
              <a:t>+m</a:t>
            </a:r>
            <a:r>
              <a:rPr lang="en-US" altLang="zh-CN" sz="1800" i="1" baseline="-25000">
                <a:solidFill>
                  <a:srgbClr val="000000"/>
                </a:solidFill>
                <a:latin typeface="Times New Roman" pitchFamily="18" charset="0"/>
                <a:ea typeface="宋体" pitchFamily="2" charset="-122"/>
              </a:rPr>
              <a:t>2</a:t>
            </a:r>
            <a:r>
              <a:rPr lang="en-US" altLang="zh-CN" sz="1800" i="1">
                <a:solidFill>
                  <a:srgbClr val="000000"/>
                </a:solidFill>
                <a:latin typeface="Times New Roman" pitchFamily="18" charset="0"/>
                <a:ea typeface="宋体" pitchFamily="2" charset="-122"/>
              </a:rPr>
              <a:t>v</a:t>
            </a:r>
            <a:r>
              <a:rPr lang="en-US" altLang="zh-CN" sz="1800" i="1" baseline="-25000">
                <a:solidFill>
                  <a:srgbClr val="000000"/>
                </a:solidFill>
                <a:latin typeface="Times New Roman" pitchFamily="18" charset="0"/>
                <a:ea typeface="宋体" pitchFamily="2" charset="-122"/>
              </a:rPr>
              <a:t>2</a:t>
            </a:r>
            <a:endParaRPr lang="en-US" altLang="zh-CN" sz="1800" i="1">
              <a:latin typeface="Times New Roman" pitchFamily="18" charset="0"/>
              <a:ea typeface="宋体" pitchFamily="2" charset="-122"/>
            </a:endParaRPr>
          </a:p>
        </p:txBody>
      </p:sp>
      <p:graphicFrame>
        <p:nvGraphicFramePr>
          <p:cNvPr id="46084" name="Object 4"/>
          <p:cNvGraphicFramePr>
            <a:graphicFrameLocks noChangeAspect="1"/>
          </p:cNvGraphicFramePr>
          <p:nvPr/>
        </p:nvGraphicFramePr>
        <p:xfrm>
          <a:off x="611188" y="2900363"/>
          <a:ext cx="2525712" cy="815975"/>
        </p:xfrm>
        <a:graphic>
          <a:graphicData uri="http://schemas.openxmlformats.org/presentationml/2006/ole">
            <p:oleObj spid="_x0000_s47170" name="公式" r:id="rId4" imgW="977476" imgH="444307" progId="Equation.3">
              <p:embed/>
            </p:oleObj>
          </a:graphicData>
        </a:graphic>
      </p:graphicFrame>
      <p:graphicFrame>
        <p:nvGraphicFramePr>
          <p:cNvPr id="46085" name="Object 5"/>
          <p:cNvGraphicFramePr>
            <a:graphicFrameLocks noChangeAspect="1"/>
          </p:cNvGraphicFramePr>
          <p:nvPr/>
        </p:nvGraphicFramePr>
        <p:xfrm>
          <a:off x="3730625" y="3035300"/>
          <a:ext cx="1685925" cy="571500"/>
        </p:xfrm>
        <a:graphic>
          <a:graphicData uri="http://schemas.openxmlformats.org/presentationml/2006/ole">
            <p:oleObj spid="_x0000_s47171" name="Equation" r:id="rId5" imgW="736600" imgH="330200" progId="Equation.DSMT4">
              <p:embed/>
            </p:oleObj>
          </a:graphicData>
        </a:graphic>
      </p:graphicFrame>
      <p:graphicFrame>
        <p:nvGraphicFramePr>
          <p:cNvPr id="46086" name="Object 6"/>
          <p:cNvGraphicFramePr>
            <a:graphicFrameLocks noChangeAspect="1"/>
          </p:cNvGraphicFramePr>
          <p:nvPr/>
        </p:nvGraphicFramePr>
        <p:xfrm>
          <a:off x="3132138" y="3802063"/>
          <a:ext cx="3675062" cy="714375"/>
        </p:xfrm>
        <a:graphic>
          <a:graphicData uri="http://schemas.openxmlformats.org/presentationml/2006/ole">
            <p:oleObj spid="_x0000_s47172" name="Equation" r:id="rId6" imgW="1612900" imgH="431800" progId="Equation.DSMT4">
              <p:embed/>
            </p:oleObj>
          </a:graphicData>
        </a:graphic>
      </p:graphicFrame>
      <p:graphicFrame>
        <p:nvGraphicFramePr>
          <p:cNvPr id="46087" name="Object 7"/>
          <p:cNvGraphicFramePr>
            <a:graphicFrameLocks noChangeAspect="1"/>
          </p:cNvGraphicFramePr>
          <p:nvPr/>
        </p:nvGraphicFramePr>
        <p:xfrm>
          <a:off x="428625" y="3792538"/>
          <a:ext cx="2039938" cy="593725"/>
        </p:xfrm>
        <a:graphic>
          <a:graphicData uri="http://schemas.openxmlformats.org/presentationml/2006/ole">
            <p:oleObj spid="_x0000_s47173" name="Equation" r:id="rId7" imgW="850531" imgH="330057" progId="Equation.DSMT4">
              <p:embed/>
            </p:oleObj>
          </a:graphicData>
        </a:graphic>
      </p:graphicFrame>
      <p:sp>
        <p:nvSpPr>
          <p:cNvPr id="46088" name="Text Box 8"/>
          <p:cNvSpPr txBox="1">
            <a:spLocks noChangeArrowheads="1"/>
          </p:cNvSpPr>
          <p:nvPr/>
        </p:nvSpPr>
        <p:spPr bwMode="auto">
          <a:xfrm>
            <a:off x="684213" y="4506913"/>
            <a:ext cx="474980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负号表示船移动的方向与人前进的方向相反。</a:t>
            </a:r>
          </a:p>
        </p:txBody>
      </p:sp>
      <p:sp>
        <p:nvSpPr>
          <p:cNvPr id="46089" name="Text Box 9"/>
          <p:cNvSpPr txBox="1">
            <a:spLocks noChangeArrowheads="1"/>
          </p:cNvSpPr>
          <p:nvPr/>
        </p:nvSpPr>
        <p:spPr bwMode="auto">
          <a:xfrm>
            <a:off x="228600" y="844550"/>
            <a:ext cx="8686800" cy="647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b="0">
                <a:solidFill>
                  <a:srgbClr val="33996D"/>
                </a:solidFill>
                <a:latin typeface="Times New Roman" pitchFamily="18" charset="0"/>
                <a:ea typeface="华文中宋" pitchFamily="2" charset="-122"/>
              </a:rPr>
              <a:t>例</a:t>
            </a:r>
            <a:r>
              <a:rPr lang="en-US" altLang="zh-CN" sz="1800" b="0">
                <a:solidFill>
                  <a:srgbClr val="33996D"/>
                </a:solidFill>
                <a:latin typeface="Times New Roman" pitchFamily="18" charset="0"/>
                <a:ea typeface="华文中宋" pitchFamily="2" charset="-122"/>
              </a:rPr>
              <a:t>       </a:t>
            </a:r>
            <a:r>
              <a:rPr lang="zh-CN" altLang="en-US" sz="1800" b="0">
                <a:solidFill>
                  <a:srgbClr val="33996D"/>
                </a:solidFill>
                <a:latin typeface="Times New Roman" pitchFamily="18" charset="0"/>
                <a:ea typeface="华文中宋" pitchFamily="2" charset="-122"/>
              </a:rPr>
              <a:t>一质量</a:t>
            </a:r>
            <a:r>
              <a:rPr lang="en-US" altLang="zh-CN" sz="1800" b="0" i="1">
                <a:solidFill>
                  <a:srgbClr val="33996D"/>
                </a:solidFill>
                <a:latin typeface="Times New Roman" pitchFamily="18" charset="0"/>
                <a:ea typeface="华文中宋" pitchFamily="2" charset="-122"/>
              </a:rPr>
              <a:t>m</a:t>
            </a:r>
            <a:r>
              <a:rPr lang="en-US" altLang="zh-CN" sz="1800" b="0" i="1" baseline="-25000">
                <a:solidFill>
                  <a:srgbClr val="33996D"/>
                </a:solidFill>
                <a:latin typeface="Times New Roman" pitchFamily="18" charset="0"/>
                <a:ea typeface="华文中宋" pitchFamily="2" charset="-122"/>
              </a:rPr>
              <a:t>1</a:t>
            </a:r>
            <a:r>
              <a:rPr lang="en-US" altLang="zh-CN" sz="1800" b="0" i="1">
                <a:solidFill>
                  <a:srgbClr val="33996D"/>
                </a:solidFill>
                <a:latin typeface="Times New Roman" pitchFamily="18" charset="0"/>
                <a:ea typeface="华文中宋" pitchFamily="2" charset="-122"/>
              </a:rPr>
              <a:t>=50</a:t>
            </a:r>
            <a:r>
              <a:rPr lang="en-US" altLang="zh-CN" sz="1800" b="0">
                <a:solidFill>
                  <a:srgbClr val="33996D"/>
                </a:solidFill>
                <a:latin typeface="Times New Roman" pitchFamily="18" charset="0"/>
                <a:ea typeface="华文中宋" pitchFamily="2" charset="-122"/>
              </a:rPr>
              <a:t>kg</a:t>
            </a:r>
            <a:r>
              <a:rPr lang="zh-CN" altLang="en-US" sz="1800" b="0">
                <a:solidFill>
                  <a:srgbClr val="33996D"/>
                </a:solidFill>
                <a:latin typeface="Times New Roman" pitchFamily="18" charset="0"/>
                <a:ea typeface="华文中宋" pitchFamily="2" charset="-122"/>
              </a:rPr>
              <a:t>的人，站在质量</a:t>
            </a:r>
            <a:r>
              <a:rPr lang="en-US" altLang="zh-CN" sz="1800" b="0" i="1">
                <a:solidFill>
                  <a:srgbClr val="33996D"/>
                </a:solidFill>
                <a:latin typeface="Times New Roman" pitchFamily="18" charset="0"/>
                <a:ea typeface="华文中宋" pitchFamily="2" charset="-122"/>
              </a:rPr>
              <a:t>m=200</a:t>
            </a:r>
            <a:r>
              <a:rPr lang="en-US" altLang="zh-CN" sz="1800" b="0">
                <a:solidFill>
                  <a:srgbClr val="33996D"/>
                </a:solidFill>
                <a:latin typeface="Times New Roman" pitchFamily="18" charset="0"/>
                <a:ea typeface="华文中宋" pitchFamily="2" charset="-122"/>
              </a:rPr>
              <a:t>kg</a:t>
            </a:r>
            <a:r>
              <a:rPr lang="zh-CN" altLang="en-US" sz="1800" b="0">
                <a:solidFill>
                  <a:srgbClr val="33996D"/>
                </a:solidFill>
                <a:latin typeface="Times New Roman" pitchFamily="18" charset="0"/>
                <a:ea typeface="华文中宋" pitchFamily="2" charset="-122"/>
              </a:rPr>
              <a:t>长为</a:t>
            </a:r>
            <a:r>
              <a:rPr lang="en-US" altLang="zh-CN" sz="1800" b="0" i="1">
                <a:solidFill>
                  <a:srgbClr val="33996D"/>
                </a:solidFill>
                <a:latin typeface="Times New Roman" pitchFamily="18" charset="0"/>
                <a:ea typeface="华文中宋" pitchFamily="2" charset="-122"/>
              </a:rPr>
              <a:t>L</a:t>
            </a:r>
            <a:r>
              <a:rPr lang="zh-CN" altLang="en-US" sz="1800" b="0" i="1">
                <a:solidFill>
                  <a:srgbClr val="33996D"/>
                </a:solidFill>
                <a:latin typeface="Times New Roman" pitchFamily="18" charset="0"/>
                <a:ea typeface="华文中宋" pitchFamily="2" charset="-122"/>
              </a:rPr>
              <a:t>＝</a:t>
            </a:r>
            <a:r>
              <a:rPr lang="en-US" altLang="zh-CN" sz="1800" b="0" i="1">
                <a:solidFill>
                  <a:srgbClr val="33996D"/>
                </a:solidFill>
                <a:latin typeface="Times New Roman" pitchFamily="18" charset="0"/>
                <a:ea typeface="华文中宋" pitchFamily="2" charset="-122"/>
              </a:rPr>
              <a:t>4</a:t>
            </a:r>
            <a:r>
              <a:rPr lang="en-US" altLang="zh-CN" sz="1800" b="0">
                <a:solidFill>
                  <a:srgbClr val="33996D"/>
                </a:solidFill>
                <a:latin typeface="Times New Roman" pitchFamily="18" charset="0"/>
                <a:ea typeface="华文中宋" pitchFamily="2" charset="-122"/>
              </a:rPr>
              <a:t>m</a:t>
            </a:r>
            <a:r>
              <a:rPr lang="zh-CN" altLang="en-US" sz="1800" b="0">
                <a:solidFill>
                  <a:srgbClr val="33996D"/>
                </a:solidFill>
                <a:latin typeface="Times New Roman" pitchFamily="18" charset="0"/>
                <a:ea typeface="华文中宋" pitchFamily="2" charset="-122"/>
              </a:rPr>
              <a:t>的船的船头上，开始时船静止。试求当人走到船尾时，船移动的距离。 水的阻力不计。</a:t>
            </a:r>
          </a:p>
        </p:txBody>
      </p:sp>
      <p:sp>
        <p:nvSpPr>
          <p:cNvPr id="46090" name="Text Box 10"/>
          <p:cNvSpPr txBox="1">
            <a:spLocks noChangeArrowheads="1"/>
          </p:cNvSpPr>
          <p:nvPr/>
        </p:nvSpPr>
        <p:spPr bwMode="auto">
          <a:xfrm>
            <a:off x="323850" y="2427288"/>
            <a:ext cx="210185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b="0">
                <a:solidFill>
                  <a:srgbClr val="000000"/>
                </a:solidFill>
                <a:latin typeface="华文中宋" pitchFamily="2" charset="-122"/>
                <a:ea typeface="华文中宋" pitchFamily="2" charset="-122"/>
              </a:rPr>
              <a:t>水平方向动量守恒</a:t>
            </a:r>
            <a:r>
              <a:rPr lang="zh-CN" altLang="en-US" sz="1800" b="0">
                <a:latin typeface="华文中宋" pitchFamily="2" charset="-122"/>
                <a:ea typeface="华文中宋" pitchFamily="2" charset="-122"/>
              </a:rPr>
              <a:t> </a:t>
            </a:r>
          </a:p>
        </p:txBody>
      </p:sp>
      <p:grpSp>
        <p:nvGrpSpPr>
          <p:cNvPr id="2" name="Group 11"/>
          <p:cNvGrpSpPr>
            <a:grpSpLocks/>
          </p:cNvGrpSpPr>
          <p:nvPr/>
        </p:nvGrpSpPr>
        <p:grpSpPr bwMode="auto">
          <a:xfrm>
            <a:off x="4200525" y="1565275"/>
            <a:ext cx="4764088" cy="1222375"/>
            <a:chOff x="0" y="192"/>
            <a:chExt cx="3168" cy="1420"/>
          </a:xfrm>
        </p:grpSpPr>
        <p:sp>
          <p:nvSpPr>
            <p:cNvPr id="47138" name="Rectangle 12"/>
            <p:cNvSpPr>
              <a:spLocks noChangeArrowheads="1"/>
            </p:cNvSpPr>
            <p:nvPr/>
          </p:nvSpPr>
          <p:spPr bwMode="auto">
            <a:xfrm>
              <a:off x="0" y="420"/>
              <a:ext cx="3168" cy="455"/>
            </a:xfrm>
            <a:prstGeom prst="rect">
              <a:avLst/>
            </a:prstGeom>
            <a:solidFill>
              <a:srgbClr val="FF9933"/>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endParaRPr lang="zh-CN" altLang="en-US"/>
            </a:p>
          </p:txBody>
        </p:sp>
        <p:grpSp>
          <p:nvGrpSpPr>
            <p:cNvPr id="47139" name="Group 13"/>
            <p:cNvGrpSpPr>
              <a:grpSpLocks/>
            </p:cNvGrpSpPr>
            <p:nvPr/>
          </p:nvGrpSpPr>
          <p:grpSpPr bwMode="auto">
            <a:xfrm>
              <a:off x="192" y="192"/>
              <a:ext cx="2928" cy="1420"/>
              <a:chOff x="0" y="0"/>
              <a:chExt cx="2928" cy="1420"/>
            </a:xfrm>
          </p:grpSpPr>
          <p:sp>
            <p:nvSpPr>
              <p:cNvPr id="47140" name="未知"/>
              <p:cNvSpPr>
                <a:spLocks/>
              </p:cNvSpPr>
              <p:nvPr/>
            </p:nvSpPr>
            <p:spPr bwMode="auto">
              <a:xfrm>
                <a:off x="144" y="497"/>
                <a:ext cx="2784" cy="455"/>
              </a:xfrm>
              <a:custGeom>
                <a:avLst/>
                <a:gdLst>
                  <a:gd name="T0" fmla="*/ 4 w 3273"/>
                  <a:gd name="T1" fmla="*/ 115 h 301"/>
                  <a:gd name="T2" fmla="*/ 19 w 3273"/>
                  <a:gd name="T3" fmla="*/ 80 h 301"/>
                  <a:gd name="T4" fmla="*/ 31 w 3273"/>
                  <a:gd name="T5" fmla="*/ 67 h 301"/>
                  <a:gd name="T6" fmla="*/ 52 w 3273"/>
                  <a:gd name="T7" fmla="*/ 48 h 301"/>
                  <a:gd name="T8" fmla="*/ 124 w 3273"/>
                  <a:gd name="T9" fmla="*/ 80 h 301"/>
                  <a:gd name="T10" fmla="*/ 162 w 3273"/>
                  <a:gd name="T11" fmla="*/ 73 h 301"/>
                  <a:gd name="T12" fmla="*/ 185 w 3273"/>
                  <a:gd name="T13" fmla="*/ 54 h 301"/>
                  <a:gd name="T14" fmla="*/ 223 w 3273"/>
                  <a:gd name="T15" fmla="*/ 73 h 301"/>
                  <a:gd name="T16" fmla="*/ 237 w 3273"/>
                  <a:gd name="T17" fmla="*/ 95 h 301"/>
                  <a:gd name="T18" fmla="*/ 264 w 3273"/>
                  <a:gd name="T19" fmla="*/ 115 h 301"/>
                  <a:gd name="T20" fmla="*/ 278 w 3273"/>
                  <a:gd name="T21" fmla="*/ 107 h 301"/>
                  <a:gd name="T22" fmla="*/ 298 w 3273"/>
                  <a:gd name="T23" fmla="*/ 73 h 301"/>
                  <a:gd name="T24" fmla="*/ 351 w 3273"/>
                  <a:gd name="T25" fmla="*/ 95 h 301"/>
                  <a:gd name="T26" fmla="*/ 415 w 3273"/>
                  <a:gd name="T27" fmla="*/ 80 h 301"/>
                  <a:gd name="T28" fmla="*/ 483 w 3273"/>
                  <a:gd name="T29" fmla="*/ 73 h 301"/>
                  <a:gd name="T30" fmla="*/ 521 w 3273"/>
                  <a:gd name="T31" fmla="*/ 80 h 301"/>
                  <a:gd name="T32" fmla="*/ 532 w 3273"/>
                  <a:gd name="T33" fmla="*/ 89 h 301"/>
                  <a:gd name="T34" fmla="*/ 562 w 3273"/>
                  <a:gd name="T35" fmla="*/ 54 h 301"/>
                  <a:gd name="T36" fmla="*/ 584 w 3273"/>
                  <a:gd name="T37" fmla="*/ 48 h 301"/>
                  <a:gd name="T38" fmla="*/ 596 w 3273"/>
                  <a:gd name="T39" fmla="*/ 67 h 301"/>
                  <a:gd name="T40" fmla="*/ 618 w 3273"/>
                  <a:gd name="T41" fmla="*/ 80 h 301"/>
                  <a:gd name="T42" fmla="*/ 682 w 3273"/>
                  <a:gd name="T43" fmla="*/ 67 h 301"/>
                  <a:gd name="T44" fmla="*/ 694 w 3273"/>
                  <a:gd name="T45" fmla="*/ 73 h 301"/>
                  <a:gd name="T46" fmla="*/ 739 w 3273"/>
                  <a:gd name="T47" fmla="*/ 39 h 301"/>
                  <a:gd name="T48" fmla="*/ 789 w 3273"/>
                  <a:gd name="T49" fmla="*/ 73 h 301"/>
                  <a:gd name="T50" fmla="*/ 800 w 3273"/>
                  <a:gd name="T51" fmla="*/ 39 h 301"/>
                  <a:gd name="T52" fmla="*/ 863 w 3273"/>
                  <a:gd name="T53" fmla="*/ 67 h 301"/>
                  <a:gd name="T54" fmla="*/ 913 w 3273"/>
                  <a:gd name="T55" fmla="*/ 39 h 301"/>
                  <a:gd name="T56" fmla="*/ 958 w 3273"/>
                  <a:gd name="T57" fmla="*/ 67 h 301"/>
                  <a:gd name="T58" fmla="*/ 1033 w 3273"/>
                  <a:gd name="T59" fmla="*/ 67 h 301"/>
                  <a:gd name="T60" fmla="*/ 898 w 3273"/>
                  <a:gd name="T61" fmla="*/ 138 h 301"/>
                  <a:gd name="T62" fmla="*/ 792 w 3273"/>
                  <a:gd name="T63" fmla="*/ 156 h 301"/>
                  <a:gd name="T64" fmla="*/ 630 w 3273"/>
                  <a:gd name="T65" fmla="*/ 156 h 301"/>
                  <a:gd name="T66" fmla="*/ 426 w 3273"/>
                  <a:gd name="T67" fmla="*/ 162 h 301"/>
                  <a:gd name="T68" fmla="*/ 310 w 3273"/>
                  <a:gd name="T69" fmla="*/ 148 h 301"/>
                  <a:gd name="T70" fmla="*/ 0 w 3273"/>
                  <a:gd name="T71" fmla="*/ 138 h 301"/>
                  <a:gd name="T72" fmla="*/ 15 w 3273"/>
                  <a:gd name="T73" fmla="*/ 54 h 301"/>
                  <a:gd name="T74" fmla="*/ 37 w 3273"/>
                  <a:gd name="T75" fmla="*/ 39 h 30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273"/>
                  <a:gd name="T115" fmla="*/ 0 h 301"/>
                  <a:gd name="T116" fmla="*/ 3273 w 3273"/>
                  <a:gd name="T117" fmla="*/ 301 h 30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273" h="301">
                    <a:moveTo>
                      <a:pt x="12" y="163"/>
                    </a:moveTo>
                    <a:cubicBezTo>
                      <a:pt x="31" y="107"/>
                      <a:pt x="9" y="141"/>
                      <a:pt x="59" y="116"/>
                    </a:cubicBezTo>
                    <a:cubicBezTo>
                      <a:pt x="71" y="110"/>
                      <a:pt x="81" y="99"/>
                      <a:pt x="94" y="93"/>
                    </a:cubicBezTo>
                    <a:cubicBezTo>
                      <a:pt x="116" y="83"/>
                      <a:pt x="164" y="70"/>
                      <a:pt x="164" y="70"/>
                    </a:cubicBezTo>
                    <a:cubicBezTo>
                      <a:pt x="278" y="79"/>
                      <a:pt x="301" y="74"/>
                      <a:pt x="387" y="116"/>
                    </a:cubicBezTo>
                    <a:cubicBezTo>
                      <a:pt x="426" y="112"/>
                      <a:pt x="465" y="112"/>
                      <a:pt x="504" y="105"/>
                    </a:cubicBezTo>
                    <a:cubicBezTo>
                      <a:pt x="528" y="100"/>
                      <a:pt x="574" y="81"/>
                      <a:pt x="574" y="81"/>
                    </a:cubicBezTo>
                    <a:cubicBezTo>
                      <a:pt x="613" y="89"/>
                      <a:pt x="654" y="92"/>
                      <a:pt x="691" y="105"/>
                    </a:cubicBezTo>
                    <a:cubicBezTo>
                      <a:pt x="709" y="112"/>
                      <a:pt x="720" y="131"/>
                      <a:pt x="738" y="140"/>
                    </a:cubicBezTo>
                    <a:cubicBezTo>
                      <a:pt x="763" y="152"/>
                      <a:pt x="793" y="154"/>
                      <a:pt x="820" y="163"/>
                    </a:cubicBezTo>
                    <a:cubicBezTo>
                      <a:pt x="836" y="159"/>
                      <a:pt x="854" y="160"/>
                      <a:pt x="867" y="151"/>
                    </a:cubicBezTo>
                    <a:cubicBezTo>
                      <a:pt x="967" y="84"/>
                      <a:pt x="815" y="140"/>
                      <a:pt x="925" y="105"/>
                    </a:cubicBezTo>
                    <a:cubicBezTo>
                      <a:pt x="980" y="115"/>
                      <a:pt x="1034" y="129"/>
                      <a:pt x="1089" y="140"/>
                    </a:cubicBezTo>
                    <a:cubicBezTo>
                      <a:pt x="1150" y="76"/>
                      <a:pt x="1211" y="98"/>
                      <a:pt x="1288" y="116"/>
                    </a:cubicBezTo>
                    <a:cubicBezTo>
                      <a:pt x="1356" y="163"/>
                      <a:pt x="1427" y="128"/>
                      <a:pt x="1499" y="105"/>
                    </a:cubicBezTo>
                    <a:cubicBezTo>
                      <a:pt x="1538" y="109"/>
                      <a:pt x="1577" y="110"/>
                      <a:pt x="1616" y="116"/>
                    </a:cubicBezTo>
                    <a:cubicBezTo>
                      <a:pt x="1628" y="118"/>
                      <a:pt x="1639" y="131"/>
                      <a:pt x="1651" y="128"/>
                    </a:cubicBezTo>
                    <a:cubicBezTo>
                      <a:pt x="1685" y="119"/>
                      <a:pt x="1711" y="93"/>
                      <a:pt x="1744" y="81"/>
                    </a:cubicBezTo>
                    <a:cubicBezTo>
                      <a:pt x="1767" y="73"/>
                      <a:pt x="1791" y="74"/>
                      <a:pt x="1815" y="70"/>
                    </a:cubicBezTo>
                    <a:cubicBezTo>
                      <a:pt x="1827" y="78"/>
                      <a:pt x="1837" y="87"/>
                      <a:pt x="1850" y="93"/>
                    </a:cubicBezTo>
                    <a:cubicBezTo>
                      <a:pt x="1872" y="103"/>
                      <a:pt x="1920" y="116"/>
                      <a:pt x="1920" y="116"/>
                    </a:cubicBezTo>
                    <a:cubicBezTo>
                      <a:pt x="2088" y="61"/>
                      <a:pt x="2012" y="53"/>
                      <a:pt x="2119" y="93"/>
                    </a:cubicBezTo>
                    <a:cubicBezTo>
                      <a:pt x="2131" y="97"/>
                      <a:pt x="2142" y="101"/>
                      <a:pt x="2154" y="105"/>
                    </a:cubicBezTo>
                    <a:cubicBezTo>
                      <a:pt x="2208" y="94"/>
                      <a:pt x="2242" y="71"/>
                      <a:pt x="2295" y="58"/>
                    </a:cubicBezTo>
                    <a:cubicBezTo>
                      <a:pt x="2351" y="70"/>
                      <a:pt x="2396" y="79"/>
                      <a:pt x="2447" y="105"/>
                    </a:cubicBezTo>
                    <a:cubicBezTo>
                      <a:pt x="2459" y="89"/>
                      <a:pt x="2463" y="62"/>
                      <a:pt x="2482" y="58"/>
                    </a:cubicBezTo>
                    <a:cubicBezTo>
                      <a:pt x="2533" y="46"/>
                      <a:pt x="2630" y="79"/>
                      <a:pt x="2681" y="93"/>
                    </a:cubicBezTo>
                    <a:cubicBezTo>
                      <a:pt x="2774" y="31"/>
                      <a:pt x="2723" y="42"/>
                      <a:pt x="2833" y="58"/>
                    </a:cubicBezTo>
                    <a:cubicBezTo>
                      <a:pt x="2880" y="89"/>
                      <a:pt x="2918" y="112"/>
                      <a:pt x="2974" y="93"/>
                    </a:cubicBezTo>
                    <a:cubicBezTo>
                      <a:pt x="3035" y="0"/>
                      <a:pt x="3120" y="63"/>
                      <a:pt x="3208" y="93"/>
                    </a:cubicBezTo>
                    <a:cubicBezTo>
                      <a:pt x="3273" y="301"/>
                      <a:pt x="2920" y="190"/>
                      <a:pt x="2786" y="198"/>
                    </a:cubicBezTo>
                    <a:cubicBezTo>
                      <a:pt x="2677" y="205"/>
                      <a:pt x="2568" y="214"/>
                      <a:pt x="2459" y="222"/>
                    </a:cubicBezTo>
                    <a:cubicBezTo>
                      <a:pt x="2255" y="206"/>
                      <a:pt x="2141" y="198"/>
                      <a:pt x="1955" y="222"/>
                    </a:cubicBezTo>
                    <a:cubicBezTo>
                      <a:pt x="1462" y="197"/>
                      <a:pt x="2014" y="217"/>
                      <a:pt x="1323" y="233"/>
                    </a:cubicBezTo>
                    <a:cubicBezTo>
                      <a:pt x="1202" y="236"/>
                      <a:pt x="1081" y="212"/>
                      <a:pt x="960" y="210"/>
                    </a:cubicBezTo>
                    <a:cubicBezTo>
                      <a:pt x="640" y="204"/>
                      <a:pt x="320" y="202"/>
                      <a:pt x="0" y="198"/>
                    </a:cubicBezTo>
                    <a:cubicBezTo>
                      <a:pt x="8" y="168"/>
                      <a:pt x="17" y="101"/>
                      <a:pt x="47" y="81"/>
                    </a:cubicBezTo>
                    <a:cubicBezTo>
                      <a:pt x="68" y="68"/>
                      <a:pt x="95" y="69"/>
                      <a:pt x="117" y="58"/>
                    </a:cubicBezTo>
                  </a:path>
                </a:pathLst>
              </a:custGeom>
              <a:solidFill>
                <a:srgbClr val="CCECFF"/>
              </a:solidFill>
              <a:ln w="12700" cap="sq" cmpd="sng">
                <a:solidFill>
                  <a:schemeClr val="tx1"/>
                </a:solidFill>
                <a:round/>
                <a:headEnd/>
                <a:tailEnd/>
              </a:ln>
            </p:spPr>
            <p:txBody>
              <a:bodyPr anchor="ctr">
                <a:spAutoFit/>
              </a:bodyPr>
              <a:lstStyle/>
              <a:p>
                <a:endParaRPr lang="zh-CN" altLang="en-US"/>
              </a:p>
            </p:txBody>
          </p:sp>
          <p:grpSp>
            <p:nvGrpSpPr>
              <p:cNvPr id="47141" name="Group 15"/>
              <p:cNvGrpSpPr>
                <a:grpSpLocks/>
              </p:cNvGrpSpPr>
              <p:nvPr/>
            </p:nvGrpSpPr>
            <p:grpSpPr bwMode="auto">
              <a:xfrm>
                <a:off x="144" y="67"/>
                <a:ext cx="2448" cy="1353"/>
                <a:chOff x="0" y="-557"/>
                <a:chExt cx="2448" cy="1353"/>
              </a:xfrm>
            </p:grpSpPr>
            <p:grpSp>
              <p:nvGrpSpPr>
                <p:cNvPr id="47148" name="Group 16"/>
                <p:cNvGrpSpPr>
                  <a:grpSpLocks/>
                </p:cNvGrpSpPr>
                <p:nvPr/>
              </p:nvGrpSpPr>
              <p:grpSpPr bwMode="auto">
                <a:xfrm>
                  <a:off x="0" y="-557"/>
                  <a:ext cx="2448" cy="1353"/>
                  <a:chOff x="0" y="-668"/>
                  <a:chExt cx="2304" cy="1624"/>
                </a:xfrm>
              </p:grpSpPr>
              <p:sp>
                <p:nvSpPr>
                  <p:cNvPr id="47153" name="AutoShape 17"/>
                  <p:cNvSpPr>
                    <a:spLocks noChangeArrowheads="1"/>
                  </p:cNvSpPr>
                  <p:nvPr/>
                </p:nvSpPr>
                <p:spPr bwMode="auto">
                  <a:xfrm flipH="1" flipV="1">
                    <a:off x="0" y="-668"/>
                    <a:ext cx="528" cy="1624"/>
                  </a:xfrm>
                  <a:prstGeom prst="rtTriangle">
                    <a:avLst/>
                  </a:prstGeom>
                  <a:solidFill>
                    <a:srgbClr val="FFCC00"/>
                  </a:solidFill>
                  <a:ln w="9525">
                    <a:miter lim="800000"/>
                    <a:headEnd/>
                    <a:tailEnd/>
                  </a:ln>
                  <a:scene3d>
                    <a:camera prst="legacyObliqueTopRight">
                      <a:rot lat="0" lon="300000" rev="0"/>
                    </a:camera>
                    <a:lightRig rig="legacyFlat3" dir="b"/>
                  </a:scene3d>
                  <a:sp3d extrusionH="430200" prstMaterial="legacyMatte">
                    <a:bevelT w="13500" h="13500" prst="angle"/>
                    <a:bevelB w="13500" h="13500" prst="angle"/>
                    <a:extrusionClr>
                      <a:srgbClr val="FFCC00"/>
                    </a:extrusionClr>
                  </a:sp3d>
                </p:spPr>
                <p:txBody>
                  <a:bodyPr anchor="ctr">
                    <a:spAutoFit/>
                    <a:flatTx/>
                  </a:bodyPr>
                  <a:lstStyle/>
                  <a:p>
                    <a:endParaRPr lang="zh-CN" altLang="en-US"/>
                  </a:p>
                </p:txBody>
              </p:sp>
              <p:sp>
                <p:nvSpPr>
                  <p:cNvPr id="47154" name="Rectangle 18"/>
                  <p:cNvSpPr>
                    <a:spLocks noChangeArrowheads="1"/>
                  </p:cNvSpPr>
                  <p:nvPr/>
                </p:nvSpPr>
                <p:spPr bwMode="auto">
                  <a:xfrm>
                    <a:off x="480" y="-129"/>
                    <a:ext cx="1296" cy="546"/>
                  </a:xfrm>
                  <a:prstGeom prst="rect">
                    <a:avLst/>
                  </a:prstGeom>
                  <a:solidFill>
                    <a:srgbClr val="FFCC00"/>
                  </a:solidFill>
                  <a:ln w="9525">
                    <a:miter lim="800000"/>
                    <a:headEnd/>
                    <a:tailEnd/>
                  </a:ln>
                  <a:scene3d>
                    <a:camera prst="legacyObliqueTopRight">
                      <a:rot lat="21299986" lon="0" rev="0"/>
                    </a:camera>
                    <a:lightRig rig="legacyFlat3" dir="b"/>
                  </a:scene3d>
                  <a:sp3d extrusionH="557200" prstMaterial="legacyMatte">
                    <a:bevelT w="13500" h="13500" prst="angle"/>
                    <a:bevelB w="13500" h="13500" prst="angle"/>
                    <a:extrusionClr>
                      <a:srgbClr val="FFCC00"/>
                    </a:extrusionClr>
                  </a:sp3d>
                </p:spPr>
                <p:txBody>
                  <a:bodyPr anchor="ctr">
                    <a:spAutoFit/>
                    <a:flatTx/>
                  </a:bodyPr>
                  <a:lstStyle/>
                  <a:p>
                    <a:endParaRPr lang="zh-CN" altLang="en-US"/>
                  </a:p>
                </p:txBody>
              </p:sp>
              <p:sp>
                <p:nvSpPr>
                  <p:cNvPr id="47155" name="AutoShape 19"/>
                  <p:cNvSpPr>
                    <a:spLocks noChangeArrowheads="1"/>
                  </p:cNvSpPr>
                  <p:nvPr/>
                </p:nvSpPr>
                <p:spPr bwMode="auto">
                  <a:xfrm flipV="1">
                    <a:off x="1776" y="-668"/>
                    <a:ext cx="528" cy="1624"/>
                  </a:xfrm>
                  <a:prstGeom prst="rtTriangle">
                    <a:avLst/>
                  </a:prstGeom>
                  <a:solidFill>
                    <a:srgbClr val="FFCC00"/>
                  </a:solidFill>
                  <a:ln w="9525">
                    <a:miter lim="800000"/>
                    <a:headEnd/>
                    <a:tailEnd/>
                  </a:ln>
                  <a:scene3d>
                    <a:camera prst="legacyObliqueTopRight">
                      <a:rot lat="21299986" lon="21299986" rev="0"/>
                    </a:camera>
                    <a:lightRig rig="legacyFlat3" dir="b"/>
                  </a:scene3d>
                  <a:sp3d extrusionH="608000" prstMaterial="legacyMatte">
                    <a:bevelT w="13500" h="13500" prst="angle"/>
                    <a:bevelB w="13500" h="13500" prst="angle"/>
                    <a:extrusionClr>
                      <a:srgbClr val="FFCC00"/>
                    </a:extrusionClr>
                  </a:sp3d>
                </p:spPr>
                <p:txBody>
                  <a:bodyPr anchor="ctr">
                    <a:spAutoFit/>
                    <a:flatTx/>
                  </a:bodyPr>
                  <a:lstStyle/>
                  <a:p>
                    <a:endParaRPr lang="zh-CN" altLang="en-US"/>
                  </a:p>
                </p:txBody>
              </p:sp>
            </p:grpSp>
            <p:sp>
              <p:nvSpPr>
                <p:cNvPr id="47149" name="Line 20"/>
                <p:cNvSpPr>
                  <a:spLocks noChangeShapeType="1"/>
                </p:cNvSpPr>
                <p:nvPr/>
              </p:nvSpPr>
              <p:spPr bwMode="auto">
                <a:xfrm>
                  <a:off x="528" y="48"/>
                  <a:ext cx="1392" cy="0"/>
                </a:xfrm>
                <a:prstGeom prst="line">
                  <a:avLst/>
                </a:prstGeom>
                <a:noFill/>
                <a:ln w="12700" cap="sq">
                  <a:solidFill>
                    <a:schemeClr val="tx1"/>
                  </a:solidFill>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47150" name="Line 21"/>
                <p:cNvSpPr>
                  <a:spLocks noChangeShapeType="1"/>
                </p:cNvSpPr>
                <p:nvPr/>
              </p:nvSpPr>
              <p:spPr bwMode="auto">
                <a:xfrm flipV="1">
                  <a:off x="1920" y="0"/>
                  <a:ext cx="480" cy="48"/>
                </a:xfrm>
                <a:prstGeom prst="line">
                  <a:avLst/>
                </a:prstGeom>
                <a:noFill/>
                <a:ln w="12700" cap="sq">
                  <a:solidFill>
                    <a:schemeClr val="tx1"/>
                  </a:solidFill>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47151" name="Line 22"/>
                <p:cNvSpPr>
                  <a:spLocks noChangeShapeType="1"/>
                </p:cNvSpPr>
                <p:nvPr/>
              </p:nvSpPr>
              <p:spPr bwMode="auto">
                <a:xfrm>
                  <a:off x="48" y="0"/>
                  <a:ext cx="480" cy="48"/>
                </a:xfrm>
                <a:prstGeom prst="line">
                  <a:avLst/>
                </a:prstGeom>
                <a:noFill/>
                <a:ln w="12700" cap="sq">
                  <a:solidFill>
                    <a:schemeClr val="tx1"/>
                  </a:solidFill>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47152" name="Line 23"/>
                <p:cNvSpPr>
                  <a:spLocks noChangeShapeType="1"/>
                </p:cNvSpPr>
                <p:nvPr/>
              </p:nvSpPr>
              <p:spPr bwMode="auto">
                <a:xfrm>
                  <a:off x="528" y="144"/>
                  <a:ext cx="1392" cy="0"/>
                </a:xfrm>
                <a:prstGeom prst="line">
                  <a:avLst/>
                </a:prstGeom>
                <a:noFill/>
                <a:ln w="12700" cap="sq">
                  <a:solidFill>
                    <a:schemeClr val="tx1"/>
                  </a:solidFill>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grpSp>
          <p:sp>
            <p:nvSpPr>
              <p:cNvPr id="47142" name="Rectangle 24"/>
              <p:cNvSpPr>
                <a:spLocks noChangeArrowheads="1"/>
              </p:cNvSpPr>
              <p:nvPr/>
            </p:nvSpPr>
            <p:spPr bwMode="auto">
              <a:xfrm>
                <a:off x="2064" y="304"/>
                <a:ext cx="237" cy="455"/>
              </a:xfrm>
              <a:prstGeom prst="rect">
                <a:avLst/>
              </a:prstGeom>
              <a:solidFill>
                <a:srgbClr val="FFCC00"/>
              </a:solidFill>
              <a:ln w="9525">
                <a:miter lim="800000"/>
                <a:headEnd/>
                <a:tailEnd/>
              </a:ln>
              <a:scene3d>
                <a:camera prst="legacyObliqueTopRight">
                  <a:rot lat="21299986" lon="21299986" rev="0"/>
                </a:camera>
                <a:lightRig rig="legacyFlat3" dir="b"/>
              </a:scene3d>
              <a:sp3d extrusionH="430200" prstMaterial="legacyMatte">
                <a:bevelT w="13500" h="13500" prst="angle"/>
                <a:bevelB w="13500" h="13500" prst="angle"/>
                <a:extrusionClr>
                  <a:srgbClr val="FFCC00"/>
                </a:extrusionClr>
              </a:sp3d>
            </p:spPr>
            <p:txBody>
              <a:bodyPr anchor="ctr">
                <a:spAutoFit/>
                <a:flatTx/>
              </a:bodyPr>
              <a:lstStyle/>
              <a:p>
                <a:endParaRPr lang="zh-CN" altLang="en-US"/>
              </a:p>
            </p:txBody>
          </p:sp>
          <p:sp>
            <p:nvSpPr>
              <p:cNvPr id="47143" name="未知"/>
              <p:cNvSpPr>
                <a:spLocks/>
              </p:cNvSpPr>
              <p:nvPr/>
            </p:nvSpPr>
            <p:spPr bwMode="auto">
              <a:xfrm>
                <a:off x="0" y="588"/>
                <a:ext cx="2832" cy="455"/>
              </a:xfrm>
              <a:custGeom>
                <a:avLst/>
                <a:gdLst>
                  <a:gd name="T0" fmla="*/ 4 w 3273"/>
                  <a:gd name="T1" fmla="*/ 473 h 301"/>
                  <a:gd name="T2" fmla="*/ 22 w 3273"/>
                  <a:gd name="T3" fmla="*/ 336 h 301"/>
                  <a:gd name="T4" fmla="*/ 35 w 3273"/>
                  <a:gd name="T5" fmla="*/ 269 h 301"/>
                  <a:gd name="T6" fmla="*/ 60 w 3273"/>
                  <a:gd name="T7" fmla="*/ 201 h 301"/>
                  <a:gd name="T8" fmla="*/ 141 w 3273"/>
                  <a:gd name="T9" fmla="*/ 336 h 301"/>
                  <a:gd name="T10" fmla="*/ 183 w 3273"/>
                  <a:gd name="T11" fmla="*/ 304 h 301"/>
                  <a:gd name="T12" fmla="*/ 209 w 3273"/>
                  <a:gd name="T13" fmla="*/ 237 h 301"/>
                  <a:gd name="T14" fmla="*/ 251 w 3273"/>
                  <a:gd name="T15" fmla="*/ 304 h 301"/>
                  <a:gd name="T16" fmla="*/ 268 w 3273"/>
                  <a:gd name="T17" fmla="*/ 405 h 301"/>
                  <a:gd name="T18" fmla="*/ 298 w 3273"/>
                  <a:gd name="T19" fmla="*/ 473 h 301"/>
                  <a:gd name="T20" fmla="*/ 315 w 3273"/>
                  <a:gd name="T21" fmla="*/ 434 h 301"/>
                  <a:gd name="T22" fmla="*/ 336 w 3273"/>
                  <a:gd name="T23" fmla="*/ 304 h 301"/>
                  <a:gd name="T24" fmla="*/ 395 w 3273"/>
                  <a:gd name="T25" fmla="*/ 405 h 301"/>
                  <a:gd name="T26" fmla="*/ 468 w 3273"/>
                  <a:gd name="T27" fmla="*/ 336 h 301"/>
                  <a:gd name="T28" fmla="*/ 544 w 3273"/>
                  <a:gd name="T29" fmla="*/ 304 h 301"/>
                  <a:gd name="T30" fmla="*/ 587 w 3273"/>
                  <a:gd name="T31" fmla="*/ 336 h 301"/>
                  <a:gd name="T32" fmla="*/ 599 w 3273"/>
                  <a:gd name="T33" fmla="*/ 370 h 301"/>
                  <a:gd name="T34" fmla="*/ 633 w 3273"/>
                  <a:gd name="T35" fmla="*/ 237 h 301"/>
                  <a:gd name="T36" fmla="*/ 658 w 3273"/>
                  <a:gd name="T37" fmla="*/ 201 h 301"/>
                  <a:gd name="T38" fmla="*/ 671 w 3273"/>
                  <a:gd name="T39" fmla="*/ 269 h 301"/>
                  <a:gd name="T40" fmla="*/ 697 w 3273"/>
                  <a:gd name="T41" fmla="*/ 336 h 301"/>
                  <a:gd name="T42" fmla="*/ 769 w 3273"/>
                  <a:gd name="T43" fmla="*/ 269 h 301"/>
                  <a:gd name="T44" fmla="*/ 782 w 3273"/>
                  <a:gd name="T45" fmla="*/ 304 h 301"/>
                  <a:gd name="T46" fmla="*/ 834 w 3273"/>
                  <a:gd name="T47" fmla="*/ 169 h 301"/>
                  <a:gd name="T48" fmla="*/ 888 w 3273"/>
                  <a:gd name="T49" fmla="*/ 304 h 301"/>
                  <a:gd name="T50" fmla="*/ 902 w 3273"/>
                  <a:gd name="T51" fmla="*/ 169 h 301"/>
                  <a:gd name="T52" fmla="*/ 973 w 3273"/>
                  <a:gd name="T53" fmla="*/ 269 h 301"/>
                  <a:gd name="T54" fmla="*/ 1029 w 3273"/>
                  <a:gd name="T55" fmla="*/ 169 h 301"/>
                  <a:gd name="T56" fmla="*/ 1080 w 3273"/>
                  <a:gd name="T57" fmla="*/ 269 h 301"/>
                  <a:gd name="T58" fmla="*/ 1165 w 3273"/>
                  <a:gd name="T59" fmla="*/ 269 h 301"/>
                  <a:gd name="T60" fmla="*/ 1012 w 3273"/>
                  <a:gd name="T61" fmla="*/ 573 h 301"/>
                  <a:gd name="T62" fmla="*/ 892 w 3273"/>
                  <a:gd name="T63" fmla="*/ 642 h 301"/>
                  <a:gd name="T64" fmla="*/ 710 w 3273"/>
                  <a:gd name="T65" fmla="*/ 642 h 301"/>
                  <a:gd name="T66" fmla="*/ 480 w 3273"/>
                  <a:gd name="T67" fmla="*/ 674 h 301"/>
                  <a:gd name="T68" fmla="*/ 349 w 3273"/>
                  <a:gd name="T69" fmla="*/ 608 h 301"/>
                  <a:gd name="T70" fmla="*/ 0 w 3273"/>
                  <a:gd name="T71" fmla="*/ 573 h 301"/>
                  <a:gd name="T72" fmla="*/ 16 w 3273"/>
                  <a:gd name="T73" fmla="*/ 237 h 301"/>
                  <a:gd name="T74" fmla="*/ 42 w 3273"/>
                  <a:gd name="T75" fmla="*/ 169 h 30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273"/>
                  <a:gd name="T115" fmla="*/ 0 h 301"/>
                  <a:gd name="T116" fmla="*/ 3273 w 3273"/>
                  <a:gd name="T117" fmla="*/ 301 h 30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273" h="301">
                    <a:moveTo>
                      <a:pt x="12" y="163"/>
                    </a:moveTo>
                    <a:cubicBezTo>
                      <a:pt x="31" y="107"/>
                      <a:pt x="9" y="141"/>
                      <a:pt x="59" y="116"/>
                    </a:cubicBezTo>
                    <a:cubicBezTo>
                      <a:pt x="71" y="110"/>
                      <a:pt x="81" y="99"/>
                      <a:pt x="94" y="93"/>
                    </a:cubicBezTo>
                    <a:cubicBezTo>
                      <a:pt x="116" y="83"/>
                      <a:pt x="164" y="70"/>
                      <a:pt x="164" y="70"/>
                    </a:cubicBezTo>
                    <a:cubicBezTo>
                      <a:pt x="278" y="79"/>
                      <a:pt x="301" y="74"/>
                      <a:pt x="387" y="116"/>
                    </a:cubicBezTo>
                    <a:cubicBezTo>
                      <a:pt x="426" y="112"/>
                      <a:pt x="465" y="112"/>
                      <a:pt x="504" y="105"/>
                    </a:cubicBezTo>
                    <a:cubicBezTo>
                      <a:pt x="528" y="100"/>
                      <a:pt x="574" y="81"/>
                      <a:pt x="574" y="81"/>
                    </a:cubicBezTo>
                    <a:cubicBezTo>
                      <a:pt x="613" y="89"/>
                      <a:pt x="654" y="92"/>
                      <a:pt x="691" y="105"/>
                    </a:cubicBezTo>
                    <a:cubicBezTo>
                      <a:pt x="709" y="112"/>
                      <a:pt x="720" y="131"/>
                      <a:pt x="738" y="140"/>
                    </a:cubicBezTo>
                    <a:cubicBezTo>
                      <a:pt x="763" y="152"/>
                      <a:pt x="793" y="154"/>
                      <a:pt x="820" y="163"/>
                    </a:cubicBezTo>
                    <a:cubicBezTo>
                      <a:pt x="836" y="159"/>
                      <a:pt x="854" y="160"/>
                      <a:pt x="867" y="151"/>
                    </a:cubicBezTo>
                    <a:cubicBezTo>
                      <a:pt x="967" y="84"/>
                      <a:pt x="815" y="140"/>
                      <a:pt x="925" y="105"/>
                    </a:cubicBezTo>
                    <a:cubicBezTo>
                      <a:pt x="980" y="115"/>
                      <a:pt x="1034" y="129"/>
                      <a:pt x="1089" y="140"/>
                    </a:cubicBezTo>
                    <a:cubicBezTo>
                      <a:pt x="1150" y="76"/>
                      <a:pt x="1211" y="98"/>
                      <a:pt x="1288" y="116"/>
                    </a:cubicBezTo>
                    <a:cubicBezTo>
                      <a:pt x="1356" y="163"/>
                      <a:pt x="1427" y="128"/>
                      <a:pt x="1499" y="105"/>
                    </a:cubicBezTo>
                    <a:cubicBezTo>
                      <a:pt x="1538" y="109"/>
                      <a:pt x="1577" y="110"/>
                      <a:pt x="1616" y="116"/>
                    </a:cubicBezTo>
                    <a:cubicBezTo>
                      <a:pt x="1628" y="118"/>
                      <a:pt x="1639" y="131"/>
                      <a:pt x="1651" y="128"/>
                    </a:cubicBezTo>
                    <a:cubicBezTo>
                      <a:pt x="1685" y="119"/>
                      <a:pt x="1711" y="93"/>
                      <a:pt x="1744" y="81"/>
                    </a:cubicBezTo>
                    <a:cubicBezTo>
                      <a:pt x="1767" y="73"/>
                      <a:pt x="1791" y="74"/>
                      <a:pt x="1815" y="70"/>
                    </a:cubicBezTo>
                    <a:cubicBezTo>
                      <a:pt x="1827" y="78"/>
                      <a:pt x="1837" y="87"/>
                      <a:pt x="1850" y="93"/>
                    </a:cubicBezTo>
                    <a:cubicBezTo>
                      <a:pt x="1872" y="103"/>
                      <a:pt x="1920" y="116"/>
                      <a:pt x="1920" y="116"/>
                    </a:cubicBezTo>
                    <a:cubicBezTo>
                      <a:pt x="2088" y="61"/>
                      <a:pt x="2012" y="53"/>
                      <a:pt x="2119" y="93"/>
                    </a:cubicBezTo>
                    <a:cubicBezTo>
                      <a:pt x="2131" y="97"/>
                      <a:pt x="2142" y="101"/>
                      <a:pt x="2154" y="105"/>
                    </a:cubicBezTo>
                    <a:cubicBezTo>
                      <a:pt x="2208" y="94"/>
                      <a:pt x="2242" y="71"/>
                      <a:pt x="2295" y="58"/>
                    </a:cubicBezTo>
                    <a:cubicBezTo>
                      <a:pt x="2351" y="70"/>
                      <a:pt x="2396" y="79"/>
                      <a:pt x="2447" y="105"/>
                    </a:cubicBezTo>
                    <a:cubicBezTo>
                      <a:pt x="2459" y="89"/>
                      <a:pt x="2463" y="62"/>
                      <a:pt x="2482" y="58"/>
                    </a:cubicBezTo>
                    <a:cubicBezTo>
                      <a:pt x="2533" y="46"/>
                      <a:pt x="2630" y="79"/>
                      <a:pt x="2681" y="93"/>
                    </a:cubicBezTo>
                    <a:cubicBezTo>
                      <a:pt x="2774" y="31"/>
                      <a:pt x="2723" y="42"/>
                      <a:pt x="2833" y="58"/>
                    </a:cubicBezTo>
                    <a:cubicBezTo>
                      <a:pt x="2880" y="89"/>
                      <a:pt x="2918" y="112"/>
                      <a:pt x="2974" y="93"/>
                    </a:cubicBezTo>
                    <a:cubicBezTo>
                      <a:pt x="3035" y="0"/>
                      <a:pt x="3120" y="63"/>
                      <a:pt x="3208" y="93"/>
                    </a:cubicBezTo>
                    <a:cubicBezTo>
                      <a:pt x="3273" y="301"/>
                      <a:pt x="2920" y="190"/>
                      <a:pt x="2786" y="198"/>
                    </a:cubicBezTo>
                    <a:cubicBezTo>
                      <a:pt x="2677" y="205"/>
                      <a:pt x="2568" y="214"/>
                      <a:pt x="2459" y="222"/>
                    </a:cubicBezTo>
                    <a:cubicBezTo>
                      <a:pt x="2255" y="206"/>
                      <a:pt x="2141" y="198"/>
                      <a:pt x="1955" y="222"/>
                    </a:cubicBezTo>
                    <a:cubicBezTo>
                      <a:pt x="1462" y="197"/>
                      <a:pt x="2014" y="217"/>
                      <a:pt x="1323" y="233"/>
                    </a:cubicBezTo>
                    <a:cubicBezTo>
                      <a:pt x="1202" y="236"/>
                      <a:pt x="1081" y="212"/>
                      <a:pt x="960" y="210"/>
                    </a:cubicBezTo>
                    <a:cubicBezTo>
                      <a:pt x="640" y="204"/>
                      <a:pt x="320" y="202"/>
                      <a:pt x="0" y="198"/>
                    </a:cubicBezTo>
                    <a:cubicBezTo>
                      <a:pt x="8" y="168"/>
                      <a:pt x="17" y="101"/>
                      <a:pt x="47" y="81"/>
                    </a:cubicBezTo>
                    <a:cubicBezTo>
                      <a:pt x="68" y="68"/>
                      <a:pt x="95" y="69"/>
                      <a:pt x="117" y="58"/>
                    </a:cubicBezTo>
                  </a:path>
                </a:pathLst>
              </a:custGeom>
              <a:solidFill>
                <a:srgbClr val="CCECFF"/>
              </a:solidFill>
              <a:ln w="12700" cap="sq" cmpd="sng">
                <a:solidFill>
                  <a:schemeClr val="tx1"/>
                </a:solidFill>
                <a:round/>
                <a:headEnd/>
                <a:tailEnd/>
              </a:ln>
            </p:spPr>
            <p:txBody>
              <a:bodyPr anchor="ctr">
                <a:spAutoFit/>
              </a:bodyPr>
              <a:lstStyle/>
              <a:p>
                <a:endParaRPr lang="zh-CN" altLang="en-US"/>
              </a:p>
            </p:txBody>
          </p:sp>
          <p:grpSp>
            <p:nvGrpSpPr>
              <p:cNvPr id="47144" name="Group 26"/>
              <p:cNvGrpSpPr>
                <a:grpSpLocks/>
              </p:cNvGrpSpPr>
              <p:nvPr/>
            </p:nvGrpSpPr>
            <p:grpSpPr bwMode="auto">
              <a:xfrm>
                <a:off x="528" y="0"/>
                <a:ext cx="679" cy="614"/>
                <a:chOff x="0" y="0"/>
                <a:chExt cx="679" cy="614"/>
              </a:xfrm>
            </p:grpSpPr>
            <p:graphicFrame>
              <p:nvGraphicFramePr>
                <p:cNvPr id="47146" name="Object 27"/>
                <p:cNvGraphicFramePr>
                  <a:graphicFrameLocks noChangeAspect="1"/>
                </p:cNvGraphicFramePr>
                <p:nvPr/>
              </p:nvGraphicFramePr>
              <p:xfrm>
                <a:off x="0" y="0"/>
                <a:ext cx="401" cy="614"/>
              </p:xfrm>
              <a:graphic>
                <a:graphicData uri="http://schemas.openxmlformats.org/presentationml/2006/ole">
                  <p:oleObj spid="_x0000_s47174" r:id="rId8" imgW="1076249" imgH="1632204" progId="">
                    <p:embed/>
                  </p:oleObj>
                </a:graphicData>
              </a:graphic>
            </p:graphicFrame>
            <p:sp>
              <p:nvSpPr>
                <p:cNvPr id="47147" name="Line 28"/>
                <p:cNvSpPr>
                  <a:spLocks noChangeShapeType="1"/>
                </p:cNvSpPr>
                <p:nvPr/>
              </p:nvSpPr>
              <p:spPr bwMode="auto">
                <a:xfrm>
                  <a:off x="324" y="240"/>
                  <a:ext cx="355" cy="0"/>
                </a:xfrm>
                <a:prstGeom prst="line">
                  <a:avLst/>
                </a:prstGeom>
                <a:noFill/>
                <a:ln w="76200" cap="sq">
                  <a:solidFill>
                    <a:schemeClr val="tx2"/>
                  </a:solidFill>
                  <a:round/>
                  <a:headEnd/>
                  <a:tailEnd type="triangle" w="sm" len="sm"/>
                </a:ln>
                <a:extLst>
                  <a:ext uri="{909E8E84-426E-40DD-AFC4-6F175D3DCCD1}">
                    <a14:hiddenFill xmlns:a14="http://schemas.microsoft.com/office/drawing/2010/main" xmlns="">
                      <a:noFill/>
                    </a14:hiddenFill>
                  </a:ext>
                </a:extLst>
              </p:spPr>
              <p:txBody>
                <a:bodyPr anchor="ctr">
                  <a:spAutoFit/>
                </a:bodyPr>
                <a:lstStyle/>
                <a:p>
                  <a:endParaRPr lang="zh-CN" altLang="en-US"/>
                </a:p>
              </p:txBody>
            </p:sp>
          </p:grpSp>
          <p:sp>
            <p:nvSpPr>
              <p:cNvPr id="47145" name="Line 29"/>
              <p:cNvSpPr>
                <a:spLocks noChangeShapeType="1"/>
              </p:cNvSpPr>
              <p:nvPr/>
            </p:nvSpPr>
            <p:spPr bwMode="auto">
              <a:xfrm flipH="1">
                <a:off x="1008" y="720"/>
                <a:ext cx="394" cy="0"/>
              </a:xfrm>
              <a:prstGeom prst="line">
                <a:avLst/>
              </a:prstGeom>
              <a:noFill/>
              <a:ln w="76200" cap="sq">
                <a:solidFill>
                  <a:schemeClr val="tx2"/>
                </a:solidFill>
                <a:round/>
                <a:headEnd/>
                <a:tailEnd type="triangle" w="sm" len="sm"/>
              </a:ln>
              <a:extLst>
                <a:ext uri="{909E8E84-426E-40DD-AFC4-6F175D3DCCD1}">
                  <a14:hiddenFill xmlns:a14="http://schemas.microsoft.com/office/drawing/2010/main" xmlns="">
                    <a:noFill/>
                  </a14:hiddenFill>
                </a:ext>
              </a:extLst>
            </p:spPr>
            <p:txBody>
              <a:bodyPr anchor="ctr">
                <a:spAutoFit/>
              </a:bodyPr>
              <a:lstStyle/>
              <a:p>
                <a:endParaRPr lang="zh-CN" altLang="en-US"/>
              </a:p>
            </p:txBody>
          </p:sp>
        </p:grpSp>
      </p:grpSp>
      <p:grpSp>
        <p:nvGrpSpPr>
          <p:cNvPr id="7" name="Group 30"/>
          <p:cNvGrpSpPr>
            <a:grpSpLocks/>
          </p:cNvGrpSpPr>
          <p:nvPr/>
        </p:nvGrpSpPr>
        <p:grpSpPr bwMode="auto">
          <a:xfrm>
            <a:off x="3667125" y="1524000"/>
            <a:ext cx="5227638" cy="1263650"/>
            <a:chOff x="0" y="144"/>
            <a:chExt cx="3168" cy="1468"/>
          </a:xfrm>
        </p:grpSpPr>
        <p:sp>
          <p:nvSpPr>
            <p:cNvPr id="47120" name="Rectangle 31"/>
            <p:cNvSpPr>
              <a:spLocks noChangeArrowheads="1"/>
            </p:cNvSpPr>
            <p:nvPr/>
          </p:nvSpPr>
          <p:spPr bwMode="auto">
            <a:xfrm>
              <a:off x="0" y="420"/>
              <a:ext cx="3168" cy="455"/>
            </a:xfrm>
            <a:prstGeom prst="rect">
              <a:avLst/>
            </a:prstGeom>
            <a:solidFill>
              <a:srgbClr val="FF9933"/>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endParaRPr lang="zh-CN" altLang="en-US"/>
            </a:p>
          </p:txBody>
        </p:sp>
        <p:grpSp>
          <p:nvGrpSpPr>
            <p:cNvPr id="47121" name="Group 32"/>
            <p:cNvGrpSpPr>
              <a:grpSpLocks/>
            </p:cNvGrpSpPr>
            <p:nvPr/>
          </p:nvGrpSpPr>
          <p:grpSpPr bwMode="auto">
            <a:xfrm>
              <a:off x="48" y="144"/>
              <a:ext cx="3120" cy="1468"/>
              <a:chOff x="0" y="0"/>
              <a:chExt cx="3120" cy="1468"/>
            </a:xfrm>
          </p:grpSpPr>
          <p:sp>
            <p:nvSpPr>
              <p:cNvPr id="47122" name="未知"/>
              <p:cNvSpPr>
                <a:spLocks/>
              </p:cNvSpPr>
              <p:nvPr/>
            </p:nvSpPr>
            <p:spPr bwMode="auto">
              <a:xfrm>
                <a:off x="336" y="545"/>
                <a:ext cx="2784" cy="455"/>
              </a:xfrm>
              <a:custGeom>
                <a:avLst/>
                <a:gdLst>
                  <a:gd name="T0" fmla="*/ 4 w 3273"/>
                  <a:gd name="T1" fmla="*/ 115 h 301"/>
                  <a:gd name="T2" fmla="*/ 19 w 3273"/>
                  <a:gd name="T3" fmla="*/ 80 h 301"/>
                  <a:gd name="T4" fmla="*/ 31 w 3273"/>
                  <a:gd name="T5" fmla="*/ 67 h 301"/>
                  <a:gd name="T6" fmla="*/ 52 w 3273"/>
                  <a:gd name="T7" fmla="*/ 48 h 301"/>
                  <a:gd name="T8" fmla="*/ 124 w 3273"/>
                  <a:gd name="T9" fmla="*/ 80 h 301"/>
                  <a:gd name="T10" fmla="*/ 162 w 3273"/>
                  <a:gd name="T11" fmla="*/ 73 h 301"/>
                  <a:gd name="T12" fmla="*/ 185 w 3273"/>
                  <a:gd name="T13" fmla="*/ 54 h 301"/>
                  <a:gd name="T14" fmla="*/ 223 w 3273"/>
                  <a:gd name="T15" fmla="*/ 73 h 301"/>
                  <a:gd name="T16" fmla="*/ 237 w 3273"/>
                  <a:gd name="T17" fmla="*/ 95 h 301"/>
                  <a:gd name="T18" fmla="*/ 264 w 3273"/>
                  <a:gd name="T19" fmla="*/ 115 h 301"/>
                  <a:gd name="T20" fmla="*/ 278 w 3273"/>
                  <a:gd name="T21" fmla="*/ 107 h 301"/>
                  <a:gd name="T22" fmla="*/ 298 w 3273"/>
                  <a:gd name="T23" fmla="*/ 73 h 301"/>
                  <a:gd name="T24" fmla="*/ 351 w 3273"/>
                  <a:gd name="T25" fmla="*/ 95 h 301"/>
                  <a:gd name="T26" fmla="*/ 415 w 3273"/>
                  <a:gd name="T27" fmla="*/ 80 h 301"/>
                  <a:gd name="T28" fmla="*/ 483 w 3273"/>
                  <a:gd name="T29" fmla="*/ 73 h 301"/>
                  <a:gd name="T30" fmla="*/ 521 w 3273"/>
                  <a:gd name="T31" fmla="*/ 80 h 301"/>
                  <a:gd name="T32" fmla="*/ 532 w 3273"/>
                  <a:gd name="T33" fmla="*/ 89 h 301"/>
                  <a:gd name="T34" fmla="*/ 562 w 3273"/>
                  <a:gd name="T35" fmla="*/ 54 h 301"/>
                  <a:gd name="T36" fmla="*/ 584 w 3273"/>
                  <a:gd name="T37" fmla="*/ 48 h 301"/>
                  <a:gd name="T38" fmla="*/ 596 w 3273"/>
                  <a:gd name="T39" fmla="*/ 67 h 301"/>
                  <a:gd name="T40" fmla="*/ 618 w 3273"/>
                  <a:gd name="T41" fmla="*/ 80 h 301"/>
                  <a:gd name="T42" fmla="*/ 682 w 3273"/>
                  <a:gd name="T43" fmla="*/ 67 h 301"/>
                  <a:gd name="T44" fmla="*/ 694 w 3273"/>
                  <a:gd name="T45" fmla="*/ 73 h 301"/>
                  <a:gd name="T46" fmla="*/ 739 w 3273"/>
                  <a:gd name="T47" fmla="*/ 39 h 301"/>
                  <a:gd name="T48" fmla="*/ 789 w 3273"/>
                  <a:gd name="T49" fmla="*/ 73 h 301"/>
                  <a:gd name="T50" fmla="*/ 800 w 3273"/>
                  <a:gd name="T51" fmla="*/ 39 h 301"/>
                  <a:gd name="T52" fmla="*/ 863 w 3273"/>
                  <a:gd name="T53" fmla="*/ 67 h 301"/>
                  <a:gd name="T54" fmla="*/ 913 w 3273"/>
                  <a:gd name="T55" fmla="*/ 39 h 301"/>
                  <a:gd name="T56" fmla="*/ 958 w 3273"/>
                  <a:gd name="T57" fmla="*/ 67 h 301"/>
                  <a:gd name="T58" fmla="*/ 1033 w 3273"/>
                  <a:gd name="T59" fmla="*/ 67 h 301"/>
                  <a:gd name="T60" fmla="*/ 898 w 3273"/>
                  <a:gd name="T61" fmla="*/ 138 h 301"/>
                  <a:gd name="T62" fmla="*/ 792 w 3273"/>
                  <a:gd name="T63" fmla="*/ 156 h 301"/>
                  <a:gd name="T64" fmla="*/ 630 w 3273"/>
                  <a:gd name="T65" fmla="*/ 156 h 301"/>
                  <a:gd name="T66" fmla="*/ 426 w 3273"/>
                  <a:gd name="T67" fmla="*/ 162 h 301"/>
                  <a:gd name="T68" fmla="*/ 310 w 3273"/>
                  <a:gd name="T69" fmla="*/ 148 h 301"/>
                  <a:gd name="T70" fmla="*/ 0 w 3273"/>
                  <a:gd name="T71" fmla="*/ 138 h 301"/>
                  <a:gd name="T72" fmla="*/ 15 w 3273"/>
                  <a:gd name="T73" fmla="*/ 54 h 301"/>
                  <a:gd name="T74" fmla="*/ 37 w 3273"/>
                  <a:gd name="T75" fmla="*/ 39 h 30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273"/>
                  <a:gd name="T115" fmla="*/ 0 h 301"/>
                  <a:gd name="T116" fmla="*/ 3273 w 3273"/>
                  <a:gd name="T117" fmla="*/ 301 h 30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273" h="301">
                    <a:moveTo>
                      <a:pt x="12" y="163"/>
                    </a:moveTo>
                    <a:cubicBezTo>
                      <a:pt x="31" y="107"/>
                      <a:pt x="9" y="141"/>
                      <a:pt x="59" y="116"/>
                    </a:cubicBezTo>
                    <a:cubicBezTo>
                      <a:pt x="71" y="110"/>
                      <a:pt x="81" y="99"/>
                      <a:pt x="94" y="93"/>
                    </a:cubicBezTo>
                    <a:cubicBezTo>
                      <a:pt x="116" y="83"/>
                      <a:pt x="164" y="70"/>
                      <a:pt x="164" y="70"/>
                    </a:cubicBezTo>
                    <a:cubicBezTo>
                      <a:pt x="278" y="79"/>
                      <a:pt x="301" y="74"/>
                      <a:pt x="387" y="116"/>
                    </a:cubicBezTo>
                    <a:cubicBezTo>
                      <a:pt x="426" y="112"/>
                      <a:pt x="465" y="112"/>
                      <a:pt x="504" y="105"/>
                    </a:cubicBezTo>
                    <a:cubicBezTo>
                      <a:pt x="528" y="100"/>
                      <a:pt x="574" y="81"/>
                      <a:pt x="574" y="81"/>
                    </a:cubicBezTo>
                    <a:cubicBezTo>
                      <a:pt x="613" y="89"/>
                      <a:pt x="654" y="92"/>
                      <a:pt x="691" y="105"/>
                    </a:cubicBezTo>
                    <a:cubicBezTo>
                      <a:pt x="709" y="112"/>
                      <a:pt x="720" y="131"/>
                      <a:pt x="738" y="140"/>
                    </a:cubicBezTo>
                    <a:cubicBezTo>
                      <a:pt x="763" y="152"/>
                      <a:pt x="793" y="154"/>
                      <a:pt x="820" y="163"/>
                    </a:cubicBezTo>
                    <a:cubicBezTo>
                      <a:pt x="836" y="159"/>
                      <a:pt x="854" y="160"/>
                      <a:pt x="867" y="151"/>
                    </a:cubicBezTo>
                    <a:cubicBezTo>
                      <a:pt x="967" y="84"/>
                      <a:pt x="815" y="140"/>
                      <a:pt x="925" y="105"/>
                    </a:cubicBezTo>
                    <a:cubicBezTo>
                      <a:pt x="980" y="115"/>
                      <a:pt x="1034" y="129"/>
                      <a:pt x="1089" y="140"/>
                    </a:cubicBezTo>
                    <a:cubicBezTo>
                      <a:pt x="1150" y="76"/>
                      <a:pt x="1211" y="98"/>
                      <a:pt x="1288" y="116"/>
                    </a:cubicBezTo>
                    <a:cubicBezTo>
                      <a:pt x="1356" y="163"/>
                      <a:pt x="1427" y="128"/>
                      <a:pt x="1499" y="105"/>
                    </a:cubicBezTo>
                    <a:cubicBezTo>
                      <a:pt x="1538" y="109"/>
                      <a:pt x="1577" y="110"/>
                      <a:pt x="1616" y="116"/>
                    </a:cubicBezTo>
                    <a:cubicBezTo>
                      <a:pt x="1628" y="118"/>
                      <a:pt x="1639" y="131"/>
                      <a:pt x="1651" y="128"/>
                    </a:cubicBezTo>
                    <a:cubicBezTo>
                      <a:pt x="1685" y="119"/>
                      <a:pt x="1711" y="93"/>
                      <a:pt x="1744" y="81"/>
                    </a:cubicBezTo>
                    <a:cubicBezTo>
                      <a:pt x="1767" y="73"/>
                      <a:pt x="1791" y="74"/>
                      <a:pt x="1815" y="70"/>
                    </a:cubicBezTo>
                    <a:cubicBezTo>
                      <a:pt x="1827" y="78"/>
                      <a:pt x="1837" y="87"/>
                      <a:pt x="1850" y="93"/>
                    </a:cubicBezTo>
                    <a:cubicBezTo>
                      <a:pt x="1872" y="103"/>
                      <a:pt x="1920" y="116"/>
                      <a:pt x="1920" y="116"/>
                    </a:cubicBezTo>
                    <a:cubicBezTo>
                      <a:pt x="2088" y="61"/>
                      <a:pt x="2012" y="53"/>
                      <a:pt x="2119" y="93"/>
                    </a:cubicBezTo>
                    <a:cubicBezTo>
                      <a:pt x="2131" y="97"/>
                      <a:pt x="2142" y="101"/>
                      <a:pt x="2154" y="105"/>
                    </a:cubicBezTo>
                    <a:cubicBezTo>
                      <a:pt x="2208" y="94"/>
                      <a:pt x="2242" y="71"/>
                      <a:pt x="2295" y="58"/>
                    </a:cubicBezTo>
                    <a:cubicBezTo>
                      <a:pt x="2351" y="70"/>
                      <a:pt x="2396" y="79"/>
                      <a:pt x="2447" y="105"/>
                    </a:cubicBezTo>
                    <a:cubicBezTo>
                      <a:pt x="2459" y="89"/>
                      <a:pt x="2463" y="62"/>
                      <a:pt x="2482" y="58"/>
                    </a:cubicBezTo>
                    <a:cubicBezTo>
                      <a:pt x="2533" y="46"/>
                      <a:pt x="2630" y="79"/>
                      <a:pt x="2681" y="93"/>
                    </a:cubicBezTo>
                    <a:cubicBezTo>
                      <a:pt x="2774" y="31"/>
                      <a:pt x="2723" y="42"/>
                      <a:pt x="2833" y="58"/>
                    </a:cubicBezTo>
                    <a:cubicBezTo>
                      <a:pt x="2880" y="89"/>
                      <a:pt x="2918" y="112"/>
                      <a:pt x="2974" y="93"/>
                    </a:cubicBezTo>
                    <a:cubicBezTo>
                      <a:pt x="3035" y="0"/>
                      <a:pt x="3120" y="63"/>
                      <a:pt x="3208" y="93"/>
                    </a:cubicBezTo>
                    <a:cubicBezTo>
                      <a:pt x="3273" y="301"/>
                      <a:pt x="2920" y="190"/>
                      <a:pt x="2786" y="198"/>
                    </a:cubicBezTo>
                    <a:cubicBezTo>
                      <a:pt x="2677" y="205"/>
                      <a:pt x="2568" y="214"/>
                      <a:pt x="2459" y="222"/>
                    </a:cubicBezTo>
                    <a:cubicBezTo>
                      <a:pt x="2255" y="206"/>
                      <a:pt x="2141" y="198"/>
                      <a:pt x="1955" y="222"/>
                    </a:cubicBezTo>
                    <a:cubicBezTo>
                      <a:pt x="1462" y="197"/>
                      <a:pt x="2014" y="217"/>
                      <a:pt x="1323" y="233"/>
                    </a:cubicBezTo>
                    <a:cubicBezTo>
                      <a:pt x="1202" y="236"/>
                      <a:pt x="1081" y="212"/>
                      <a:pt x="960" y="210"/>
                    </a:cubicBezTo>
                    <a:cubicBezTo>
                      <a:pt x="640" y="204"/>
                      <a:pt x="320" y="202"/>
                      <a:pt x="0" y="198"/>
                    </a:cubicBezTo>
                    <a:cubicBezTo>
                      <a:pt x="8" y="168"/>
                      <a:pt x="17" y="101"/>
                      <a:pt x="47" y="81"/>
                    </a:cubicBezTo>
                    <a:cubicBezTo>
                      <a:pt x="68" y="68"/>
                      <a:pt x="95" y="69"/>
                      <a:pt x="117" y="58"/>
                    </a:cubicBezTo>
                  </a:path>
                </a:pathLst>
              </a:custGeom>
              <a:solidFill>
                <a:srgbClr val="CCECFF"/>
              </a:solidFill>
              <a:ln w="12700" cap="sq" cmpd="sng">
                <a:solidFill>
                  <a:schemeClr val="tx1"/>
                </a:solidFill>
                <a:round/>
                <a:headEnd/>
                <a:tailEnd/>
              </a:ln>
            </p:spPr>
            <p:txBody>
              <a:bodyPr anchor="ctr">
                <a:spAutoFit/>
              </a:bodyPr>
              <a:lstStyle/>
              <a:p>
                <a:endParaRPr lang="zh-CN" altLang="en-US"/>
              </a:p>
            </p:txBody>
          </p:sp>
          <p:grpSp>
            <p:nvGrpSpPr>
              <p:cNvPr id="47123" name="Group 34"/>
              <p:cNvGrpSpPr>
                <a:grpSpLocks/>
              </p:cNvGrpSpPr>
              <p:nvPr/>
            </p:nvGrpSpPr>
            <p:grpSpPr bwMode="auto">
              <a:xfrm>
                <a:off x="0" y="115"/>
                <a:ext cx="2448" cy="1353"/>
                <a:chOff x="0" y="-365"/>
                <a:chExt cx="2448" cy="1353"/>
              </a:xfrm>
            </p:grpSpPr>
            <p:grpSp>
              <p:nvGrpSpPr>
                <p:cNvPr id="47133" name="Group 35"/>
                <p:cNvGrpSpPr>
                  <a:grpSpLocks/>
                </p:cNvGrpSpPr>
                <p:nvPr/>
              </p:nvGrpSpPr>
              <p:grpSpPr bwMode="auto">
                <a:xfrm>
                  <a:off x="0" y="-365"/>
                  <a:ext cx="2448" cy="1353"/>
                  <a:chOff x="0" y="-668"/>
                  <a:chExt cx="2304" cy="1624"/>
                </a:xfrm>
              </p:grpSpPr>
              <p:sp>
                <p:nvSpPr>
                  <p:cNvPr id="47135" name="AutoShape 36"/>
                  <p:cNvSpPr>
                    <a:spLocks noChangeArrowheads="1"/>
                  </p:cNvSpPr>
                  <p:nvPr/>
                </p:nvSpPr>
                <p:spPr bwMode="auto">
                  <a:xfrm flipH="1" flipV="1">
                    <a:off x="0" y="-668"/>
                    <a:ext cx="528" cy="1624"/>
                  </a:xfrm>
                  <a:prstGeom prst="rtTriangle">
                    <a:avLst/>
                  </a:prstGeom>
                  <a:solidFill>
                    <a:srgbClr val="FFCC00"/>
                  </a:solidFill>
                  <a:ln w="9525">
                    <a:miter lim="800000"/>
                    <a:headEnd/>
                    <a:tailEnd/>
                  </a:ln>
                  <a:scene3d>
                    <a:camera prst="legacyObliqueTopRight">
                      <a:rot lat="0" lon="300000" rev="0"/>
                    </a:camera>
                    <a:lightRig rig="legacyFlat3" dir="b"/>
                  </a:scene3d>
                  <a:sp3d extrusionH="430200" prstMaterial="legacyMatte">
                    <a:bevelT w="13500" h="13500" prst="angle"/>
                    <a:bevelB w="13500" h="13500" prst="angle"/>
                    <a:extrusionClr>
                      <a:srgbClr val="FFCC00"/>
                    </a:extrusionClr>
                  </a:sp3d>
                </p:spPr>
                <p:txBody>
                  <a:bodyPr anchor="ctr">
                    <a:spAutoFit/>
                    <a:flatTx/>
                  </a:bodyPr>
                  <a:lstStyle/>
                  <a:p>
                    <a:endParaRPr lang="zh-CN" altLang="en-US"/>
                  </a:p>
                </p:txBody>
              </p:sp>
              <p:sp>
                <p:nvSpPr>
                  <p:cNvPr id="47136" name="Rectangle 37"/>
                  <p:cNvSpPr>
                    <a:spLocks noChangeArrowheads="1"/>
                  </p:cNvSpPr>
                  <p:nvPr/>
                </p:nvSpPr>
                <p:spPr bwMode="auto">
                  <a:xfrm>
                    <a:off x="480" y="-129"/>
                    <a:ext cx="1296" cy="546"/>
                  </a:xfrm>
                  <a:prstGeom prst="rect">
                    <a:avLst/>
                  </a:prstGeom>
                  <a:solidFill>
                    <a:srgbClr val="FFCC00"/>
                  </a:solidFill>
                  <a:ln w="9525">
                    <a:miter lim="800000"/>
                    <a:headEnd/>
                    <a:tailEnd/>
                  </a:ln>
                  <a:scene3d>
                    <a:camera prst="legacyObliqueTopRight">
                      <a:rot lat="21299986" lon="0" rev="0"/>
                    </a:camera>
                    <a:lightRig rig="legacyFlat3" dir="b"/>
                  </a:scene3d>
                  <a:sp3d extrusionH="557200" prstMaterial="legacyMatte">
                    <a:bevelT w="13500" h="13500" prst="angle"/>
                    <a:bevelB w="13500" h="13500" prst="angle"/>
                    <a:extrusionClr>
                      <a:srgbClr val="FFCC00"/>
                    </a:extrusionClr>
                  </a:sp3d>
                </p:spPr>
                <p:txBody>
                  <a:bodyPr anchor="ctr">
                    <a:spAutoFit/>
                    <a:flatTx/>
                  </a:bodyPr>
                  <a:lstStyle/>
                  <a:p>
                    <a:endParaRPr lang="zh-CN" altLang="en-US"/>
                  </a:p>
                </p:txBody>
              </p:sp>
              <p:sp>
                <p:nvSpPr>
                  <p:cNvPr id="47137" name="AutoShape 38"/>
                  <p:cNvSpPr>
                    <a:spLocks noChangeArrowheads="1"/>
                  </p:cNvSpPr>
                  <p:nvPr/>
                </p:nvSpPr>
                <p:spPr bwMode="auto">
                  <a:xfrm flipV="1">
                    <a:off x="1776" y="-668"/>
                    <a:ext cx="528" cy="1624"/>
                  </a:xfrm>
                  <a:prstGeom prst="rtTriangle">
                    <a:avLst/>
                  </a:prstGeom>
                  <a:solidFill>
                    <a:srgbClr val="FFCC00"/>
                  </a:solidFill>
                  <a:ln w="9525">
                    <a:miter lim="800000"/>
                    <a:headEnd/>
                    <a:tailEnd/>
                  </a:ln>
                  <a:scene3d>
                    <a:camera prst="legacyObliqueTopRight">
                      <a:rot lat="21299986" lon="21299986" rev="0"/>
                    </a:camera>
                    <a:lightRig rig="legacyFlat3" dir="b"/>
                  </a:scene3d>
                  <a:sp3d extrusionH="608000" prstMaterial="legacyMatte">
                    <a:bevelT w="13500" h="13500" prst="angle"/>
                    <a:bevelB w="13500" h="13500" prst="angle"/>
                    <a:extrusionClr>
                      <a:srgbClr val="FFCC00"/>
                    </a:extrusionClr>
                  </a:sp3d>
                </p:spPr>
                <p:txBody>
                  <a:bodyPr anchor="ctr">
                    <a:spAutoFit/>
                    <a:flatTx/>
                  </a:bodyPr>
                  <a:lstStyle/>
                  <a:p>
                    <a:endParaRPr lang="zh-CN" altLang="en-US"/>
                  </a:p>
                </p:txBody>
              </p:sp>
            </p:grpSp>
            <p:sp>
              <p:nvSpPr>
                <p:cNvPr id="47134" name="Rectangle 39"/>
                <p:cNvSpPr>
                  <a:spLocks noChangeArrowheads="1"/>
                </p:cNvSpPr>
                <p:nvPr/>
              </p:nvSpPr>
              <p:spPr bwMode="auto">
                <a:xfrm>
                  <a:off x="1920" y="-128"/>
                  <a:ext cx="237" cy="455"/>
                </a:xfrm>
                <a:prstGeom prst="rect">
                  <a:avLst/>
                </a:prstGeom>
                <a:solidFill>
                  <a:srgbClr val="FFCC00"/>
                </a:solidFill>
                <a:ln w="9525">
                  <a:miter lim="800000"/>
                  <a:headEnd/>
                  <a:tailEnd/>
                </a:ln>
                <a:scene3d>
                  <a:camera prst="legacyObliqueTopRight">
                    <a:rot lat="21299986" lon="21299986" rev="0"/>
                  </a:camera>
                  <a:lightRig rig="legacyFlat3" dir="b"/>
                </a:scene3d>
                <a:sp3d extrusionH="430200" prstMaterial="legacyMatte">
                  <a:bevelT w="13500" h="13500" prst="angle"/>
                  <a:bevelB w="13500" h="13500" prst="angle"/>
                  <a:extrusionClr>
                    <a:srgbClr val="FFCC00"/>
                  </a:extrusionClr>
                </a:sp3d>
              </p:spPr>
              <p:txBody>
                <a:bodyPr anchor="ctr">
                  <a:spAutoFit/>
                  <a:flatTx/>
                </a:bodyPr>
                <a:lstStyle/>
                <a:p>
                  <a:endParaRPr lang="zh-CN" altLang="en-US"/>
                </a:p>
              </p:txBody>
            </p:sp>
          </p:grpSp>
          <p:sp>
            <p:nvSpPr>
              <p:cNvPr id="47124" name="Line 40"/>
              <p:cNvSpPr>
                <a:spLocks noChangeShapeType="1"/>
              </p:cNvSpPr>
              <p:nvPr/>
            </p:nvSpPr>
            <p:spPr bwMode="auto">
              <a:xfrm>
                <a:off x="528" y="720"/>
                <a:ext cx="1392" cy="0"/>
              </a:xfrm>
              <a:prstGeom prst="line">
                <a:avLst/>
              </a:prstGeom>
              <a:noFill/>
              <a:ln w="12700" cap="sq">
                <a:solidFill>
                  <a:schemeClr val="tx1"/>
                </a:solidFill>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47125" name="Line 41"/>
              <p:cNvSpPr>
                <a:spLocks noChangeShapeType="1"/>
              </p:cNvSpPr>
              <p:nvPr/>
            </p:nvSpPr>
            <p:spPr bwMode="auto">
              <a:xfrm flipV="1">
                <a:off x="1920" y="672"/>
                <a:ext cx="480" cy="48"/>
              </a:xfrm>
              <a:prstGeom prst="line">
                <a:avLst/>
              </a:prstGeom>
              <a:noFill/>
              <a:ln w="12700" cap="sq">
                <a:solidFill>
                  <a:schemeClr val="tx1"/>
                </a:solidFill>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47126" name="Line 42"/>
              <p:cNvSpPr>
                <a:spLocks noChangeShapeType="1"/>
              </p:cNvSpPr>
              <p:nvPr/>
            </p:nvSpPr>
            <p:spPr bwMode="auto">
              <a:xfrm>
                <a:off x="48" y="672"/>
                <a:ext cx="480" cy="48"/>
              </a:xfrm>
              <a:prstGeom prst="line">
                <a:avLst/>
              </a:prstGeom>
              <a:noFill/>
              <a:ln w="12700" cap="sq">
                <a:solidFill>
                  <a:schemeClr val="tx1"/>
                </a:solidFill>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47127" name="Line 43"/>
              <p:cNvSpPr>
                <a:spLocks noChangeShapeType="1"/>
              </p:cNvSpPr>
              <p:nvPr/>
            </p:nvSpPr>
            <p:spPr bwMode="auto">
              <a:xfrm>
                <a:off x="480" y="816"/>
                <a:ext cx="1392" cy="0"/>
              </a:xfrm>
              <a:prstGeom prst="line">
                <a:avLst/>
              </a:prstGeom>
              <a:noFill/>
              <a:ln w="12700" cap="sq">
                <a:solidFill>
                  <a:schemeClr val="tx1"/>
                </a:solidFill>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47128" name="Line 44"/>
              <p:cNvSpPr>
                <a:spLocks noChangeShapeType="1"/>
              </p:cNvSpPr>
              <p:nvPr/>
            </p:nvSpPr>
            <p:spPr bwMode="auto">
              <a:xfrm flipH="1">
                <a:off x="768" y="768"/>
                <a:ext cx="394" cy="0"/>
              </a:xfrm>
              <a:prstGeom prst="line">
                <a:avLst/>
              </a:prstGeom>
              <a:noFill/>
              <a:ln w="76200" cap="sq">
                <a:solidFill>
                  <a:schemeClr val="tx2"/>
                </a:solidFill>
                <a:round/>
                <a:headEnd/>
                <a:tailEnd type="triangle" w="sm" len="sm"/>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47129" name="未知"/>
              <p:cNvSpPr>
                <a:spLocks/>
              </p:cNvSpPr>
              <p:nvPr/>
            </p:nvSpPr>
            <p:spPr bwMode="auto">
              <a:xfrm>
                <a:off x="192" y="636"/>
                <a:ext cx="2832" cy="455"/>
              </a:xfrm>
              <a:custGeom>
                <a:avLst/>
                <a:gdLst>
                  <a:gd name="T0" fmla="*/ 4 w 3273"/>
                  <a:gd name="T1" fmla="*/ 473 h 301"/>
                  <a:gd name="T2" fmla="*/ 22 w 3273"/>
                  <a:gd name="T3" fmla="*/ 336 h 301"/>
                  <a:gd name="T4" fmla="*/ 35 w 3273"/>
                  <a:gd name="T5" fmla="*/ 269 h 301"/>
                  <a:gd name="T6" fmla="*/ 60 w 3273"/>
                  <a:gd name="T7" fmla="*/ 201 h 301"/>
                  <a:gd name="T8" fmla="*/ 141 w 3273"/>
                  <a:gd name="T9" fmla="*/ 336 h 301"/>
                  <a:gd name="T10" fmla="*/ 183 w 3273"/>
                  <a:gd name="T11" fmla="*/ 304 h 301"/>
                  <a:gd name="T12" fmla="*/ 209 w 3273"/>
                  <a:gd name="T13" fmla="*/ 237 h 301"/>
                  <a:gd name="T14" fmla="*/ 251 w 3273"/>
                  <a:gd name="T15" fmla="*/ 304 h 301"/>
                  <a:gd name="T16" fmla="*/ 268 w 3273"/>
                  <a:gd name="T17" fmla="*/ 405 h 301"/>
                  <a:gd name="T18" fmla="*/ 298 w 3273"/>
                  <a:gd name="T19" fmla="*/ 473 h 301"/>
                  <a:gd name="T20" fmla="*/ 315 w 3273"/>
                  <a:gd name="T21" fmla="*/ 434 h 301"/>
                  <a:gd name="T22" fmla="*/ 336 w 3273"/>
                  <a:gd name="T23" fmla="*/ 304 h 301"/>
                  <a:gd name="T24" fmla="*/ 395 w 3273"/>
                  <a:gd name="T25" fmla="*/ 405 h 301"/>
                  <a:gd name="T26" fmla="*/ 468 w 3273"/>
                  <a:gd name="T27" fmla="*/ 336 h 301"/>
                  <a:gd name="T28" fmla="*/ 544 w 3273"/>
                  <a:gd name="T29" fmla="*/ 304 h 301"/>
                  <a:gd name="T30" fmla="*/ 587 w 3273"/>
                  <a:gd name="T31" fmla="*/ 336 h 301"/>
                  <a:gd name="T32" fmla="*/ 599 w 3273"/>
                  <a:gd name="T33" fmla="*/ 370 h 301"/>
                  <a:gd name="T34" fmla="*/ 633 w 3273"/>
                  <a:gd name="T35" fmla="*/ 237 h 301"/>
                  <a:gd name="T36" fmla="*/ 658 w 3273"/>
                  <a:gd name="T37" fmla="*/ 201 h 301"/>
                  <a:gd name="T38" fmla="*/ 671 w 3273"/>
                  <a:gd name="T39" fmla="*/ 269 h 301"/>
                  <a:gd name="T40" fmla="*/ 697 w 3273"/>
                  <a:gd name="T41" fmla="*/ 336 h 301"/>
                  <a:gd name="T42" fmla="*/ 769 w 3273"/>
                  <a:gd name="T43" fmla="*/ 269 h 301"/>
                  <a:gd name="T44" fmla="*/ 782 w 3273"/>
                  <a:gd name="T45" fmla="*/ 304 h 301"/>
                  <a:gd name="T46" fmla="*/ 834 w 3273"/>
                  <a:gd name="T47" fmla="*/ 169 h 301"/>
                  <a:gd name="T48" fmla="*/ 888 w 3273"/>
                  <a:gd name="T49" fmla="*/ 304 h 301"/>
                  <a:gd name="T50" fmla="*/ 902 w 3273"/>
                  <a:gd name="T51" fmla="*/ 169 h 301"/>
                  <a:gd name="T52" fmla="*/ 973 w 3273"/>
                  <a:gd name="T53" fmla="*/ 269 h 301"/>
                  <a:gd name="T54" fmla="*/ 1029 w 3273"/>
                  <a:gd name="T55" fmla="*/ 169 h 301"/>
                  <a:gd name="T56" fmla="*/ 1080 w 3273"/>
                  <a:gd name="T57" fmla="*/ 269 h 301"/>
                  <a:gd name="T58" fmla="*/ 1165 w 3273"/>
                  <a:gd name="T59" fmla="*/ 269 h 301"/>
                  <a:gd name="T60" fmla="*/ 1012 w 3273"/>
                  <a:gd name="T61" fmla="*/ 573 h 301"/>
                  <a:gd name="T62" fmla="*/ 892 w 3273"/>
                  <a:gd name="T63" fmla="*/ 642 h 301"/>
                  <a:gd name="T64" fmla="*/ 710 w 3273"/>
                  <a:gd name="T65" fmla="*/ 642 h 301"/>
                  <a:gd name="T66" fmla="*/ 480 w 3273"/>
                  <a:gd name="T67" fmla="*/ 674 h 301"/>
                  <a:gd name="T68" fmla="*/ 349 w 3273"/>
                  <a:gd name="T69" fmla="*/ 608 h 301"/>
                  <a:gd name="T70" fmla="*/ 0 w 3273"/>
                  <a:gd name="T71" fmla="*/ 573 h 301"/>
                  <a:gd name="T72" fmla="*/ 16 w 3273"/>
                  <a:gd name="T73" fmla="*/ 237 h 301"/>
                  <a:gd name="T74" fmla="*/ 42 w 3273"/>
                  <a:gd name="T75" fmla="*/ 169 h 30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273"/>
                  <a:gd name="T115" fmla="*/ 0 h 301"/>
                  <a:gd name="T116" fmla="*/ 3273 w 3273"/>
                  <a:gd name="T117" fmla="*/ 301 h 30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273" h="301">
                    <a:moveTo>
                      <a:pt x="12" y="163"/>
                    </a:moveTo>
                    <a:cubicBezTo>
                      <a:pt x="31" y="107"/>
                      <a:pt x="9" y="141"/>
                      <a:pt x="59" y="116"/>
                    </a:cubicBezTo>
                    <a:cubicBezTo>
                      <a:pt x="71" y="110"/>
                      <a:pt x="81" y="99"/>
                      <a:pt x="94" y="93"/>
                    </a:cubicBezTo>
                    <a:cubicBezTo>
                      <a:pt x="116" y="83"/>
                      <a:pt x="164" y="70"/>
                      <a:pt x="164" y="70"/>
                    </a:cubicBezTo>
                    <a:cubicBezTo>
                      <a:pt x="278" y="79"/>
                      <a:pt x="301" y="74"/>
                      <a:pt x="387" y="116"/>
                    </a:cubicBezTo>
                    <a:cubicBezTo>
                      <a:pt x="426" y="112"/>
                      <a:pt x="465" y="112"/>
                      <a:pt x="504" y="105"/>
                    </a:cubicBezTo>
                    <a:cubicBezTo>
                      <a:pt x="528" y="100"/>
                      <a:pt x="574" y="81"/>
                      <a:pt x="574" y="81"/>
                    </a:cubicBezTo>
                    <a:cubicBezTo>
                      <a:pt x="613" y="89"/>
                      <a:pt x="654" y="92"/>
                      <a:pt x="691" y="105"/>
                    </a:cubicBezTo>
                    <a:cubicBezTo>
                      <a:pt x="709" y="112"/>
                      <a:pt x="720" y="131"/>
                      <a:pt x="738" y="140"/>
                    </a:cubicBezTo>
                    <a:cubicBezTo>
                      <a:pt x="763" y="152"/>
                      <a:pt x="793" y="154"/>
                      <a:pt x="820" y="163"/>
                    </a:cubicBezTo>
                    <a:cubicBezTo>
                      <a:pt x="836" y="159"/>
                      <a:pt x="854" y="160"/>
                      <a:pt x="867" y="151"/>
                    </a:cubicBezTo>
                    <a:cubicBezTo>
                      <a:pt x="967" y="84"/>
                      <a:pt x="815" y="140"/>
                      <a:pt x="925" y="105"/>
                    </a:cubicBezTo>
                    <a:cubicBezTo>
                      <a:pt x="980" y="115"/>
                      <a:pt x="1034" y="129"/>
                      <a:pt x="1089" y="140"/>
                    </a:cubicBezTo>
                    <a:cubicBezTo>
                      <a:pt x="1150" y="76"/>
                      <a:pt x="1211" y="98"/>
                      <a:pt x="1288" y="116"/>
                    </a:cubicBezTo>
                    <a:cubicBezTo>
                      <a:pt x="1356" y="163"/>
                      <a:pt x="1427" y="128"/>
                      <a:pt x="1499" y="105"/>
                    </a:cubicBezTo>
                    <a:cubicBezTo>
                      <a:pt x="1538" y="109"/>
                      <a:pt x="1577" y="110"/>
                      <a:pt x="1616" y="116"/>
                    </a:cubicBezTo>
                    <a:cubicBezTo>
                      <a:pt x="1628" y="118"/>
                      <a:pt x="1639" y="131"/>
                      <a:pt x="1651" y="128"/>
                    </a:cubicBezTo>
                    <a:cubicBezTo>
                      <a:pt x="1685" y="119"/>
                      <a:pt x="1711" y="93"/>
                      <a:pt x="1744" y="81"/>
                    </a:cubicBezTo>
                    <a:cubicBezTo>
                      <a:pt x="1767" y="73"/>
                      <a:pt x="1791" y="74"/>
                      <a:pt x="1815" y="70"/>
                    </a:cubicBezTo>
                    <a:cubicBezTo>
                      <a:pt x="1827" y="78"/>
                      <a:pt x="1837" y="87"/>
                      <a:pt x="1850" y="93"/>
                    </a:cubicBezTo>
                    <a:cubicBezTo>
                      <a:pt x="1872" y="103"/>
                      <a:pt x="1920" y="116"/>
                      <a:pt x="1920" y="116"/>
                    </a:cubicBezTo>
                    <a:cubicBezTo>
                      <a:pt x="2088" y="61"/>
                      <a:pt x="2012" y="53"/>
                      <a:pt x="2119" y="93"/>
                    </a:cubicBezTo>
                    <a:cubicBezTo>
                      <a:pt x="2131" y="97"/>
                      <a:pt x="2142" y="101"/>
                      <a:pt x="2154" y="105"/>
                    </a:cubicBezTo>
                    <a:cubicBezTo>
                      <a:pt x="2208" y="94"/>
                      <a:pt x="2242" y="71"/>
                      <a:pt x="2295" y="58"/>
                    </a:cubicBezTo>
                    <a:cubicBezTo>
                      <a:pt x="2351" y="70"/>
                      <a:pt x="2396" y="79"/>
                      <a:pt x="2447" y="105"/>
                    </a:cubicBezTo>
                    <a:cubicBezTo>
                      <a:pt x="2459" y="89"/>
                      <a:pt x="2463" y="62"/>
                      <a:pt x="2482" y="58"/>
                    </a:cubicBezTo>
                    <a:cubicBezTo>
                      <a:pt x="2533" y="46"/>
                      <a:pt x="2630" y="79"/>
                      <a:pt x="2681" y="93"/>
                    </a:cubicBezTo>
                    <a:cubicBezTo>
                      <a:pt x="2774" y="31"/>
                      <a:pt x="2723" y="42"/>
                      <a:pt x="2833" y="58"/>
                    </a:cubicBezTo>
                    <a:cubicBezTo>
                      <a:pt x="2880" y="89"/>
                      <a:pt x="2918" y="112"/>
                      <a:pt x="2974" y="93"/>
                    </a:cubicBezTo>
                    <a:cubicBezTo>
                      <a:pt x="3035" y="0"/>
                      <a:pt x="3120" y="63"/>
                      <a:pt x="3208" y="93"/>
                    </a:cubicBezTo>
                    <a:cubicBezTo>
                      <a:pt x="3273" y="301"/>
                      <a:pt x="2920" y="190"/>
                      <a:pt x="2786" y="198"/>
                    </a:cubicBezTo>
                    <a:cubicBezTo>
                      <a:pt x="2677" y="205"/>
                      <a:pt x="2568" y="214"/>
                      <a:pt x="2459" y="222"/>
                    </a:cubicBezTo>
                    <a:cubicBezTo>
                      <a:pt x="2255" y="206"/>
                      <a:pt x="2141" y="198"/>
                      <a:pt x="1955" y="222"/>
                    </a:cubicBezTo>
                    <a:cubicBezTo>
                      <a:pt x="1462" y="197"/>
                      <a:pt x="2014" y="217"/>
                      <a:pt x="1323" y="233"/>
                    </a:cubicBezTo>
                    <a:cubicBezTo>
                      <a:pt x="1202" y="236"/>
                      <a:pt x="1081" y="212"/>
                      <a:pt x="960" y="210"/>
                    </a:cubicBezTo>
                    <a:cubicBezTo>
                      <a:pt x="640" y="204"/>
                      <a:pt x="320" y="202"/>
                      <a:pt x="0" y="198"/>
                    </a:cubicBezTo>
                    <a:cubicBezTo>
                      <a:pt x="8" y="168"/>
                      <a:pt x="17" y="101"/>
                      <a:pt x="47" y="81"/>
                    </a:cubicBezTo>
                    <a:cubicBezTo>
                      <a:pt x="68" y="68"/>
                      <a:pt x="95" y="69"/>
                      <a:pt x="117" y="58"/>
                    </a:cubicBezTo>
                  </a:path>
                </a:pathLst>
              </a:custGeom>
              <a:solidFill>
                <a:srgbClr val="CCECFF"/>
              </a:solidFill>
              <a:ln w="12700" cap="sq" cmpd="sng">
                <a:solidFill>
                  <a:schemeClr val="tx1"/>
                </a:solidFill>
                <a:round/>
                <a:headEnd/>
                <a:tailEnd/>
              </a:ln>
            </p:spPr>
            <p:txBody>
              <a:bodyPr anchor="ctr">
                <a:spAutoFit/>
              </a:bodyPr>
              <a:lstStyle/>
              <a:p>
                <a:endParaRPr lang="zh-CN" altLang="en-US"/>
              </a:p>
            </p:txBody>
          </p:sp>
          <p:grpSp>
            <p:nvGrpSpPr>
              <p:cNvPr id="47130" name="Group 46"/>
              <p:cNvGrpSpPr>
                <a:grpSpLocks/>
              </p:cNvGrpSpPr>
              <p:nvPr/>
            </p:nvGrpSpPr>
            <p:grpSpPr bwMode="auto">
              <a:xfrm>
                <a:off x="1241" y="0"/>
                <a:ext cx="679" cy="614"/>
                <a:chOff x="0" y="0"/>
                <a:chExt cx="679" cy="614"/>
              </a:xfrm>
            </p:grpSpPr>
            <p:graphicFrame>
              <p:nvGraphicFramePr>
                <p:cNvPr id="47131" name="Object 47"/>
                <p:cNvGraphicFramePr>
                  <a:graphicFrameLocks noChangeAspect="1"/>
                </p:cNvGraphicFramePr>
                <p:nvPr/>
              </p:nvGraphicFramePr>
              <p:xfrm>
                <a:off x="0" y="0"/>
                <a:ext cx="401" cy="614"/>
              </p:xfrm>
              <a:graphic>
                <a:graphicData uri="http://schemas.openxmlformats.org/presentationml/2006/ole">
                  <p:oleObj spid="_x0000_s47175" r:id="rId9" imgW="1076249" imgH="1632204" progId="">
                    <p:embed/>
                  </p:oleObj>
                </a:graphicData>
              </a:graphic>
            </p:graphicFrame>
            <p:sp>
              <p:nvSpPr>
                <p:cNvPr id="47132" name="Line 48"/>
                <p:cNvSpPr>
                  <a:spLocks noChangeShapeType="1"/>
                </p:cNvSpPr>
                <p:nvPr/>
              </p:nvSpPr>
              <p:spPr bwMode="auto">
                <a:xfrm>
                  <a:off x="324" y="240"/>
                  <a:ext cx="355" cy="0"/>
                </a:xfrm>
                <a:prstGeom prst="line">
                  <a:avLst/>
                </a:prstGeom>
                <a:noFill/>
                <a:ln w="76200" cap="sq">
                  <a:solidFill>
                    <a:schemeClr val="tx2"/>
                  </a:solidFill>
                  <a:round/>
                  <a:headEnd/>
                  <a:tailEnd type="triangle" w="sm" len="sm"/>
                </a:ln>
                <a:extLst>
                  <a:ext uri="{909E8E84-426E-40DD-AFC4-6F175D3DCCD1}">
                    <a14:hiddenFill xmlns:a14="http://schemas.microsoft.com/office/drawing/2010/main" xmlns="">
                      <a:noFill/>
                    </a14:hiddenFill>
                  </a:ext>
                </a:extLst>
              </p:spPr>
              <p:txBody>
                <a:bodyPr anchor="ctr">
                  <a:spAutoFit/>
                </a:bodyPr>
                <a:lstStyle/>
                <a:p>
                  <a:endParaRPr lang="zh-CN" altLang="en-US"/>
                </a:p>
              </p:txBody>
            </p:sp>
          </p:grpSp>
        </p:grpSp>
      </p:grpSp>
      <p:graphicFrame>
        <p:nvGraphicFramePr>
          <p:cNvPr id="46129" name="Object 49"/>
          <p:cNvGraphicFramePr>
            <a:graphicFrameLocks noChangeAspect="1"/>
          </p:cNvGraphicFramePr>
          <p:nvPr/>
        </p:nvGraphicFramePr>
        <p:xfrm>
          <a:off x="5561013" y="2976563"/>
          <a:ext cx="2586037" cy="747712"/>
        </p:xfrm>
        <a:graphic>
          <a:graphicData uri="http://schemas.openxmlformats.org/presentationml/2006/ole">
            <p:oleObj spid="_x0000_s47176" name="Equation" r:id="rId10" imgW="1129810" imgH="431613" progId="Equation.DSMT4">
              <p:embed/>
            </p:oleObj>
          </a:graphicData>
        </a:graphic>
      </p:graphicFrame>
      <p:sp>
        <p:nvSpPr>
          <p:cNvPr id="46130" name="Text Box 50"/>
          <p:cNvSpPr txBox="1">
            <a:spLocks noChangeArrowheads="1"/>
          </p:cNvSpPr>
          <p:nvPr/>
        </p:nvSpPr>
        <p:spPr bwMode="auto">
          <a:xfrm>
            <a:off x="6372225" y="1317625"/>
            <a:ext cx="420688"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i="1">
                <a:latin typeface="Times New Roman" pitchFamily="18" charset="0"/>
              </a:rPr>
              <a:t>v</a:t>
            </a:r>
            <a:r>
              <a:rPr lang="en-US" altLang="zh-CN" i="1" baseline="-25000">
                <a:latin typeface="Times New Roman" pitchFamily="18" charset="0"/>
              </a:rPr>
              <a:t>1</a:t>
            </a:r>
            <a:endParaRPr lang="en-US" altLang="zh-CN" i="1">
              <a:latin typeface="Times New Roman" pitchFamily="18" charset="0"/>
            </a:endParaRPr>
          </a:p>
        </p:txBody>
      </p:sp>
      <p:sp>
        <p:nvSpPr>
          <p:cNvPr id="46131" name="Text Box 51"/>
          <p:cNvSpPr txBox="1">
            <a:spLocks noChangeArrowheads="1"/>
          </p:cNvSpPr>
          <p:nvPr/>
        </p:nvSpPr>
        <p:spPr bwMode="auto">
          <a:xfrm>
            <a:off x="5230813" y="1749425"/>
            <a:ext cx="420687"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i="1">
                <a:latin typeface="Times New Roman" pitchFamily="18" charset="0"/>
              </a:rPr>
              <a:t>v</a:t>
            </a:r>
            <a:r>
              <a:rPr lang="en-US" altLang="zh-CN" i="1" baseline="-25000">
                <a:latin typeface="Times New Roman" pitchFamily="18" charset="0"/>
              </a:rPr>
              <a:t>2</a:t>
            </a:r>
            <a:endParaRPr lang="en-US" altLang="zh-CN" i="1">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6089"/>
                                        </p:tgtEl>
                                        <p:attrNameLst>
                                          <p:attrName>style.visibility</p:attrName>
                                        </p:attrNameLst>
                                      </p:cBhvr>
                                      <p:to>
                                        <p:strVal val="visible"/>
                                      </p:to>
                                    </p:set>
                                    <p:anim calcmode="lin" valueType="num">
                                      <p:cBhvr>
                                        <p:cTn id="7" dur="500" fill="hold"/>
                                        <p:tgtEl>
                                          <p:spTgt spid="46089"/>
                                        </p:tgtEl>
                                        <p:attrNameLst>
                                          <p:attrName>ppt_w</p:attrName>
                                        </p:attrNameLst>
                                      </p:cBhvr>
                                      <p:tavLst>
                                        <p:tav tm="0">
                                          <p:val>
                                            <p:fltVal val="0"/>
                                          </p:val>
                                        </p:tav>
                                        <p:tav tm="100000">
                                          <p:val>
                                            <p:strVal val="#ppt_w"/>
                                          </p:val>
                                        </p:tav>
                                      </p:tavLst>
                                    </p:anim>
                                    <p:anim calcmode="lin" valueType="num">
                                      <p:cBhvr>
                                        <p:cTn id="8" dur="500" fill="hold"/>
                                        <p:tgtEl>
                                          <p:spTgt spid="46089"/>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par>
                          <p:cTn id="13" fill="hold" nodeType="afterGroup">
                            <p:stCondLst>
                              <p:cond delay="500"/>
                            </p:stCondLst>
                            <p:childTnLst>
                              <p:par>
                                <p:cTn id="14" presetID="1" presetClass="entr" presetSubtype="0" fill="hold" nodeType="afterEffect">
                                  <p:stCondLst>
                                    <p:cond delay="0"/>
                                  </p:stCondLst>
                                  <p:childTnLst>
                                    <p:set>
                                      <p:cBhvr>
                                        <p:cTn id="15" dur="1" fill="hold">
                                          <p:stCondLst>
                                            <p:cond delay="499"/>
                                          </p:stCondLst>
                                        </p:cTn>
                                        <p:tgtEl>
                                          <p:spTgt spid="7"/>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3" presetClass="entr" presetSubtype="16" fill="hold" grpId="0" nodeType="clickEffect">
                                  <p:stCondLst>
                                    <p:cond delay="0"/>
                                  </p:stCondLst>
                                  <p:childTnLst>
                                    <p:set>
                                      <p:cBhvr>
                                        <p:cTn id="19" dur="1" fill="hold">
                                          <p:stCondLst>
                                            <p:cond delay="0"/>
                                          </p:stCondLst>
                                        </p:cTn>
                                        <p:tgtEl>
                                          <p:spTgt spid="46082"/>
                                        </p:tgtEl>
                                        <p:attrNameLst>
                                          <p:attrName>style.visibility</p:attrName>
                                        </p:attrNameLst>
                                      </p:cBhvr>
                                      <p:to>
                                        <p:strVal val="visible"/>
                                      </p:to>
                                    </p:set>
                                    <p:anim calcmode="lin" valueType="num">
                                      <p:cBhvr>
                                        <p:cTn id="20" dur="500" fill="hold"/>
                                        <p:tgtEl>
                                          <p:spTgt spid="46082"/>
                                        </p:tgtEl>
                                        <p:attrNameLst>
                                          <p:attrName>ppt_w</p:attrName>
                                        </p:attrNameLst>
                                      </p:cBhvr>
                                      <p:tavLst>
                                        <p:tav tm="0">
                                          <p:val>
                                            <p:fltVal val="0"/>
                                          </p:val>
                                        </p:tav>
                                        <p:tav tm="100000">
                                          <p:val>
                                            <p:strVal val="#ppt_w"/>
                                          </p:val>
                                        </p:tav>
                                      </p:tavLst>
                                    </p:anim>
                                    <p:anim calcmode="lin" valueType="num">
                                      <p:cBhvr>
                                        <p:cTn id="21" dur="500" fill="hold"/>
                                        <p:tgtEl>
                                          <p:spTgt spid="46082"/>
                                        </p:tgtEl>
                                        <p:attrNameLst>
                                          <p:attrName>ppt_h</p:attrName>
                                        </p:attrNameLst>
                                      </p:cBhvr>
                                      <p:tavLst>
                                        <p:tav tm="0">
                                          <p:val>
                                            <p:fltVal val="0"/>
                                          </p:val>
                                        </p:tav>
                                        <p:tav tm="100000">
                                          <p:val>
                                            <p:strVal val="#ppt_h"/>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3" presetClass="entr" presetSubtype="16" fill="hold" grpId="0" nodeType="clickEffect">
                                  <p:stCondLst>
                                    <p:cond delay="0"/>
                                  </p:stCondLst>
                                  <p:childTnLst>
                                    <p:set>
                                      <p:cBhvr>
                                        <p:cTn id="25" dur="1" fill="hold">
                                          <p:stCondLst>
                                            <p:cond delay="0"/>
                                          </p:stCondLst>
                                        </p:cTn>
                                        <p:tgtEl>
                                          <p:spTgt spid="46130"/>
                                        </p:tgtEl>
                                        <p:attrNameLst>
                                          <p:attrName>style.visibility</p:attrName>
                                        </p:attrNameLst>
                                      </p:cBhvr>
                                      <p:to>
                                        <p:strVal val="visible"/>
                                      </p:to>
                                    </p:set>
                                    <p:anim calcmode="lin" valueType="num">
                                      <p:cBhvr>
                                        <p:cTn id="26" dur="500" fill="hold"/>
                                        <p:tgtEl>
                                          <p:spTgt spid="46130"/>
                                        </p:tgtEl>
                                        <p:attrNameLst>
                                          <p:attrName>ppt_w</p:attrName>
                                        </p:attrNameLst>
                                      </p:cBhvr>
                                      <p:tavLst>
                                        <p:tav tm="0">
                                          <p:val>
                                            <p:fltVal val="0"/>
                                          </p:val>
                                        </p:tav>
                                        <p:tav tm="100000">
                                          <p:val>
                                            <p:strVal val="#ppt_w"/>
                                          </p:val>
                                        </p:tav>
                                      </p:tavLst>
                                    </p:anim>
                                    <p:anim calcmode="lin" valueType="num">
                                      <p:cBhvr>
                                        <p:cTn id="27" dur="500" fill="hold"/>
                                        <p:tgtEl>
                                          <p:spTgt spid="46130"/>
                                        </p:tgtEl>
                                        <p:attrNameLst>
                                          <p:attrName>ppt_h</p:attrName>
                                        </p:attrNameLst>
                                      </p:cBhvr>
                                      <p:tavLst>
                                        <p:tav tm="0">
                                          <p:val>
                                            <p:fltVal val="0"/>
                                          </p:val>
                                        </p:tav>
                                        <p:tav tm="100000">
                                          <p:val>
                                            <p:strVal val="#ppt_h"/>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3" presetClass="entr" presetSubtype="16" fill="hold" grpId="0" nodeType="clickEffect">
                                  <p:stCondLst>
                                    <p:cond delay="0"/>
                                  </p:stCondLst>
                                  <p:childTnLst>
                                    <p:set>
                                      <p:cBhvr>
                                        <p:cTn id="31" dur="1" fill="hold">
                                          <p:stCondLst>
                                            <p:cond delay="0"/>
                                          </p:stCondLst>
                                        </p:cTn>
                                        <p:tgtEl>
                                          <p:spTgt spid="46131"/>
                                        </p:tgtEl>
                                        <p:attrNameLst>
                                          <p:attrName>style.visibility</p:attrName>
                                        </p:attrNameLst>
                                      </p:cBhvr>
                                      <p:to>
                                        <p:strVal val="visible"/>
                                      </p:to>
                                    </p:set>
                                    <p:anim calcmode="lin" valueType="num">
                                      <p:cBhvr>
                                        <p:cTn id="32" dur="500" fill="hold"/>
                                        <p:tgtEl>
                                          <p:spTgt spid="46131"/>
                                        </p:tgtEl>
                                        <p:attrNameLst>
                                          <p:attrName>ppt_w</p:attrName>
                                        </p:attrNameLst>
                                      </p:cBhvr>
                                      <p:tavLst>
                                        <p:tav tm="0">
                                          <p:val>
                                            <p:fltVal val="0"/>
                                          </p:val>
                                        </p:tav>
                                        <p:tav tm="100000">
                                          <p:val>
                                            <p:strVal val="#ppt_w"/>
                                          </p:val>
                                        </p:tav>
                                      </p:tavLst>
                                    </p:anim>
                                    <p:anim calcmode="lin" valueType="num">
                                      <p:cBhvr>
                                        <p:cTn id="33" dur="500" fill="hold"/>
                                        <p:tgtEl>
                                          <p:spTgt spid="46131"/>
                                        </p:tgtEl>
                                        <p:attrNameLst>
                                          <p:attrName>ppt_h</p:attrName>
                                        </p:attrNameLst>
                                      </p:cBhvr>
                                      <p:tavLst>
                                        <p:tav tm="0">
                                          <p:val>
                                            <p:fltVal val="0"/>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46090"/>
                                        </p:tgtEl>
                                        <p:attrNameLst>
                                          <p:attrName>style.visibility</p:attrName>
                                        </p:attrNameLst>
                                      </p:cBhvr>
                                      <p:to>
                                        <p:strVal val="visible"/>
                                      </p:to>
                                    </p:set>
                                    <p:anim calcmode="lin" valueType="num">
                                      <p:cBhvr>
                                        <p:cTn id="38" dur="500" fill="hold"/>
                                        <p:tgtEl>
                                          <p:spTgt spid="46090"/>
                                        </p:tgtEl>
                                        <p:attrNameLst>
                                          <p:attrName>ppt_w</p:attrName>
                                        </p:attrNameLst>
                                      </p:cBhvr>
                                      <p:tavLst>
                                        <p:tav tm="0">
                                          <p:val>
                                            <p:fltVal val="0"/>
                                          </p:val>
                                        </p:tav>
                                        <p:tav tm="100000">
                                          <p:val>
                                            <p:strVal val="#ppt_w"/>
                                          </p:val>
                                        </p:tav>
                                      </p:tavLst>
                                    </p:anim>
                                    <p:anim calcmode="lin" valueType="num">
                                      <p:cBhvr>
                                        <p:cTn id="39" dur="500" fill="hold"/>
                                        <p:tgtEl>
                                          <p:spTgt spid="46090"/>
                                        </p:tgtEl>
                                        <p:attrNameLst>
                                          <p:attrName>ppt_h</p:attrName>
                                        </p:attrNameLst>
                                      </p:cBhvr>
                                      <p:tavLst>
                                        <p:tav tm="0">
                                          <p:val>
                                            <p:fltVal val="0"/>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3" presetClass="entr" presetSubtype="16" fill="hold" grpId="0" nodeType="clickEffect">
                                  <p:stCondLst>
                                    <p:cond delay="0"/>
                                  </p:stCondLst>
                                  <p:childTnLst>
                                    <p:set>
                                      <p:cBhvr>
                                        <p:cTn id="43" dur="1" fill="hold">
                                          <p:stCondLst>
                                            <p:cond delay="0"/>
                                          </p:stCondLst>
                                        </p:cTn>
                                        <p:tgtEl>
                                          <p:spTgt spid="46083"/>
                                        </p:tgtEl>
                                        <p:attrNameLst>
                                          <p:attrName>style.visibility</p:attrName>
                                        </p:attrNameLst>
                                      </p:cBhvr>
                                      <p:to>
                                        <p:strVal val="visible"/>
                                      </p:to>
                                    </p:set>
                                    <p:anim calcmode="lin" valueType="num">
                                      <p:cBhvr>
                                        <p:cTn id="44" dur="500" fill="hold"/>
                                        <p:tgtEl>
                                          <p:spTgt spid="46083"/>
                                        </p:tgtEl>
                                        <p:attrNameLst>
                                          <p:attrName>ppt_w</p:attrName>
                                        </p:attrNameLst>
                                      </p:cBhvr>
                                      <p:tavLst>
                                        <p:tav tm="0">
                                          <p:val>
                                            <p:fltVal val="0"/>
                                          </p:val>
                                        </p:tav>
                                        <p:tav tm="100000">
                                          <p:val>
                                            <p:strVal val="#ppt_w"/>
                                          </p:val>
                                        </p:tav>
                                      </p:tavLst>
                                    </p:anim>
                                    <p:anim calcmode="lin" valueType="num">
                                      <p:cBhvr>
                                        <p:cTn id="45" dur="500" fill="hold"/>
                                        <p:tgtEl>
                                          <p:spTgt spid="46083"/>
                                        </p:tgtEl>
                                        <p:attrNameLst>
                                          <p:attrName>ppt_h</p:attrName>
                                        </p:attrNameLst>
                                      </p:cBhvr>
                                      <p:tavLst>
                                        <p:tav tm="0">
                                          <p:val>
                                            <p:fltVal val="0"/>
                                          </p:val>
                                        </p:tav>
                                        <p:tav tm="100000">
                                          <p:val>
                                            <p:strVal val="#ppt_h"/>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3" presetClass="entr" presetSubtype="16" fill="hold" nodeType="clickEffect">
                                  <p:stCondLst>
                                    <p:cond delay="0"/>
                                  </p:stCondLst>
                                  <p:childTnLst>
                                    <p:set>
                                      <p:cBhvr>
                                        <p:cTn id="49" dur="1" fill="hold">
                                          <p:stCondLst>
                                            <p:cond delay="0"/>
                                          </p:stCondLst>
                                        </p:cTn>
                                        <p:tgtEl>
                                          <p:spTgt spid="46084"/>
                                        </p:tgtEl>
                                        <p:attrNameLst>
                                          <p:attrName>style.visibility</p:attrName>
                                        </p:attrNameLst>
                                      </p:cBhvr>
                                      <p:to>
                                        <p:strVal val="visible"/>
                                      </p:to>
                                    </p:set>
                                    <p:anim calcmode="lin" valueType="num">
                                      <p:cBhvr>
                                        <p:cTn id="50" dur="500" fill="hold"/>
                                        <p:tgtEl>
                                          <p:spTgt spid="46084"/>
                                        </p:tgtEl>
                                        <p:attrNameLst>
                                          <p:attrName>ppt_w</p:attrName>
                                        </p:attrNameLst>
                                      </p:cBhvr>
                                      <p:tavLst>
                                        <p:tav tm="0">
                                          <p:val>
                                            <p:fltVal val="0"/>
                                          </p:val>
                                        </p:tav>
                                        <p:tav tm="100000">
                                          <p:val>
                                            <p:strVal val="#ppt_w"/>
                                          </p:val>
                                        </p:tav>
                                      </p:tavLst>
                                    </p:anim>
                                    <p:anim calcmode="lin" valueType="num">
                                      <p:cBhvr>
                                        <p:cTn id="51" dur="500" fill="hold"/>
                                        <p:tgtEl>
                                          <p:spTgt spid="46084"/>
                                        </p:tgtEl>
                                        <p:attrNameLst>
                                          <p:attrName>ppt_h</p:attrName>
                                        </p:attrNameLst>
                                      </p:cBhvr>
                                      <p:tavLst>
                                        <p:tav tm="0">
                                          <p:val>
                                            <p:fltVal val="0"/>
                                          </p:val>
                                        </p:tav>
                                        <p:tav tm="100000">
                                          <p:val>
                                            <p:strVal val="#ppt_h"/>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3" presetClass="entr" presetSubtype="16" fill="hold" nodeType="clickEffect">
                                  <p:stCondLst>
                                    <p:cond delay="0"/>
                                  </p:stCondLst>
                                  <p:childTnLst>
                                    <p:set>
                                      <p:cBhvr>
                                        <p:cTn id="55" dur="1" fill="hold">
                                          <p:stCondLst>
                                            <p:cond delay="0"/>
                                          </p:stCondLst>
                                        </p:cTn>
                                        <p:tgtEl>
                                          <p:spTgt spid="46085"/>
                                        </p:tgtEl>
                                        <p:attrNameLst>
                                          <p:attrName>style.visibility</p:attrName>
                                        </p:attrNameLst>
                                      </p:cBhvr>
                                      <p:to>
                                        <p:strVal val="visible"/>
                                      </p:to>
                                    </p:set>
                                    <p:anim calcmode="lin" valueType="num">
                                      <p:cBhvr>
                                        <p:cTn id="56" dur="500" fill="hold"/>
                                        <p:tgtEl>
                                          <p:spTgt spid="46085"/>
                                        </p:tgtEl>
                                        <p:attrNameLst>
                                          <p:attrName>ppt_w</p:attrName>
                                        </p:attrNameLst>
                                      </p:cBhvr>
                                      <p:tavLst>
                                        <p:tav tm="0">
                                          <p:val>
                                            <p:fltVal val="0"/>
                                          </p:val>
                                        </p:tav>
                                        <p:tav tm="100000">
                                          <p:val>
                                            <p:strVal val="#ppt_w"/>
                                          </p:val>
                                        </p:tav>
                                      </p:tavLst>
                                    </p:anim>
                                    <p:anim calcmode="lin" valueType="num">
                                      <p:cBhvr>
                                        <p:cTn id="57" dur="500" fill="hold"/>
                                        <p:tgtEl>
                                          <p:spTgt spid="46085"/>
                                        </p:tgtEl>
                                        <p:attrNameLst>
                                          <p:attrName>ppt_h</p:attrName>
                                        </p:attrNameLst>
                                      </p:cBhvr>
                                      <p:tavLst>
                                        <p:tav tm="0">
                                          <p:val>
                                            <p:fltVal val="0"/>
                                          </p:val>
                                        </p:tav>
                                        <p:tav tm="100000">
                                          <p:val>
                                            <p:strVal val="#ppt_h"/>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23" presetClass="entr" presetSubtype="16" fill="hold" nodeType="clickEffect">
                                  <p:stCondLst>
                                    <p:cond delay="0"/>
                                  </p:stCondLst>
                                  <p:childTnLst>
                                    <p:set>
                                      <p:cBhvr>
                                        <p:cTn id="61" dur="1" fill="hold">
                                          <p:stCondLst>
                                            <p:cond delay="0"/>
                                          </p:stCondLst>
                                        </p:cTn>
                                        <p:tgtEl>
                                          <p:spTgt spid="46129"/>
                                        </p:tgtEl>
                                        <p:attrNameLst>
                                          <p:attrName>style.visibility</p:attrName>
                                        </p:attrNameLst>
                                      </p:cBhvr>
                                      <p:to>
                                        <p:strVal val="visible"/>
                                      </p:to>
                                    </p:set>
                                    <p:anim calcmode="lin" valueType="num">
                                      <p:cBhvr>
                                        <p:cTn id="62" dur="500" fill="hold"/>
                                        <p:tgtEl>
                                          <p:spTgt spid="46129"/>
                                        </p:tgtEl>
                                        <p:attrNameLst>
                                          <p:attrName>ppt_w</p:attrName>
                                        </p:attrNameLst>
                                      </p:cBhvr>
                                      <p:tavLst>
                                        <p:tav tm="0">
                                          <p:val>
                                            <p:fltVal val="0"/>
                                          </p:val>
                                        </p:tav>
                                        <p:tav tm="100000">
                                          <p:val>
                                            <p:strVal val="#ppt_w"/>
                                          </p:val>
                                        </p:tav>
                                      </p:tavLst>
                                    </p:anim>
                                    <p:anim calcmode="lin" valueType="num">
                                      <p:cBhvr>
                                        <p:cTn id="63" dur="500" fill="hold"/>
                                        <p:tgtEl>
                                          <p:spTgt spid="46129"/>
                                        </p:tgtEl>
                                        <p:attrNameLst>
                                          <p:attrName>ppt_h</p:attrName>
                                        </p:attrNameLst>
                                      </p:cBhvr>
                                      <p:tavLst>
                                        <p:tav tm="0">
                                          <p:val>
                                            <p:fltVal val="0"/>
                                          </p:val>
                                        </p:tav>
                                        <p:tav tm="100000">
                                          <p:val>
                                            <p:strVal val="#ppt_h"/>
                                          </p:val>
                                        </p:tav>
                                      </p:tavLst>
                                    </p:anim>
                                  </p:childTnLst>
                                </p:cTn>
                              </p:par>
                            </p:childTnLst>
                          </p:cTn>
                        </p:par>
                      </p:childTnLst>
                    </p:cTn>
                  </p:par>
                  <p:par>
                    <p:cTn id="64" fill="hold" nodeType="clickPar">
                      <p:stCondLst>
                        <p:cond delay="indefinite"/>
                      </p:stCondLst>
                      <p:childTnLst>
                        <p:par>
                          <p:cTn id="65" fill="hold" nodeType="withGroup">
                            <p:stCondLst>
                              <p:cond delay="0"/>
                            </p:stCondLst>
                            <p:childTnLst>
                              <p:par>
                                <p:cTn id="66" presetID="23" presetClass="entr" presetSubtype="16" fill="hold" nodeType="clickEffect">
                                  <p:stCondLst>
                                    <p:cond delay="0"/>
                                  </p:stCondLst>
                                  <p:childTnLst>
                                    <p:set>
                                      <p:cBhvr>
                                        <p:cTn id="67" dur="1" fill="hold">
                                          <p:stCondLst>
                                            <p:cond delay="0"/>
                                          </p:stCondLst>
                                        </p:cTn>
                                        <p:tgtEl>
                                          <p:spTgt spid="46087"/>
                                        </p:tgtEl>
                                        <p:attrNameLst>
                                          <p:attrName>style.visibility</p:attrName>
                                        </p:attrNameLst>
                                      </p:cBhvr>
                                      <p:to>
                                        <p:strVal val="visible"/>
                                      </p:to>
                                    </p:set>
                                    <p:anim calcmode="lin" valueType="num">
                                      <p:cBhvr>
                                        <p:cTn id="68" dur="500" fill="hold"/>
                                        <p:tgtEl>
                                          <p:spTgt spid="46087"/>
                                        </p:tgtEl>
                                        <p:attrNameLst>
                                          <p:attrName>ppt_w</p:attrName>
                                        </p:attrNameLst>
                                      </p:cBhvr>
                                      <p:tavLst>
                                        <p:tav tm="0">
                                          <p:val>
                                            <p:fltVal val="0"/>
                                          </p:val>
                                        </p:tav>
                                        <p:tav tm="100000">
                                          <p:val>
                                            <p:strVal val="#ppt_w"/>
                                          </p:val>
                                        </p:tav>
                                      </p:tavLst>
                                    </p:anim>
                                    <p:anim calcmode="lin" valueType="num">
                                      <p:cBhvr>
                                        <p:cTn id="69" dur="500" fill="hold"/>
                                        <p:tgtEl>
                                          <p:spTgt spid="46087"/>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66"/>
                                            </p:cond>
                                          </p:stCondLst>
                                          <p:endCondLst>
                                            <p:cond evt="onStopAudio" delay="0">
                                              <p:tgtEl>
                                                <p:sldTgt/>
                                              </p:tgtEl>
                                            </p:cond>
                                          </p:endCondLst>
                                        </p:cTn>
                                        <p:tgtEl>
                                          <p:sndTgt r:embed="rId3" name="camera.wav"/>
                                        </p:tgtEl>
                                      </p:cMediaNode>
                                    </p:audio>
                                  </p:subTnLst>
                                </p:cTn>
                              </p:par>
                            </p:childTnLst>
                          </p:cTn>
                        </p:par>
                      </p:childTnLst>
                    </p:cTn>
                  </p:par>
                  <p:par>
                    <p:cTn id="70" fill="hold" nodeType="clickPar">
                      <p:stCondLst>
                        <p:cond delay="indefinite"/>
                      </p:stCondLst>
                      <p:childTnLst>
                        <p:par>
                          <p:cTn id="71" fill="hold" nodeType="withGroup">
                            <p:stCondLst>
                              <p:cond delay="0"/>
                            </p:stCondLst>
                            <p:childTnLst>
                              <p:par>
                                <p:cTn id="72" presetID="23" presetClass="entr" presetSubtype="16" fill="hold" nodeType="clickEffect">
                                  <p:stCondLst>
                                    <p:cond delay="0"/>
                                  </p:stCondLst>
                                  <p:childTnLst>
                                    <p:set>
                                      <p:cBhvr>
                                        <p:cTn id="73" dur="1" fill="hold">
                                          <p:stCondLst>
                                            <p:cond delay="0"/>
                                          </p:stCondLst>
                                        </p:cTn>
                                        <p:tgtEl>
                                          <p:spTgt spid="46086"/>
                                        </p:tgtEl>
                                        <p:attrNameLst>
                                          <p:attrName>style.visibility</p:attrName>
                                        </p:attrNameLst>
                                      </p:cBhvr>
                                      <p:to>
                                        <p:strVal val="visible"/>
                                      </p:to>
                                    </p:set>
                                    <p:anim calcmode="lin" valueType="num">
                                      <p:cBhvr>
                                        <p:cTn id="74" dur="500" fill="hold"/>
                                        <p:tgtEl>
                                          <p:spTgt spid="46086"/>
                                        </p:tgtEl>
                                        <p:attrNameLst>
                                          <p:attrName>ppt_w</p:attrName>
                                        </p:attrNameLst>
                                      </p:cBhvr>
                                      <p:tavLst>
                                        <p:tav tm="0">
                                          <p:val>
                                            <p:fltVal val="0"/>
                                          </p:val>
                                        </p:tav>
                                        <p:tav tm="100000">
                                          <p:val>
                                            <p:strVal val="#ppt_w"/>
                                          </p:val>
                                        </p:tav>
                                      </p:tavLst>
                                    </p:anim>
                                    <p:anim calcmode="lin" valueType="num">
                                      <p:cBhvr>
                                        <p:cTn id="75" dur="500" fill="hold"/>
                                        <p:tgtEl>
                                          <p:spTgt spid="46086"/>
                                        </p:tgtEl>
                                        <p:attrNameLst>
                                          <p:attrName>ppt_h</p:attrName>
                                        </p:attrNameLst>
                                      </p:cBhvr>
                                      <p:tavLst>
                                        <p:tav tm="0">
                                          <p:val>
                                            <p:fltVal val="0"/>
                                          </p:val>
                                        </p:tav>
                                        <p:tav tm="100000">
                                          <p:val>
                                            <p:strVal val="#ppt_h"/>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23" presetClass="entr" presetSubtype="16" fill="hold" grpId="0" nodeType="clickEffect">
                                  <p:stCondLst>
                                    <p:cond delay="0"/>
                                  </p:stCondLst>
                                  <p:childTnLst>
                                    <p:set>
                                      <p:cBhvr>
                                        <p:cTn id="79" dur="1" fill="hold">
                                          <p:stCondLst>
                                            <p:cond delay="0"/>
                                          </p:stCondLst>
                                        </p:cTn>
                                        <p:tgtEl>
                                          <p:spTgt spid="46088"/>
                                        </p:tgtEl>
                                        <p:attrNameLst>
                                          <p:attrName>style.visibility</p:attrName>
                                        </p:attrNameLst>
                                      </p:cBhvr>
                                      <p:to>
                                        <p:strVal val="visible"/>
                                      </p:to>
                                    </p:set>
                                    <p:anim calcmode="lin" valueType="num">
                                      <p:cBhvr>
                                        <p:cTn id="80" dur="500" fill="hold"/>
                                        <p:tgtEl>
                                          <p:spTgt spid="46088"/>
                                        </p:tgtEl>
                                        <p:attrNameLst>
                                          <p:attrName>ppt_w</p:attrName>
                                        </p:attrNameLst>
                                      </p:cBhvr>
                                      <p:tavLst>
                                        <p:tav tm="0">
                                          <p:val>
                                            <p:fltVal val="0"/>
                                          </p:val>
                                        </p:tav>
                                        <p:tav tm="100000">
                                          <p:val>
                                            <p:strVal val="#ppt_w"/>
                                          </p:val>
                                        </p:tav>
                                      </p:tavLst>
                                    </p:anim>
                                    <p:anim calcmode="lin" valueType="num">
                                      <p:cBhvr>
                                        <p:cTn id="81" dur="500" fill="hold"/>
                                        <p:tgtEl>
                                          <p:spTgt spid="4608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autoUpdateAnimBg="0"/>
      <p:bldP spid="46083" grpId="0" autoUpdateAnimBg="0"/>
      <p:bldP spid="46088" grpId="0" autoUpdateAnimBg="0"/>
      <p:bldP spid="46089" grpId="0" autoUpdateAnimBg="0"/>
      <p:bldP spid="46090" grpId="0" autoUpdateAnimBg="0"/>
      <p:bldP spid="46130" grpId="0" autoUpdateAnimBg="0"/>
      <p:bldP spid="46131"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43" name="Text Box 39"/>
          <p:cNvSpPr txBox="1">
            <a:spLocks noChangeArrowheads="1"/>
          </p:cNvSpPr>
          <p:nvPr/>
        </p:nvSpPr>
        <p:spPr bwMode="auto">
          <a:xfrm>
            <a:off x="630238" y="1341438"/>
            <a:ext cx="222885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solidFill>
                  <a:schemeClr val="accent2"/>
                </a:solidFill>
                <a:latin typeface="华文中宋" pitchFamily="2" charset="-122"/>
                <a:ea typeface="华文中宋" pitchFamily="2" charset="-122"/>
              </a:rPr>
              <a:t>1</a:t>
            </a:r>
            <a:r>
              <a:rPr lang="zh-CN" altLang="en-US" sz="1800">
                <a:solidFill>
                  <a:schemeClr val="accent2"/>
                </a:solidFill>
                <a:latin typeface="华文中宋" pitchFamily="2" charset="-122"/>
                <a:ea typeface="华文中宋" pitchFamily="2" charset="-122"/>
              </a:rPr>
              <a:t>、功</a:t>
            </a:r>
            <a:r>
              <a:rPr lang="zh-CN" altLang="en-US" sz="1800">
                <a:solidFill>
                  <a:srgbClr val="0000FF"/>
                </a:solidFill>
                <a:latin typeface="华文中宋" pitchFamily="2" charset="-122"/>
                <a:ea typeface="华文中宋" pitchFamily="2" charset="-122"/>
              </a:rPr>
              <a:t>的定义</a:t>
            </a:r>
            <a:endParaRPr lang="en-US" altLang="zh-CN" sz="1800" b="0">
              <a:latin typeface="华文中宋" pitchFamily="2" charset="-122"/>
              <a:ea typeface="华文中宋" pitchFamily="2" charset="-122"/>
            </a:endParaRPr>
          </a:p>
        </p:txBody>
      </p:sp>
      <p:graphicFrame>
        <p:nvGraphicFramePr>
          <p:cNvPr id="47169" name="Object 65"/>
          <p:cNvGraphicFramePr>
            <a:graphicFrameLocks noChangeAspect="1"/>
          </p:cNvGraphicFramePr>
          <p:nvPr/>
        </p:nvGraphicFramePr>
        <p:xfrm>
          <a:off x="3779838" y="1154113"/>
          <a:ext cx="1944687" cy="608012"/>
        </p:xfrm>
        <a:graphic>
          <a:graphicData uri="http://schemas.openxmlformats.org/presentationml/2006/ole">
            <p:oleObj spid="_x0000_s48184" name="Equation" r:id="rId3" imgW="812447" imgH="330057" progId="Equation.DSMT4">
              <p:embed/>
            </p:oleObj>
          </a:graphicData>
        </a:graphic>
      </p:graphicFrame>
      <p:sp>
        <p:nvSpPr>
          <p:cNvPr id="47170" name="Rectangle 66"/>
          <p:cNvSpPr>
            <a:spLocks noChangeArrowheads="1"/>
          </p:cNvSpPr>
          <p:nvPr/>
        </p:nvSpPr>
        <p:spPr bwMode="auto">
          <a:xfrm>
            <a:off x="611188" y="1762125"/>
            <a:ext cx="81597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lnSpc>
                <a:spcPct val="120000"/>
              </a:lnSpc>
            </a:pPr>
            <a:r>
              <a:rPr lang="zh-CN" altLang="en-US" sz="1800">
                <a:solidFill>
                  <a:srgbClr val="0000CC"/>
                </a:solidFill>
                <a:latin typeface="华文中宋" pitchFamily="2" charset="-122"/>
                <a:ea typeface="华文中宋" pitchFamily="2" charset="-122"/>
              </a:rPr>
              <a:t>物体在恒力作用下做直线运动</a:t>
            </a:r>
            <a:r>
              <a:rPr lang="en-US" altLang="zh-CN" sz="1800">
                <a:solidFill>
                  <a:srgbClr val="FF0000"/>
                </a:solidFill>
                <a:latin typeface="华文中宋" pitchFamily="2" charset="-122"/>
                <a:ea typeface="华文中宋" pitchFamily="2" charset="-122"/>
              </a:rPr>
              <a:t>(</a:t>
            </a:r>
            <a:r>
              <a:rPr lang="zh-CN" altLang="en-US" sz="1800">
                <a:solidFill>
                  <a:srgbClr val="FF0000"/>
                </a:solidFill>
                <a:latin typeface="华文中宋" pitchFamily="2" charset="-122"/>
                <a:ea typeface="华文中宋" pitchFamily="2" charset="-122"/>
              </a:rPr>
              <a:t>中学）</a:t>
            </a:r>
          </a:p>
        </p:txBody>
      </p:sp>
      <p:grpSp>
        <p:nvGrpSpPr>
          <p:cNvPr id="2" name="Group 67"/>
          <p:cNvGrpSpPr>
            <a:grpSpLocks/>
          </p:cNvGrpSpPr>
          <p:nvPr/>
        </p:nvGrpSpPr>
        <p:grpSpPr bwMode="auto">
          <a:xfrm>
            <a:off x="1346200" y="2700338"/>
            <a:ext cx="5386388" cy="1449387"/>
            <a:chOff x="0" y="0"/>
            <a:chExt cx="4368" cy="1680"/>
          </a:xfrm>
        </p:grpSpPr>
        <p:sp>
          <p:nvSpPr>
            <p:cNvPr id="48162" name="Rectangle 68"/>
            <p:cNvSpPr>
              <a:spLocks noChangeArrowheads="1"/>
            </p:cNvSpPr>
            <p:nvPr/>
          </p:nvSpPr>
          <p:spPr bwMode="auto">
            <a:xfrm>
              <a:off x="0" y="0"/>
              <a:ext cx="4368" cy="1680"/>
            </a:xfrm>
            <a:prstGeom prst="rect">
              <a:avLst/>
            </a:prstGeom>
            <a:gradFill rotWithShape="0">
              <a:gsLst>
                <a:gs pos="0">
                  <a:srgbClr val="5E9EFF"/>
                </a:gs>
                <a:gs pos="39999">
                  <a:srgbClr val="85C2FF"/>
                </a:gs>
                <a:gs pos="70000">
                  <a:srgbClr val="C4D6EB"/>
                </a:gs>
                <a:gs pos="100000">
                  <a:srgbClr val="FFEBFA"/>
                </a:gs>
              </a:gsLst>
              <a:lin ang="540000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zh-CN" altLang="en-US"/>
            </a:p>
          </p:txBody>
        </p:sp>
        <p:grpSp>
          <p:nvGrpSpPr>
            <p:cNvPr id="48163" name="Group 69"/>
            <p:cNvGrpSpPr>
              <a:grpSpLocks/>
            </p:cNvGrpSpPr>
            <p:nvPr/>
          </p:nvGrpSpPr>
          <p:grpSpPr bwMode="auto">
            <a:xfrm>
              <a:off x="240" y="192"/>
              <a:ext cx="3434" cy="1008"/>
              <a:chOff x="0" y="0"/>
              <a:chExt cx="3434" cy="1008"/>
            </a:xfrm>
          </p:grpSpPr>
          <p:sp>
            <p:nvSpPr>
              <p:cNvPr id="48164" name="未知"/>
              <p:cNvSpPr>
                <a:spLocks/>
              </p:cNvSpPr>
              <p:nvPr/>
            </p:nvSpPr>
            <p:spPr bwMode="auto">
              <a:xfrm>
                <a:off x="0" y="840"/>
                <a:ext cx="3434" cy="168"/>
              </a:xfrm>
              <a:custGeom>
                <a:avLst/>
                <a:gdLst>
                  <a:gd name="T0" fmla="*/ 0 w 336"/>
                  <a:gd name="T1" fmla="*/ 76 h 192"/>
                  <a:gd name="T2" fmla="*/ 0 w 336"/>
                  <a:gd name="T3" fmla="*/ 0 h 192"/>
                  <a:gd name="T4" fmla="*/ 2147483647 w 336"/>
                  <a:gd name="T5" fmla="*/ 0 h 192"/>
                  <a:gd name="T6" fmla="*/ 2147483647 w 336"/>
                  <a:gd name="T7" fmla="*/ 76 h 192"/>
                  <a:gd name="T8" fmla="*/ 0 60000 65536"/>
                  <a:gd name="T9" fmla="*/ 0 60000 65536"/>
                  <a:gd name="T10" fmla="*/ 0 60000 65536"/>
                  <a:gd name="T11" fmla="*/ 0 60000 65536"/>
                  <a:gd name="T12" fmla="*/ 0 w 336"/>
                  <a:gd name="T13" fmla="*/ 0 h 192"/>
                  <a:gd name="T14" fmla="*/ 336 w 336"/>
                  <a:gd name="T15" fmla="*/ 192 h 192"/>
                </a:gdLst>
                <a:ahLst/>
                <a:cxnLst>
                  <a:cxn ang="T8">
                    <a:pos x="T0" y="T1"/>
                  </a:cxn>
                  <a:cxn ang="T9">
                    <a:pos x="T2" y="T3"/>
                  </a:cxn>
                  <a:cxn ang="T10">
                    <a:pos x="T4" y="T5"/>
                  </a:cxn>
                  <a:cxn ang="T11">
                    <a:pos x="T6" y="T7"/>
                  </a:cxn>
                </a:cxnLst>
                <a:rect l="T12" t="T13" r="T14" b="T15"/>
                <a:pathLst>
                  <a:path w="336" h="192">
                    <a:moveTo>
                      <a:pt x="0" y="192"/>
                    </a:moveTo>
                    <a:lnTo>
                      <a:pt x="0" y="0"/>
                    </a:lnTo>
                    <a:lnTo>
                      <a:pt x="336" y="0"/>
                    </a:lnTo>
                    <a:lnTo>
                      <a:pt x="336" y="192"/>
                    </a:lnTo>
                  </a:path>
                </a:pathLst>
              </a:custGeom>
              <a:solidFill>
                <a:schemeClr val="folHlink"/>
              </a:solidFill>
              <a:ln w="9525">
                <a:round/>
                <a:headEnd/>
                <a:tailEnd/>
              </a:ln>
              <a:scene3d>
                <a:camera prst="legacyObliqueTopLeft"/>
                <a:lightRig rig="legacyFlat2" dir="t"/>
              </a:scene3d>
              <a:sp3d extrusionH="430200" prstMaterial="legacyMatte">
                <a:bevelT w="13500" h="13500" prst="angle"/>
                <a:bevelB w="13500" h="13500" prst="angle"/>
                <a:extrusionClr>
                  <a:schemeClr val="folHlink"/>
                </a:extrusionClr>
              </a:sp3d>
            </p:spPr>
            <p:txBody>
              <a:bodyPr wrap="none" anchor="ctr">
                <a:flatTx/>
              </a:bodyPr>
              <a:lstStyle/>
              <a:p>
                <a:endParaRPr lang="zh-CN" altLang="en-US"/>
              </a:p>
            </p:txBody>
          </p:sp>
          <p:grpSp>
            <p:nvGrpSpPr>
              <p:cNvPr id="48165" name="Group 71"/>
              <p:cNvGrpSpPr>
                <a:grpSpLocks/>
              </p:cNvGrpSpPr>
              <p:nvPr/>
            </p:nvGrpSpPr>
            <p:grpSpPr bwMode="auto">
              <a:xfrm>
                <a:off x="183" y="0"/>
                <a:ext cx="1464" cy="829"/>
                <a:chOff x="0" y="0"/>
                <a:chExt cx="1464" cy="829"/>
              </a:xfrm>
            </p:grpSpPr>
            <p:graphicFrame>
              <p:nvGraphicFramePr>
                <p:cNvPr id="48166" name="Object 72"/>
                <p:cNvGraphicFramePr>
                  <a:graphicFrameLocks noChangeAspect="1"/>
                </p:cNvGraphicFramePr>
                <p:nvPr/>
              </p:nvGraphicFramePr>
              <p:xfrm>
                <a:off x="1282" y="0"/>
                <a:ext cx="182" cy="208"/>
              </p:xfrm>
              <a:graphic>
                <a:graphicData uri="http://schemas.openxmlformats.org/presentationml/2006/ole">
                  <p:oleObj spid="_x0000_s48185" r:id="rId4" imgW="165172" imgH="203288" progId="Equation.3">
                    <p:embed/>
                  </p:oleObj>
                </a:graphicData>
              </a:graphic>
            </p:graphicFrame>
            <p:sp>
              <p:nvSpPr>
                <p:cNvPr id="48167" name="未知" descr="胡桃"/>
                <p:cNvSpPr>
                  <a:spLocks/>
                </p:cNvSpPr>
                <p:nvPr/>
              </p:nvSpPr>
              <p:spPr bwMode="auto">
                <a:xfrm>
                  <a:off x="0" y="378"/>
                  <a:ext cx="586" cy="451"/>
                </a:xfrm>
                <a:custGeom>
                  <a:avLst/>
                  <a:gdLst>
                    <a:gd name="T0" fmla="*/ 0 w 336"/>
                    <a:gd name="T1" fmla="*/ 75740 h 192"/>
                    <a:gd name="T2" fmla="*/ 0 w 336"/>
                    <a:gd name="T3" fmla="*/ 0 h 192"/>
                    <a:gd name="T4" fmla="*/ 16488 w 336"/>
                    <a:gd name="T5" fmla="*/ 0 h 192"/>
                    <a:gd name="T6" fmla="*/ 16488 w 336"/>
                    <a:gd name="T7" fmla="*/ 75740 h 192"/>
                    <a:gd name="T8" fmla="*/ 0 60000 65536"/>
                    <a:gd name="T9" fmla="*/ 0 60000 65536"/>
                    <a:gd name="T10" fmla="*/ 0 60000 65536"/>
                    <a:gd name="T11" fmla="*/ 0 60000 65536"/>
                    <a:gd name="T12" fmla="*/ 0 w 336"/>
                    <a:gd name="T13" fmla="*/ 0 h 192"/>
                    <a:gd name="T14" fmla="*/ 336 w 336"/>
                    <a:gd name="T15" fmla="*/ 192 h 192"/>
                  </a:gdLst>
                  <a:ahLst/>
                  <a:cxnLst>
                    <a:cxn ang="T8">
                      <a:pos x="T0" y="T1"/>
                    </a:cxn>
                    <a:cxn ang="T9">
                      <a:pos x="T2" y="T3"/>
                    </a:cxn>
                    <a:cxn ang="T10">
                      <a:pos x="T4" y="T5"/>
                    </a:cxn>
                    <a:cxn ang="T11">
                      <a:pos x="T6" y="T7"/>
                    </a:cxn>
                  </a:cxnLst>
                  <a:rect l="T12" t="T13" r="T14" b="T15"/>
                  <a:pathLst>
                    <a:path w="336" h="192">
                      <a:moveTo>
                        <a:pt x="0" y="192"/>
                      </a:moveTo>
                      <a:lnTo>
                        <a:pt x="0" y="0"/>
                      </a:lnTo>
                      <a:lnTo>
                        <a:pt x="336" y="0"/>
                      </a:lnTo>
                      <a:lnTo>
                        <a:pt x="336" y="192"/>
                      </a:lnTo>
                    </a:path>
                  </a:pathLst>
                </a:custGeom>
                <a:blipFill dpi="0" rotWithShape="0">
                  <a:blip r:embed="rId5" cstate="print"/>
                  <a:srcRect/>
                  <a:tile tx="0" ty="0" sx="100000" sy="100000" flip="none" algn="tl"/>
                </a:blipFill>
                <a:ln w="9525">
                  <a:round/>
                  <a:headEnd/>
                  <a:tailEnd/>
                </a:ln>
                <a:scene3d>
                  <a:camera prst="legacyObliqueTopLeft"/>
                  <a:lightRig rig="legacyFlat2" dir="t"/>
                </a:scene3d>
                <a:sp3d extrusionH="227000" prstMaterial="legacyMatte">
                  <a:bevelT w="13500" h="13500" prst="angle"/>
                  <a:bevelB w="13500" h="13500" prst="angle"/>
                  <a:extrusionClr>
                    <a:srgbClr val="FFFFFF"/>
                  </a:extrusionClr>
                </a:sp3d>
              </p:spPr>
              <p:txBody>
                <a:bodyPr wrap="none" anchor="ctr">
                  <a:flatTx/>
                </a:bodyPr>
                <a:lstStyle/>
                <a:p>
                  <a:endParaRPr lang="zh-CN" altLang="en-US"/>
                </a:p>
              </p:txBody>
            </p:sp>
            <p:sp>
              <p:nvSpPr>
                <p:cNvPr id="48168" name="Line 74"/>
                <p:cNvSpPr>
                  <a:spLocks noChangeShapeType="1"/>
                </p:cNvSpPr>
                <p:nvPr/>
              </p:nvSpPr>
              <p:spPr bwMode="auto">
                <a:xfrm>
                  <a:off x="530" y="401"/>
                  <a:ext cx="703" cy="0"/>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48169" name="Line 75"/>
                <p:cNvSpPr>
                  <a:spLocks noChangeShapeType="1"/>
                </p:cNvSpPr>
                <p:nvPr/>
              </p:nvSpPr>
              <p:spPr bwMode="auto">
                <a:xfrm flipV="1">
                  <a:off x="535" y="45"/>
                  <a:ext cx="703" cy="322"/>
                </a:xfrm>
                <a:prstGeom prst="line">
                  <a:avLst/>
                </a:prstGeom>
                <a:noFill/>
                <a:ln w="38100">
                  <a:solidFill>
                    <a:srgbClr val="FF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48170" name="未知"/>
                <p:cNvSpPr>
                  <a:spLocks/>
                </p:cNvSpPr>
                <p:nvPr/>
              </p:nvSpPr>
              <p:spPr bwMode="auto">
                <a:xfrm>
                  <a:off x="833" y="270"/>
                  <a:ext cx="51" cy="129"/>
                </a:xfrm>
                <a:custGeom>
                  <a:avLst/>
                  <a:gdLst>
                    <a:gd name="T0" fmla="*/ 0 w 48"/>
                    <a:gd name="T1" fmla="*/ 0 h 96"/>
                    <a:gd name="T2" fmla="*/ 73 w 48"/>
                    <a:gd name="T3" fmla="*/ 382 h 96"/>
                    <a:gd name="T4" fmla="*/ 0 w 48"/>
                    <a:gd name="T5" fmla="*/ 757 h 96"/>
                    <a:gd name="T6" fmla="*/ 0 60000 65536"/>
                    <a:gd name="T7" fmla="*/ 0 60000 65536"/>
                    <a:gd name="T8" fmla="*/ 0 60000 65536"/>
                    <a:gd name="T9" fmla="*/ 0 w 48"/>
                    <a:gd name="T10" fmla="*/ 0 h 96"/>
                    <a:gd name="T11" fmla="*/ 48 w 48"/>
                    <a:gd name="T12" fmla="*/ 96 h 96"/>
                  </a:gdLst>
                  <a:ahLst/>
                  <a:cxnLst>
                    <a:cxn ang="T6">
                      <a:pos x="T0" y="T1"/>
                    </a:cxn>
                    <a:cxn ang="T7">
                      <a:pos x="T2" y="T3"/>
                    </a:cxn>
                    <a:cxn ang="T8">
                      <a:pos x="T4" y="T5"/>
                    </a:cxn>
                  </a:cxnLst>
                  <a:rect l="T9" t="T10" r="T11" b="T12"/>
                  <a:pathLst>
                    <a:path w="48" h="96">
                      <a:moveTo>
                        <a:pt x="0" y="0"/>
                      </a:moveTo>
                      <a:cubicBezTo>
                        <a:pt x="24" y="16"/>
                        <a:pt x="48" y="32"/>
                        <a:pt x="48" y="48"/>
                      </a:cubicBezTo>
                      <a:cubicBezTo>
                        <a:pt x="48" y="64"/>
                        <a:pt x="24" y="80"/>
                        <a:pt x="0" y="96"/>
                      </a:cubicBezTo>
                    </a:path>
                  </a:pathLst>
                </a:custGeom>
                <a:noFill/>
                <a:ln w="9525"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48171" name="Text Box 77"/>
                <p:cNvSpPr txBox="1">
                  <a:spLocks noChangeArrowheads="1"/>
                </p:cNvSpPr>
                <p:nvPr/>
              </p:nvSpPr>
              <p:spPr bwMode="auto">
                <a:xfrm>
                  <a:off x="916" y="168"/>
                  <a:ext cx="217" cy="3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b="0">
                      <a:sym typeface="Symbol" pitchFamily="18" charset="2"/>
                    </a:rPr>
                    <a:t></a:t>
                  </a:r>
                  <a:endParaRPr lang="zh-CN" altLang="en-US" b="0"/>
                </a:p>
              </p:txBody>
            </p:sp>
          </p:grpSp>
        </p:grpSp>
      </p:grpSp>
      <p:grpSp>
        <p:nvGrpSpPr>
          <p:cNvPr id="5" name="Group 78"/>
          <p:cNvGrpSpPr>
            <a:grpSpLocks/>
          </p:cNvGrpSpPr>
          <p:nvPr/>
        </p:nvGrpSpPr>
        <p:grpSpPr bwMode="auto">
          <a:xfrm>
            <a:off x="1333500" y="2284413"/>
            <a:ext cx="6694488" cy="1855787"/>
            <a:chOff x="0" y="0"/>
            <a:chExt cx="4416" cy="1680"/>
          </a:xfrm>
        </p:grpSpPr>
        <p:sp>
          <p:nvSpPr>
            <p:cNvPr id="48152" name="Rectangle 79"/>
            <p:cNvSpPr>
              <a:spLocks noChangeArrowheads="1"/>
            </p:cNvSpPr>
            <p:nvPr/>
          </p:nvSpPr>
          <p:spPr bwMode="auto">
            <a:xfrm>
              <a:off x="0" y="0"/>
              <a:ext cx="4416" cy="1680"/>
            </a:xfrm>
            <a:prstGeom prst="rect">
              <a:avLst/>
            </a:prstGeom>
            <a:gradFill rotWithShape="0">
              <a:gsLst>
                <a:gs pos="0">
                  <a:srgbClr val="5E9EFF"/>
                </a:gs>
                <a:gs pos="39999">
                  <a:srgbClr val="85C2FF"/>
                </a:gs>
                <a:gs pos="70000">
                  <a:srgbClr val="C4D6EB"/>
                </a:gs>
                <a:gs pos="100000">
                  <a:srgbClr val="FFEBFA"/>
                </a:gs>
              </a:gsLst>
              <a:lin ang="540000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zh-CN" altLang="en-US"/>
            </a:p>
          </p:txBody>
        </p:sp>
        <p:grpSp>
          <p:nvGrpSpPr>
            <p:cNvPr id="48153" name="Group 80"/>
            <p:cNvGrpSpPr>
              <a:grpSpLocks/>
            </p:cNvGrpSpPr>
            <p:nvPr/>
          </p:nvGrpSpPr>
          <p:grpSpPr bwMode="auto">
            <a:xfrm>
              <a:off x="240" y="216"/>
              <a:ext cx="4072" cy="984"/>
              <a:chOff x="0" y="0"/>
              <a:chExt cx="4072" cy="984"/>
            </a:xfrm>
          </p:grpSpPr>
          <p:sp>
            <p:nvSpPr>
              <p:cNvPr id="48154" name="未知"/>
              <p:cNvSpPr>
                <a:spLocks/>
              </p:cNvSpPr>
              <p:nvPr/>
            </p:nvSpPr>
            <p:spPr bwMode="auto">
              <a:xfrm>
                <a:off x="0" y="816"/>
                <a:ext cx="3434" cy="168"/>
              </a:xfrm>
              <a:custGeom>
                <a:avLst/>
                <a:gdLst>
                  <a:gd name="T0" fmla="*/ 0 w 336"/>
                  <a:gd name="T1" fmla="*/ 76 h 192"/>
                  <a:gd name="T2" fmla="*/ 0 w 336"/>
                  <a:gd name="T3" fmla="*/ 0 h 192"/>
                  <a:gd name="T4" fmla="*/ 2147483647 w 336"/>
                  <a:gd name="T5" fmla="*/ 0 h 192"/>
                  <a:gd name="T6" fmla="*/ 2147483647 w 336"/>
                  <a:gd name="T7" fmla="*/ 76 h 192"/>
                  <a:gd name="T8" fmla="*/ 0 60000 65536"/>
                  <a:gd name="T9" fmla="*/ 0 60000 65536"/>
                  <a:gd name="T10" fmla="*/ 0 60000 65536"/>
                  <a:gd name="T11" fmla="*/ 0 60000 65536"/>
                  <a:gd name="T12" fmla="*/ 0 w 336"/>
                  <a:gd name="T13" fmla="*/ 0 h 192"/>
                  <a:gd name="T14" fmla="*/ 336 w 336"/>
                  <a:gd name="T15" fmla="*/ 192 h 192"/>
                </a:gdLst>
                <a:ahLst/>
                <a:cxnLst>
                  <a:cxn ang="T8">
                    <a:pos x="T0" y="T1"/>
                  </a:cxn>
                  <a:cxn ang="T9">
                    <a:pos x="T2" y="T3"/>
                  </a:cxn>
                  <a:cxn ang="T10">
                    <a:pos x="T4" y="T5"/>
                  </a:cxn>
                  <a:cxn ang="T11">
                    <a:pos x="T6" y="T7"/>
                  </a:cxn>
                </a:cxnLst>
                <a:rect l="T12" t="T13" r="T14" b="T15"/>
                <a:pathLst>
                  <a:path w="336" h="192">
                    <a:moveTo>
                      <a:pt x="0" y="192"/>
                    </a:moveTo>
                    <a:lnTo>
                      <a:pt x="0" y="0"/>
                    </a:lnTo>
                    <a:lnTo>
                      <a:pt x="336" y="0"/>
                    </a:lnTo>
                    <a:lnTo>
                      <a:pt x="336" y="192"/>
                    </a:lnTo>
                  </a:path>
                </a:pathLst>
              </a:custGeom>
              <a:solidFill>
                <a:schemeClr val="folHlink"/>
              </a:solidFill>
              <a:ln w="9525">
                <a:round/>
                <a:headEnd/>
                <a:tailEnd/>
              </a:ln>
              <a:scene3d>
                <a:camera prst="legacyObliqueTopLeft"/>
                <a:lightRig rig="legacyFlat2" dir="t"/>
              </a:scene3d>
              <a:sp3d extrusionH="430200" prstMaterial="legacyMatte">
                <a:bevelT w="13500" h="13500" prst="angle"/>
                <a:bevelB w="13500" h="13500" prst="angle"/>
                <a:extrusionClr>
                  <a:schemeClr val="folHlink"/>
                </a:extrusionClr>
              </a:sp3d>
            </p:spPr>
            <p:txBody>
              <a:bodyPr wrap="none" anchor="ctr">
                <a:flatTx/>
              </a:bodyPr>
              <a:lstStyle/>
              <a:p>
                <a:endParaRPr lang="zh-CN" altLang="en-US"/>
              </a:p>
            </p:txBody>
          </p:sp>
          <p:grpSp>
            <p:nvGrpSpPr>
              <p:cNvPr id="48155" name="Group 82"/>
              <p:cNvGrpSpPr>
                <a:grpSpLocks/>
              </p:cNvGrpSpPr>
              <p:nvPr/>
            </p:nvGrpSpPr>
            <p:grpSpPr bwMode="auto">
              <a:xfrm>
                <a:off x="2608" y="0"/>
                <a:ext cx="1464" cy="829"/>
                <a:chOff x="0" y="0"/>
                <a:chExt cx="1464" cy="829"/>
              </a:xfrm>
            </p:grpSpPr>
            <p:graphicFrame>
              <p:nvGraphicFramePr>
                <p:cNvPr id="48156" name="Object 83"/>
                <p:cNvGraphicFramePr>
                  <a:graphicFrameLocks noChangeAspect="1"/>
                </p:cNvGraphicFramePr>
                <p:nvPr/>
              </p:nvGraphicFramePr>
              <p:xfrm>
                <a:off x="1282" y="0"/>
                <a:ext cx="182" cy="208"/>
              </p:xfrm>
              <a:graphic>
                <a:graphicData uri="http://schemas.openxmlformats.org/presentationml/2006/ole">
                  <p:oleObj spid="_x0000_s48186" name="Equation" r:id="rId6" imgW="164957" imgH="203024" progId="Equation.DSMT4">
                    <p:embed/>
                  </p:oleObj>
                </a:graphicData>
              </a:graphic>
            </p:graphicFrame>
            <p:sp>
              <p:nvSpPr>
                <p:cNvPr id="48157" name="未知" descr="胡桃"/>
                <p:cNvSpPr>
                  <a:spLocks/>
                </p:cNvSpPr>
                <p:nvPr/>
              </p:nvSpPr>
              <p:spPr bwMode="auto">
                <a:xfrm>
                  <a:off x="0" y="378"/>
                  <a:ext cx="586" cy="451"/>
                </a:xfrm>
                <a:custGeom>
                  <a:avLst/>
                  <a:gdLst>
                    <a:gd name="T0" fmla="*/ 0 w 336"/>
                    <a:gd name="T1" fmla="*/ 75740 h 192"/>
                    <a:gd name="T2" fmla="*/ 0 w 336"/>
                    <a:gd name="T3" fmla="*/ 0 h 192"/>
                    <a:gd name="T4" fmla="*/ 16488 w 336"/>
                    <a:gd name="T5" fmla="*/ 0 h 192"/>
                    <a:gd name="T6" fmla="*/ 16488 w 336"/>
                    <a:gd name="T7" fmla="*/ 75740 h 192"/>
                    <a:gd name="T8" fmla="*/ 0 60000 65536"/>
                    <a:gd name="T9" fmla="*/ 0 60000 65536"/>
                    <a:gd name="T10" fmla="*/ 0 60000 65536"/>
                    <a:gd name="T11" fmla="*/ 0 60000 65536"/>
                    <a:gd name="T12" fmla="*/ 0 w 336"/>
                    <a:gd name="T13" fmla="*/ 0 h 192"/>
                    <a:gd name="T14" fmla="*/ 336 w 336"/>
                    <a:gd name="T15" fmla="*/ 192 h 192"/>
                  </a:gdLst>
                  <a:ahLst/>
                  <a:cxnLst>
                    <a:cxn ang="T8">
                      <a:pos x="T0" y="T1"/>
                    </a:cxn>
                    <a:cxn ang="T9">
                      <a:pos x="T2" y="T3"/>
                    </a:cxn>
                    <a:cxn ang="T10">
                      <a:pos x="T4" y="T5"/>
                    </a:cxn>
                    <a:cxn ang="T11">
                      <a:pos x="T6" y="T7"/>
                    </a:cxn>
                  </a:cxnLst>
                  <a:rect l="T12" t="T13" r="T14" b="T15"/>
                  <a:pathLst>
                    <a:path w="336" h="192">
                      <a:moveTo>
                        <a:pt x="0" y="192"/>
                      </a:moveTo>
                      <a:lnTo>
                        <a:pt x="0" y="0"/>
                      </a:lnTo>
                      <a:lnTo>
                        <a:pt x="336" y="0"/>
                      </a:lnTo>
                      <a:lnTo>
                        <a:pt x="336" y="192"/>
                      </a:lnTo>
                    </a:path>
                  </a:pathLst>
                </a:custGeom>
                <a:blipFill dpi="0" rotWithShape="0">
                  <a:blip r:embed="rId5" cstate="print"/>
                  <a:srcRect/>
                  <a:tile tx="0" ty="0" sx="100000" sy="100000" flip="none" algn="tl"/>
                </a:blipFill>
                <a:ln w="9525">
                  <a:round/>
                  <a:headEnd/>
                  <a:tailEnd/>
                </a:ln>
                <a:scene3d>
                  <a:camera prst="legacyObliqueTopLeft"/>
                  <a:lightRig rig="legacyFlat2" dir="t"/>
                </a:scene3d>
                <a:sp3d extrusionH="227000" prstMaterial="legacyMatte">
                  <a:bevelT w="13500" h="13500" prst="angle"/>
                  <a:bevelB w="13500" h="13500" prst="angle"/>
                  <a:extrusionClr>
                    <a:srgbClr val="FFFFFF"/>
                  </a:extrusionClr>
                </a:sp3d>
              </p:spPr>
              <p:txBody>
                <a:bodyPr wrap="none" anchor="ctr">
                  <a:flatTx/>
                </a:bodyPr>
                <a:lstStyle/>
                <a:p>
                  <a:endParaRPr lang="zh-CN" altLang="en-US"/>
                </a:p>
              </p:txBody>
            </p:sp>
            <p:sp>
              <p:nvSpPr>
                <p:cNvPr id="48158" name="Line 85"/>
                <p:cNvSpPr>
                  <a:spLocks noChangeShapeType="1"/>
                </p:cNvSpPr>
                <p:nvPr/>
              </p:nvSpPr>
              <p:spPr bwMode="auto">
                <a:xfrm>
                  <a:off x="530" y="401"/>
                  <a:ext cx="703" cy="0"/>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48159" name="Line 86"/>
                <p:cNvSpPr>
                  <a:spLocks noChangeShapeType="1"/>
                </p:cNvSpPr>
                <p:nvPr/>
              </p:nvSpPr>
              <p:spPr bwMode="auto">
                <a:xfrm flipV="1">
                  <a:off x="535" y="45"/>
                  <a:ext cx="703" cy="322"/>
                </a:xfrm>
                <a:prstGeom prst="line">
                  <a:avLst/>
                </a:prstGeom>
                <a:noFill/>
                <a:ln w="38100">
                  <a:solidFill>
                    <a:srgbClr val="FF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48160" name="未知"/>
                <p:cNvSpPr>
                  <a:spLocks/>
                </p:cNvSpPr>
                <p:nvPr/>
              </p:nvSpPr>
              <p:spPr bwMode="auto">
                <a:xfrm>
                  <a:off x="808" y="270"/>
                  <a:ext cx="51" cy="129"/>
                </a:xfrm>
                <a:custGeom>
                  <a:avLst/>
                  <a:gdLst>
                    <a:gd name="T0" fmla="*/ 0 w 48"/>
                    <a:gd name="T1" fmla="*/ 0 h 96"/>
                    <a:gd name="T2" fmla="*/ 73 w 48"/>
                    <a:gd name="T3" fmla="*/ 382 h 96"/>
                    <a:gd name="T4" fmla="*/ 0 w 48"/>
                    <a:gd name="T5" fmla="*/ 757 h 96"/>
                    <a:gd name="T6" fmla="*/ 0 60000 65536"/>
                    <a:gd name="T7" fmla="*/ 0 60000 65536"/>
                    <a:gd name="T8" fmla="*/ 0 60000 65536"/>
                    <a:gd name="T9" fmla="*/ 0 w 48"/>
                    <a:gd name="T10" fmla="*/ 0 h 96"/>
                    <a:gd name="T11" fmla="*/ 48 w 48"/>
                    <a:gd name="T12" fmla="*/ 96 h 96"/>
                  </a:gdLst>
                  <a:ahLst/>
                  <a:cxnLst>
                    <a:cxn ang="T6">
                      <a:pos x="T0" y="T1"/>
                    </a:cxn>
                    <a:cxn ang="T7">
                      <a:pos x="T2" y="T3"/>
                    </a:cxn>
                    <a:cxn ang="T8">
                      <a:pos x="T4" y="T5"/>
                    </a:cxn>
                  </a:cxnLst>
                  <a:rect l="T9" t="T10" r="T11" b="T12"/>
                  <a:pathLst>
                    <a:path w="48" h="96">
                      <a:moveTo>
                        <a:pt x="0" y="0"/>
                      </a:moveTo>
                      <a:cubicBezTo>
                        <a:pt x="24" y="16"/>
                        <a:pt x="48" y="32"/>
                        <a:pt x="48" y="48"/>
                      </a:cubicBezTo>
                      <a:cubicBezTo>
                        <a:pt x="48" y="64"/>
                        <a:pt x="24" y="80"/>
                        <a:pt x="0" y="96"/>
                      </a:cubicBezTo>
                    </a:path>
                  </a:pathLst>
                </a:custGeom>
                <a:noFill/>
                <a:ln w="9525"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48161" name="Text Box 88"/>
                <p:cNvSpPr txBox="1">
                  <a:spLocks noChangeArrowheads="1"/>
                </p:cNvSpPr>
                <p:nvPr/>
              </p:nvSpPr>
              <p:spPr bwMode="auto">
                <a:xfrm>
                  <a:off x="916" y="168"/>
                  <a:ext cx="201" cy="33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b="0" i="1">
                      <a:sym typeface="Symbol" pitchFamily="18" charset="2"/>
                    </a:rPr>
                    <a:t></a:t>
                  </a:r>
                  <a:endParaRPr lang="zh-CN" altLang="en-US" sz="1800" b="0" i="1"/>
                </a:p>
              </p:txBody>
            </p:sp>
          </p:grpSp>
        </p:grpSp>
      </p:grpSp>
      <p:grpSp>
        <p:nvGrpSpPr>
          <p:cNvPr id="8" name="Group 89"/>
          <p:cNvGrpSpPr>
            <a:grpSpLocks/>
          </p:cNvGrpSpPr>
          <p:nvPr/>
        </p:nvGrpSpPr>
        <p:grpSpPr bwMode="auto">
          <a:xfrm>
            <a:off x="2019300" y="2378075"/>
            <a:ext cx="3822700" cy="1497013"/>
            <a:chOff x="0" y="0"/>
            <a:chExt cx="2408" cy="1257"/>
          </a:xfrm>
        </p:grpSpPr>
        <p:grpSp>
          <p:nvGrpSpPr>
            <p:cNvPr id="48139" name="Group 90"/>
            <p:cNvGrpSpPr>
              <a:grpSpLocks/>
            </p:cNvGrpSpPr>
            <p:nvPr/>
          </p:nvGrpSpPr>
          <p:grpSpPr bwMode="auto">
            <a:xfrm>
              <a:off x="0" y="0"/>
              <a:ext cx="1464" cy="829"/>
              <a:chOff x="0" y="0"/>
              <a:chExt cx="1464" cy="829"/>
            </a:xfrm>
          </p:grpSpPr>
          <p:graphicFrame>
            <p:nvGraphicFramePr>
              <p:cNvPr id="48146" name="Object 91"/>
              <p:cNvGraphicFramePr>
                <a:graphicFrameLocks noChangeAspect="1"/>
              </p:cNvGraphicFramePr>
              <p:nvPr/>
            </p:nvGraphicFramePr>
            <p:xfrm>
              <a:off x="1282" y="0"/>
              <a:ext cx="182" cy="208"/>
            </p:xfrm>
            <a:graphic>
              <a:graphicData uri="http://schemas.openxmlformats.org/presentationml/2006/ole">
                <p:oleObj spid="_x0000_s48187" name="Equation" r:id="rId7" imgW="164957" imgH="203024" progId="Equation.DSMT4">
                  <p:embed/>
                </p:oleObj>
              </a:graphicData>
            </a:graphic>
          </p:graphicFrame>
          <p:sp>
            <p:nvSpPr>
              <p:cNvPr id="48147" name="未知"/>
              <p:cNvSpPr>
                <a:spLocks/>
              </p:cNvSpPr>
              <p:nvPr/>
            </p:nvSpPr>
            <p:spPr bwMode="auto">
              <a:xfrm>
                <a:off x="0" y="378"/>
                <a:ext cx="586" cy="451"/>
              </a:xfrm>
              <a:custGeom>
                <a:avLst/>
                <a:gdLst>
                  <a:gd name="T0" fmla="*/ 0 w 336"/>
                  <a:gd name="T1" fmla="*/ 75740 h 192"/>
                  <a:gd name="T2" fmla="*/ 0 w 336"/>
                  <a:gd name="T3" fmla="*/ 0 h 192"/>
                  <a:gd name="T4" fmla="*/ 16488 w 336"/>
                  <a:gd name="T5" fmla="*/ 0 h 192"/>
                  <a:gd name="T6" fmla="*/ 16488 w 336"/>
                  <a:gd name="T7" fmla="*/ 75740 h 192"/>
                  <a:gd name="T8" fmla="*/ 0 60000 65536"/>
                  <a:gd name="T9" fmla="*/ 0 60000 65536"/>
                  <a:gd name="T10" fmla="*/ 0 60000 65536"/>
                  <a:gd name="T11" fmla="*/ 0 60000 65536"/>
                  <a:gd name="T12" fmla="*/ 0 w 336"/>
                  <a:gd name="T13" fmla="*/ 0 h 192"/>
                  <a:gd name="T14" fmla="*/ 336 w 336"/>
                  <a:gd name="T15" fmla="*/ 192 h 192"/>
                </a:gdLst>
                <a:ahLst/>
                <a:cxnLst>
                  <a:cxn ang="T8">
                    <a:pos x="T0" y="T1"/>
                  </a:cxn>
                  <a:cxn ang="T9">
                    <a:pos x="T2" y="T3"/>
                  </a:cxn>
                  <a:cxn ang="T10">
                    <a:pos x="T4" y="T5"/>
                  </a:cxn>
                  <a:cxn ang="T11">
                    <a:pos x="T6" y="T7"/>
                  </a:cxn>
                </a:cxnLst>
                <a:rect l="T12" t="T13" r="T14" b="T15"/>
                <a:pathLst>
                  <a:path w="336" h="192">
                    <a:moveTo>
                      <a:pt x="0" y="192"/>
                    </a:moveTo>
                    <a:lnTo>
                      <a:pt x="0" y="0"/>
                    </a:lnTo>
                    <a:lnTo>
                      <a:pt x="336" y="0"/>
                    </a:lnTo>
                    <a:lnTo>
                      <a:pt x="336" y="192"/>
                    </a:lnTo>
                  </a:path>
                </a:pathLst>
              </a:custGeom>
              <a:solidFill>
                <a:srgbClr val="DDDDFF"/>
              </a:solidFill>
              <a:ln w="9525">
                <a:round/>
                <a:headEnd/>
                <a:tailEnd/>
              </a:ln>
              <a:scene3d>
                <a:camera prst="legacyObliqueTopLeft"/>
                <a:lightRig rig="legacyFlat2" dir="t"/>
              </a:scene3d>
              <a:sp3d extrusionH="227000" prstMaterial="legacyMatte">
                <a:bevelT w="13500" h="13500" prst="angle"/>
                <a:bevelB w="13500" h="13500" prst="angle"/>
                <a:extrusionClr>
                  <a:srgbClr val="DDDDFF"/>
                </a:extrusionClr>
              </a:sp3d>
            </p:spPr>
            <p:txBody>
              <a:bodyPr wrap="none" anchor="ctr">
                <a:flatTx/>
              </a:bodyPr>
              <a:lstStyle/>
              <a:p>
                <a:endParaRPr lang="zh-CN" altLang="en-US"/>
              </a:p>
            </p:txBody>
          </p:sp>
          <p:sp>
            <p:nvSpPr>
              <p:cNvPr id="48148" name="Line 93"/>
              <p:cNvSpPr>
                <a:spLocks noChangeShapeType="1"/>
              </p:cNvSpPr>
              <p:nvPr/>
            </p:nvSpPr>
            <p:spPr bwMode="auto">
              <a:xfrm>
                <a:off x="530" y="401"/>
                <a:ext cx="703" cy="0"/>
              </a:xfrm>
              <a:prstGeom prst="line">
                <a:avLst/>
              </a:prstGeom>
              <a:noFill/>
              <a:ln w="9525">
                <a:solidFill>
                  <a:srgbClr val="000000"/>
                </a:solidFill>
                <a:prstDash val="sysDot"/>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48149" name="Line 94"/>
              <p:cNvSpPr>
                <a:spLocks noChangeShapeType="1"/>
              </p:cNvSpPr>
              <p:nvPr/>
            </p:nvSpPr>
            <p:spPr bwMode="auto">
              <a:xfrm flipV="1">
                <a:off x="535" y="45"/>
                <a:ext cx="703" cy="322"/>
              </a:xfrm>
              <a:prstGeom prst="line">
                <a:avLst/>
              </a:prstGeom>
              <a:noFill/>
              <a:ln w="38100">
                <a:solidFill>
                  <a:srgbClr val="FF0000"/>
                </a:solidFill>
                <a:prstDash val="sysDot"/>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48150" name="未知"/>
              <p:cNvSpPr>
                <a:spLocks/>
              </p:cNvSpPr>
              <p:nvPr/>
            </p:nvSpPr>
            <p:spPr bwMode="auto">
              <a:xfrm>
                <a:off x="746" y="270"/>
                <a:ext cx="51" cy="129"/>
              </a:xfrm>
              <a:custGeom>
                <a:avLst/>
                <a:gdLst>
                  <a:gd name="T0" fmla="*/ 0 w 48"/>
                  <a:gd name="T1" fmla="*/ 0 h 96"/>
                  <a:gd name="T2" fmla="*/ 73 w 48"/>
                  <a:gd name="T3" fmla="*/ 382 h 96"/>
                  <a:gd name="T4" fmla="*/ 0 w 48"/>
                  <a:gd name="T5" fmla="*/ 757 h 96"/>
                  <a:gd name="T6" fmla="*/ 0 60000 65536"/>
                  <a:gd name="T7" fmla="*/ 0 60000 65536"/>
                  <a:gd name="T8" fmla="*/ 0 60000 65536"/>
                  <a:gd name="T9" fmla="*/ 0 w 48"/>
                  <a:gd name="T10" fmla="*/ 0 h 96"/>
                  <a:gd name="T11" fmla="*/ 48 w 48"/>
                  <a:gd name="T12" fmla="*/ 96 h 96"/>
                </a:gdLst>
                <a:ahLst/>
                <a:cxnLst>
                  <a:cxn ang="T6">
                    <a:pos x="T0" y="T1"/>
                  </a:cxn>
                  <a:cxn ang="T7">
                    <a:pos x="T2" y="T3"/>
                  </a:cxn>
                  <a:cxn ang="T8">
                    <a:pos x="T4" y="T5"/>
                  </a:cxn>
                </a:cxnLst>
                <a:rect l="T9" t="T10" r="T11" b="T12"/>
                <a:pathLst>
                  <a:path w="48" h="96">
                    <a:moveTo>
                      <a:pt x="0" y="0"/>
                    </a:moveTo>
                    <a:cubicBezTo>
                      <a:pt x="24" y="16"/>
                      <a:pt x="48" y="32"/>
                      <a:pt x="48" y="48"/>
                    </a:cubicBezTo>
                    <a:cubicBezTo>
                      <a:pt x="48" y="64"/>
                      <a:pt x="24" y="80"/>
                      <a:pt x="0" y="96"/>
                    </a:cubicBezTo>
                  </a:path>
                </a:pathLst>
              </a:custGeom>
              <a:solidFill>
                <a:srgbClr val="DDDDFF">
                  <a:alpha val="50195"/>
                </a:srgbClr>
              </a:solidFill>
              <a:ln w="9525" cap="flat" cmpd="sng">
                <a:solidFill>
                  <a:srgbClr val="000000"/>
                </a:solidFill>
                <a:prstDash val="sysDot"/>
                <a:round/>
                <a:headEnd/>
                <a:tailEnd/>
              </a:ln>
            </p:spPr>
            <p:txBody>
              <a:bodyPr wrap="none" anchor="ctr"/>
              <a:lstStyle/>
              <a:p>
                <a:endParaRPr lang="zh-CN" altLang="en-US"/>
              </a:p>
            </p:txBody>
          </p:sp>
          <p:sp>
            <p:nvSpPr>
              <p:cNvPr id="48151" name="Text Box 96"/>
              <p:cNvSpPr txBox="1">
                <a:spLocks noChangeArrowheads="1"/>
              </p:cNvSpPr>
              <p:nvPr/>
            </p:nvSpPr>
            <p:spPr bwMode="auto">
              <a:xfrm>
                <a:off x="916" y="168"/>
                <a:ext cx="192" cy="310"/>
              </a:xfrm>
              <a:prstGeom prst="rect">
                <a:avLst/>
              </a:prstGeom>
              <a:solidFill>
                <a:srgbClr val="DDDDFF">
                  <a:alpha val="50195"/>
                </a:srgbClr>
              </a:solidFill>
              <a:ln w="9525">
                <a:solidFill>
                  <a:schemeClr val="tx1"/>
                </a:solidFill>
                <a:prstDash val="sysDot"/>
                <a:miter lim="800000"/>
                <a:headEnd/>
                <a:tailEnd/>
              </a:ln>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b="0" i="1">
                    <a:sym typeface="Symbol" pitchFamily="18" charset="2"/>
                  </a:rPr>
                  <a:t></a:t>
                </a:r>
                <a:endParaRPr lang="zh-CN" altLang="en-US" sz="1800" b="0" i="1"/>
              </a:p>
            </p:txBody>
          </p:sp>
        </p:grpSp>
        <p:grpSp>
          <p:nvGrpSpPr>
            <p:cNvPr id="48140" name="Group 97"/>
            <p:cNvGrpSpPr>
              <a:grpSpLocks/>
            </p:cNvGrpSpPr>
            <p:nvPr/>
          </p:nvGrpSpPr>
          <p:grpSpPr bwMode="auto">
            <a:xfrm>
              <a:off x="592" y="840"/>
              <a:ext cx="1816" cy="417"/>
              <a:chOff x="0" y="0"/>
              <a:chExt cx="1816" cy="417"/>
            </a:xfrm>
          </p:grpSpPr>
          <p:graphicFrame>
            <p:nvGraphicFramePr>
              <p:cNvPr id="48141" name="Object 98"/>
              <p:cNvGraphicFramePr>
                <a:graphicFrameLocks noChangeAspect="1"/>
              </p:cNvGraphicFramePr>
              <p:nvPr/>
            </p:nvGraphicFramePr>
            <p:xfrm>
              <a:off x="804" y="232"/>
              <a:ext cx="241" cy="185"/>
            </p:xfrm>
            <a:graphic>
              <a:graphicData uri="http://schemas.openxmlformats.org/presentationml/2006/ole">
                <p:oleObj spid="_x0000_s48188" name="Equation" r:id="rId8" imgW="215619" imgH="177569" progId="Equation.DSMT4">
                  <p:embed/>
                </p:oleObj>
              </a:graphicData>
            </a:graphic>
          </p:graphicFrame>
          <p:sp>
            <p:nvSpPr>
              <p:cNvPr id="48142" name="Line 99"/>
              <p:cNvSpPr>
                <a:spLocks noChangeShapeType="1"/>
              </p:cNvSpPr>
              <p:nvPr/>
            </p:nvSpPr>
            <p:spPr bwMode="auto">
              <a:xfrm>
                <a:off x="0" y="0"/>
                <a:ext cx="0" cy="386"/>
              </a:xfrm>
              <a:prstGeom prst="line">
                <a:avLst/>
              </a:prstGeom>
              <a:noFill/>
              <a:ln w="9525">
                <a:solidFill>
                  <a:srgbClr val="FFFF00"/>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48143" name="Line 100"/>
              <p:cNvSpPr>
                <a:spLocks noChangeShapeType="1"/>
              </p:cNvSpPr>
              <p:nvPr/>
            </p:nvSpPr>
            <p:spPr bwMode="auto">
              <a:xfrm>
                <a:off x="1816" y="0"/>
                <a:ext cx="0" cy="386"/>
              </a:xfrm>
              <a:prstGeom prst="line">
                <a:avLst/>
              </a:prstGeom>
              <a:noFill/>
              <a:ln w="9525">
                <a:solidFill>
                  <a:srgbClr val="FFFF00"/>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48144" name="Line 101"/>
              <p:cNvSpPr>
                <a:spLocks noChangeShapeType="1"/>
              </p:cNvSpPr>
              <p:nvPr/>
            </p:nvSpPr>
            <p:spPr bwMode="auto">
              <a:xfrm>
                <a:off x="0" y="280"/>
                <a:ext cx="644" cy="0"/>
              </a:xfrm>
              <a:prstGeom prst="line">
                <a:avLst/>
              </a:prstGeom>
              <a:noFill/>
              <a:ln w="28575">
                <a:solidFill>
                  <a:srgbClr val="FFFF00"/>
                </a:solidFill>
                <a:round/>
                <a:headEnd type="triangle" w="med" len="me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48145" name="Line 102"/>
              <p:cNvSpPr>
                <a:spLocks noChangeShapeType="1"/>
              </p:cNvSpPr>
              <p:nvPr/>
            </p:nvSpPr>
            <p:spPr bwMode="auto">
              <a:xfrm>
                <a:off x="1113" y="280"/>
                <a:ext cx="703" cy="0"/>
              </a:xfrm>
              <a:prstGeom prst="line">
                <a:avLst/>
              </a:prstGeom>
              <a:noFill/>
              <a:ln w="28575">
                <a:solidFill>
                  <a:srgbClr val="FFFF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grpSp>
      </p:grpSp>
      <p:graphicFrame>
        <p:nvGraphicFramePr>
          <p:cNvPr id="47207" name="Object 103"/>
          <p:cNvGraphicFramePr>
            <a:graphicFrameLocks noChangeAspect="1"/>
          </p:cNvGraphicFramePr>
          <p:nvPr/>
        </p:nvGraphicFramePr>
        <p:xfrm>
          <a:off x="1325563" y="4030663"/>
          <a:ext cx="6918325" cy="603250"/>
        </p:xfrm>
        <a:graphic>
          <a:graphicData uri="http://schemas.openxmlformats.org/presentationml/2006/ole">
            <p:oleObj spid="_x0000_s48189" name="Equation" r:id="rId9" imgW="2832100" imgH="330200" progId="Equation.DSMT4">
              <p:embed/>
            </p:oleObj>
          </a:graphicData>
        </a:graphic>
      </p:graphicFrame>
      <p:sp>
        <p:nvSpPr>
          <p:cNvPr id="47208" name="Rectangle 104"/>
          <p:cNvSpPr>
            <a:spLocks noChangeArrowheads="1"/>
          </p:cNvSpPr>
          <p:nvPr/>
        </p:nvSpPr>
        <p:spPr bwMode="auto">
          <a:xfrm>
            <a:off x="755650" y="4603750"/>
            <a:ext cx="5121275" cy="425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lnSpc>
                <a:spcPct val="120000"/>
              </a:lnSpc>
            </a:pPr>
            <a:r>
              <a:rPr lang="zh-CN" altLang="en-US" sz="1800">
                <a:solidFill>
                  <a:srgbClr val="000000"/>
                </a:solidFill>
                <a:latin typeface="华文中宋" pitchFamily="2" charset="-122"/>
                <a:ea typeface="华文中宋" pitchFamily="2" charset="-122"/>
              </a:rPr>
              <a:t>力在位移方向上的投影与该物体位移大小的乘积</a:t>
            </a:r>
            <a:r>
              <a:rPr lang="zh-CN" altLang="en-US" sz="1800">
                <a:latin typeface="华文中宋" pitchFamily="2" charset="-122"/>
                <a:ea typeface="华文中宋" pitchFamily="2" charset="-122"/>
              </a:rPr>
              <a:t>。</a:t>
            </a:r>
          </a:p>
        </p:txBody>
      </p:sp>
      <p:sp>
        <p:nvSpPr>
          <p:cNvPr id="45" name="Text Box 2"/>
          <p:cNvSpPr>
            <a:spLocks noChangeArrowheads="1"/>
          </p:cNvSpPr>
          <p:nvPr/>
        </p:nvSpPr>
        <p:spPr bwMode="auto">
          <a:xfrm>
            <a:off x="593725" y="874713"/>
            <a:ext cx="1889125" cy="401637"/>
          </a:xfrm>
          <a:prstGeom prst="homePlate">
            <a:avLst>
              <a:gd name="adj" fmla="val 49845"/>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buFont typeface="Arial" charset="0"/>
              <a:buNone/>
            </a:pPr>
            <a:r>
              <a:rPr lang="zh-CN" altLang="en-US" sz="2000">
                <a:solidFill>
                  <a:srgbClr val="FFFFFF"/>
                </a:solidFill>
                <a:latin typeface="微软雅黑" pitchFamily="34" charset="-122"/>
                <a:ea typeface="微软雅黑" pitchFamily="34" charset="-122"/>
              </a:rPr>
              <a:t>一、功与功率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down)">
                                      <p:cBhvr>
                                        <p:cTn id="7" dur="500"/>
                                        <p:tgtEl>
                                          <p:spTgt spid="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47143"/>
                                        </p:tgtEl>
                                        <p:attrNameLst>
                                          <p:attrName>style.visibility</p:attrName>
                                        </p:attrNameLst>
                                      </p:cBhvr>
                                      <p:to>
                                        <p:strVal val="visible"/>
                                      </p:to>
                                    </p:set>
                                    <p:anim calcmode="lin" valueType="num">
                                      <p:cBhvr>
                                        <p:cTn id="12" dur="500" fill="hold"/>
                                        <p:tgtEl>
                                          <p:spTgt spid="47143"/>
                                        </p:tgtEl>
                                        <p:attrNameLst>
                                          <p:attrName>ppt_w</p:attrName>
                                        </p:attrNameLst>
                                      </p:cBhvr>
                                      <p:tavLst>
                                        <p:tav tm="0">
                                          <p:val>
                                            <p:fltVal val="0"/>
                                          </p:val>
                                        </p:tav>
                                        <p:tav tm="100000">
                                          <p:val>
                                            <p:strVal val="#ppt_w"/>
                                          </p:val>
                                        </p:tav>
                                      </p:tavLst>
                                    </p:anim>
                                    <p:anim calcmode="lin" valueType="num">
                                      <p:cBhvr>
                                        <p:cTn id="13" dur="500" fill="hold"/>
                                        <p:tgtEl>
                                          <p:spTgt spid="47143"/>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10" fill="hold" nodeType="clickEffect">
                                  <p:stCondLst>
                                    <p:cond delay="0"/>
                                  </p:stCondLst>
                                  <p:childTnLst>
                                    <p:set>
                                      <p:cBhvr>
                                        <p:cTn id="17" dur="1" fill="hold">
                                          <p:stCondLst>
                                            <p:cond delay="0"/>
                                          </p:stCondLst>
                                        </p:cTn>
                                        <p:tgtEl>
                                          <p:spTgt spid="47169"/>
                                        </p:tgtEl>
                                        <p:attrNameLst>
                                          <p:attrName>style.visibility</p:attrName>
                                        </p:attrNameLst>
                                      </p:cBhvr>
                                      <p:to>
                                        <p:strVal val="visible"/>
                                      </p:to>
                                    </p:set>
                                    <p:anim calcmode="lin" valueType="num">
                                      <p:cBhvr>
                                        <p:cTn id="18" dur="500" fill="hold"/>
                                        <p:tgtEl>
                                          <p:spTgt spid="47169"/>
                                        </p:tgtEl>
                                        <p:attrNameLst>
                                          <p:attrName>ppt_w</p:attrName>
                                        </p:attrNameLst>
                                      </p:cBhvr>
                                      <p:tavLst>
                                        <p:tav tm="0">
                                          <p:val>
                                            <p:fltVal val="0"/>
                                          </p:val>
                                        </p:tav>
                                        <p:tav tm="100000">
                                          <p:val>
                                            <p:strVal val="#ppt_w"/>
                                          </p:val>
                                        </p:tav>
                                      </p:tavLst>
                                    </p:anim>
                                    <p:anim calcmode="lin" valueType="num">
                                      <p:cBhvr>
                                        <p:cTn id="19" dur="500" fill="hold"/>
                                        <p:tgtEl>
                                          <p:spTgt spid="47169"/>
                                        </p:tgtEl>
                                        <p:attrNameLst>
                                          <p:attrName>ppt_h</p:attrName>
                                        </p:attrNameLst>
                                      </p:cBhvr>
                                      <p:tavLst>
                                        <p:tav tm="0">
                                          <p:val>
                                            <p:strVal val="#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7" presetClass="entr" presetSubtype="10" fill="hold" grpId="0" nodeType="clickEffect">
                                  <p:stCondLst>
                                    <p:cond delay="0"/>
                                  </p:stCondLst>
                                  <p:childTnLst>
                                    <p:set>
                                      <p:cBhvr>
                                        <p:cTn id="23" dur="1" fill="hold">
                                          <p:stCondLst>
                                            <p:cond delay="0"/>
                                          </p:stCondLst>
                                        </p:cTn>
                                        <p:tgtEl>
                                          <p:spTgt spid="47170"/>
                                        </p:tgtEl>
                                        <p:attrNameLst>
                                          <p:attrName>style.visibility</p:attrName>
                                        </p:attrNameLst>
                                      </p:cBhvr>
                                      <p:to>
                                        <p:strVal val="visible"/>
                                      </p:to>
                                    </p:set>
                                    <p:anim calcmode="lin" valueType="num">
                                      <p:cBhvr>
                                        <p:cTn id="24" dur="500" fill="hold"/>
                                        <p:tgtEl>
                                          <p:spTgt spid="47170"/>
                                        </p:tgtEl>
                                        <p:attrNameLst>
                                          <p:attrName>ppt_w</p:attrName>
                                        </p:attrNameLst>
                                      </p:cBhvr>
                                      <p:tavLst>
                                        <p:tav tm="0">
                                          <p:val>
                                            <p:fltVal val="0"/>
                                          </p:val>
                                        </p:tav>
                                        <p:tav tm="100000">
                                          <p:val>
                                            <p:strVal val="#ppt_w"/>
                                          </p:val>
                                        </p:tav>
                                      </p:tavLst>
                                    </p:anim>
                                    <p:anim calcmode="lin" valueType="num">
                                      <p:cBhvr>
                                        <p:cTn id="25" dur="500" fill="hold"/>
                                        <p:tgtEl>
                                          <p:spTgt spid="47170"/>
                                        </p:tgtEl>
                                        <p:attrNameLst>
                                          <p:attrName>ppt_h</p:attrName>
                                        </p:attrNameLst>
                                      </p:cBhvr>
                                      <p:tavLst>
                                        <p:tav tm="0">
                                          <p:val>
                                            <p:strVal val="#ppt_h"/>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499"/>
                                          </p:stCondLst>
                                        </p:cTn>
                                        <p:tgtEl>
                                          <p:spTgt spid="2"/>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499"/>
                                          </p:stCondLst>
                                        </p:cTn>
                                        <p:tgtEl>
                                          <p:spTgt spid="5"/>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23" presetClass="entr" presetSubtype="272" fill="hold" nodeType="clickEffect">
                                  <p:stCondLst>
                                    <p:cond delay="0"/>
                                  </p:stCondLst>
                                  <p:childTnLst>
                                    <p:set>
                                      <p:cBhvr>
                                        <p:cTn id="37" dur="1" fill="hold">
                                          <p:stCondLst>
                                            <p:cond delay="0"/>
                                          </p:stCondLst>
                                        </p:cTn>
                                        <p:tgtEl>
                                          <p:spTgt spid="8"/>
                                        </p:tgtEl>
                                        <p:attrNameLst>
                                          <p:attrName>style.visibility</p:attrName>
                                        </p:attrNameLst>
                                      </p:cBhvr>
                                      <p:to>
                                        <p:strVal val="visible"/>
                                      </p:to>
                                    </p:set>
                                    <p:anim calcmode="lin" valueType="num">
                                      <p:cBhvr>
                                        <p:cTn id="38" dur="500" fill="hold"/>
                                        <p:tgtEl>
                                          <p:spTgt spid="8"/>
                                        </p:tgtEl>
                                        <p:attrNameLst>
                                          <p:attrName>ppt_w</p:attrName>
                                        </p:attrNameLst>
                                      </p:cBhvr>
                                      <p:tavLst>
                                        <p:tav tm="0">
                                          <p:val>
                                            <p:strVal val="2/3*#ppt_w"/>
                                          </p:val>
                                        </p:tav>
                                        <p:tav tm="100000">
                                          <p:val>
                                            <p:strVal val="#ppt_w"/>
                                          </p:val>
                                        </p:tav>
                                      </p:tavLst>
                                    </p:anim>
                                    <p:anim calcmode="lin" valueType="num">
                                      <p:cBhvr>
                                        <p:cTn id="39" dur="500" fill="hold"/>
                                        <p:tgtEl>
                                          <p:spTgt spid="8"/>
                                        </p:tgtEl>
                                        <p:attrNameLst>
                                          <p:attrName>ppt_h</p:attrName>
                                        </p:attrNameLst>
                                      </p:cBhvr>
                                      <p:tavLst>
                                        <p:tav tm="0">
                                          <p:val>
                                            <p:strVal val="2/3*#ppt_h"/>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17" presetClass="entr" presetSubtype="10" fill="hold" nodeType="clickEffect">
                                  <p:stCondLst>
                                    <p:cond delay="0"/>
                                  </p:stCondLst>
                                  <p:childTnLst>
                                    <p:set>
                                      <p:cBhvr>
                                        <p:cTn id="43" dur="1" fill="hold">
                                          <p:stCondLst>
                                            <p:cond delay="0"/>
                                          </p:stCondLst>
                                        </p:cTn>
                                        <p:tgtEl>
                                          <p:spTgt spid="47207"/>
                                        </p:tgtEl>
                                        <p:attrNameLst>
                                          <p:attrName>style.visibility</p:attrName>
                                        </p:attrNameLst>
                                      </p:cBhvr>
                                      <p:to>
                                        <p:strVal val="visible"/>
                                      </p:to>
                                    </p:set>
                                    <p:anim calcmode="lin" valueType="num">
                                      <p:cBhvr>
                                        <p:cTn id="44" dur="500" fill="hold"/>
                                        <p:tgtEl>
                                          <p:spTgt spid="47207"/>
                                        </p:tgtEl>
                                        <p:attrNameLst>
                                          <p:attrName>ppt_w</p:attrName>
                                        </p:attrNameLst>
                                      </p:cBhvr>
                                      <p:tavLst>
                                        <p:tav tm="0">
                                          <p:val>
                                            <p:fltVal val="0"/>
                                          </p:val>
                                        </p:tav>
                                        <p:tav tm="100000">
                                          <p:val>
                                            <p:strVal val="#ppt_w"/>
                                          </p:val>
                                        </p:tav>
                                      </p:tavLst>
                                    </p:anim>
                                    <p:anim calcmode="lin" valueType="num">
                                      <p:cBhvr>
                                        <p:cTn id="45" dur="500" fill="hold"/>
                                        <p:tgtEl>
                                          <p:spTgt spid="47207"/>
                                        </p:tgtEl>
                                        <p:attrNameLst>
                                          <p:attrName>ppt_h</p:attrName>
                                        </p:attrNameLst>
                                      </p:cBhvr>
                                      <p:tavLst>
                                        <p:tav tm="0">
                                          <p:val>
                                            <p:strVal val="#ppt_h"/>
                                          </p:val>
                                        </p:tav>
                                        <p:tav tm="100000">
                                          <p:val>
                                            <p:strVal val="#ppt_h"/>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17" presetClass="entr" presetSubtype="10" fill="hold" grpId="0" nodeType="clickEffect">
                                  <p:stCondLst>
                                    <p:cond delay="0"/>
                                  </p:stCondLst>
                                  <p:childTnLst>
                                    <p:set>
                                      <p:cBhvr>
                                        <p:cTn id="49" dur="1" fill="hold">
                                          <p:stCondLst>
                                            <p:cond delay="0"/>
                                          </p:stCondLst>
                                        </p:cTn>
                                        <p:tgtEl>
                                          <p:spTgt spid="47208"/>
                                        </p:tgtEl>
                                        <p:attrNameLst>
                                          <p:attrName>style.visibility</p:attrName>
                                        </p:attrNameLst>
                                      </p:cBhvr>
                                      <p:to>
                                        <p:strVal val="visible"/>
                                      </p:to>
                                    </p:set>
                                    <p:anim calcmode="lin" valueType="num">
                                      <p:cBhvr>
                                        <p:cTn id="50" dur="500" fill="hold"/>
                                        <p:tgtEl>
                                          <p:spTgt spid="47208"/>
                                        </p:tgtEl>
                                        <p:attrNameLst>
                                          <p:attrName>ppt_w</p:attrName>
                                        </p:attrNameLst>
                                      </p:cBhvr>
                                      <p:tavLst>
                                        <p:tav tm="0">
                                          <p:val>
                                            <p:fltVal val="0"/>
                                          </p:val>
                                        </p:tav>
                                        <p:tav tm="100000">
                                          <p:val>
                                            <p:strVal val="#ppt_w"/>
                                          </p:val>
                                        </p:tav>
                                      </p:tavLst>
                                    </p:anim>
                                    <p:anim calcmode="lin" valueType="num">
                                      <p:cBhvr>
                                        <p:cTn id="51" dur="500" fill="hold"/>
                                        <p:tgtEl>
                                          <p:spTgt spid="4720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43" grpId="0" autoUpdateAnimBg="0"/>
      <p:bldP spid="47170" grpId="0" autoUpdateAnimBg="0"/>
      <p:bldP spid="47208" grpId="0" autoUpdateAnimBg="0"/>
      <p:bldP spid="4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133" name="Rectangle 45"/>
          <p:cNvSpPr>
            <a:spLocks noChangeArrowheads="1"/>
          </p:cNvSpPr>
          <p:nvPr/>
        </p:nvSpPr>
        <p:spPr bwMode="auto">
          <a:xfrm>
            <a:off x="250825" y="922338"/>
            <a:ext cx="4625975" cy="425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lnSpc>
                <a:spcPct val="120000"/>
              </a:lnSpc>
            </a:pPr>
            <a:r>
              <a:rPr lang="zh-CN" altLang="en-US" sz="1800">
                <a:solidFill>
                  <a:srgbClr val="0000CC"/>
                </a:solidFill>
                <a:latin typeface="Times New Roman" pitchFamily="18" charset="0"/>
                <a:ea typeface="华文中宋" pitchFamily="2" charset="-122"/>
              </a:rPr>
              <a:t>物体在变力作用下或做曲线运动</a:t>
            </a:r>
            <a:r>
              <a:rPr lang="en-US" altLang="zh-CN" sz="1800">
                <a:solidFill>
                  <a:srgbClr val="FF0000"/>
                </a:solidFill>
                <a:latin typeface="Times New Roman" pitchFamily="18" charset="0"/>
                <a:ea typeface="华文中宋" pitchFamily="2" charset="-122"/>
              </a:rPr>
              <a:t>(</a:t>
            </a:r>
            <a:r>
              <a:rPr lang="zh-CN" altLang="en-US" sz="1800">
                <a:solidFill>
                  <a:srgbClr val="FF0000"/>
                </a:solidFill>
                <a:latin typeface="Times New Roman" pitchFamily="18" charset="0"/>
                <a:ea typeface="华文中宋" pitchFamily="2" charset="-122"/>
              </a:rPr>
              <a:t>大学）</a:t>
            </a:r>
          </a:p>
        </p:txBody>
      </p:sp>
      <p:graphicFrame>
        <p:nvGraphicFramePr>
          <p:cNvPr id="89134" name="Object 46"/>
          <p:cNvGraphicFramePr>
            <a:graphicFrameLocks noGrp="1" noChangeAspect="1"/>
          </p:cNvGraphicFramePr>
          <p:nvPr>
            <p:ph sz="half" idx="4294967295"/>
          </p:nvPr>
        </p:nvGraphicFramePr>
        <p:xfrm>
          <a:off x="252413" y="1419225"/>
          <a:ext cx="1871662" cy="569913"/>
        </p:xfrm>
        <a:graphic>
          <a:graphicData uri="http://schemas.openxmlformats.org/presentationml/2006/ole">
            <p:oleObj spid="_x0000_s49240" name="Equation" r:id="rId3" imgW="812447" imgH="330057" progId="Equation.DSMT4">
              <p:embed/>
            </p:oleObj>
          </a:graphicData>
        </a:graphic>
      </p:graphicFrame>
      <p:graphicFrame>
        <p:nvGraphicFramePr>
          <p:cNvPr id="89192" name="Object 104"/>
          <p:cNvGraphicFramePr>
            <a:graphicFrameLocks noGrp="1" noChangeAspect="1"/>
          </p:cNvGraphicFramePr>
          <p:nvPr>
            <p:ph sz="half" idx="4294967295"/>
          </p:nvPr>
        </p:nvGraphicFramePr>
        <p:xfrm>
          <a:off x="395288" y="3221038"/>
          <a:ext cx="3529012" cy="1376362"/>
        </p:xfrm>
        <a:graphic>
          <a:graphicData uri="http://schemas.openxmlformats.org/presentationml/2006/ole">
            <p:oleObj spid="_x0000_s49241" name="Equation" r:id="rId4" imgW="1841500" imgH="1016000" progId="Equation.DSMT4">
              <p:embed/>
            </p:oleObj>
          </a:graphicData>
        </a:graphic>
      </p:graphicFrame>
      <p:sp>
        <p:nvSpPr>
          <p:cNvPr id="89136" name="Rectangle 48"/>
          <p:cNvSpPr>
            <a:spLocks noChangeArrowheads="1"/>
          </p:cNvSpPr>
          <p:nvPr/>
        </p:nvSpPr>
        <p:spPr bwMode="auto">
          <a:xfrm>
            <a:off x="4572000" y="2379663"/>
            <a:ext cx="3887788" cy="2159000"/>
          </a:xfrm>
          <a:prstGeom prst="rect">
            <a:avLst/>
          </a:prstGeom>
          <a:gradFill rotWithShape="0">
            <a:gsLst>
              <a:gs pos="0">
                <a:schemeClr val="hlink"/>
              </a:gs>
              <a:gs pos="100000">
                <a:schemeClr val="hlink">
                  <a:gamma/>
                  <a:tint val="0"/>
                  <a:invGamma/>
                </a:schemeClr>
              </a:gs>
            </a:gsLst>
            <a:lin ang="5400000" scaled="1"/>
          </a:gradFill>
          <a:ln w="9525">
            <a:noFill/>
            <a:miter lim="800000"/>
            <a:headEnd/>
            <a:tailEnd/>
          </a:ln>
          <a:effectLst/>
        </p:spPr>
        <p:txBody>
          <a:bodyPr wrap="none" anchor="ctr"/>
          <a:lstStyle/>
          <a:p>
            <a:pPr>
              <a:defRPr/>
            </a:pPr>
            <a:endParaRPr lang="zh-CN" altLang="en-US" dirty="0"/>
          </a:p>
        </p:txBody>
      </p:sp>
      <p:sp>
        <p:nvSpPr>
          <p:cNvPr id="89137" name="Text Box 49"/>
          <p:cNvSpPr txBox="1">
            <a:spLocks noChangeArrowheads="1"/>
          </p:cNvSpPr>
          <p:nvPr/>
        </p:nvSpPr>
        <p:spPr bwMode="auto">
          <a:xfrm>
            <a:off x="304800" y="2751138"/>
            <a:ext cx="15113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CC"/>
                </a:solidFill>
                <a:latin typeface="Times New Roman" pitchFamily="18" charset="0"/>
                <a:ea typeface="华文中宋" pitchFamily="2" charset="-122"/>
              </a:rPr>
              <a:t>计算方法</a:t>
            </a:r>
            <a:r>
              <a:rPr lang="en-US" altLang="zh-CN" sz="1800">
                <a:solidFill>
                  <a:srgbClr val="0000CC"/>
                </a:solidFill>
                <a:latin typeface="Times New Roman" pitchFamily="18" charset="0"/>
                <a:ea typeface="华文中宋" pitchFamily="2" charset="-122"/>
              </a:rPr>
              <a:t>1</a:t>
            </a:r>
            <a:r>
              <a:rPr lang="zh-CN" altLang="en-US" sz="1800">
                <a:solidFill>
                  <a:srgbClr val="0000CC"/>
                </a:solidFill>
                <a:latin typeface="Times New Roman" pitchFamily="18" charset="0"/>
                <a:ea typeface="华文中宋" pitchFamily="2" charset="-122"/>
              </a:rPr>
              <a:t>：</a:t>
            </a:r>
            <a:r>
              <a:rPr lang="zh-CN" altLang="en-US" sz="1800">
                <a:latin typeface="Times New Roman" pitchFamily="18" charset="0"/>
                <a:ea typeface="华文中宋" pitchFamily="2" charset="-122"/>
              </a:rPr>
              <a:t> </a:t>
            </a:r>
          </a:p>
        </p:txBody>
      </p:sp>
      <p:grpSp>
        <p:nvGrpSpPr>
          <p:cNvPr id="2" name="Group 52"/>
          <p:cNvGrpSpPr>
            <a:grpSpLocks/>
          </p:cNvGrpSpPr>
          <p:nvPr/>
        </p:nvGrpSpPr>
        <p:grpSpPr bwMode="auto">
          <a:xfrm>
            <a:off x="4725988" y="2757488"/>
            <a:ext cx="3678237" cy="1897062"/>
            <a:chOff x="0" y="0"/>
            <a:chExt cx="2543" cy="1686"/>
          </a:xfrm>
        </p:grpSpPr>
        <p:sp>
          <p:nvSpPr>
            <p:cNvPr id="49219" name="Line 53"/>
            <p:cNvSpPr>
              <a:spLocks noChangeShapeType="1"/>
            </p:cNvSpPr>
            <p:nvPr/>
          </p:nvSpPr>
          <p:spPr bwMode="auto">
            <a:xfrm>
              <a:off x="623" y="1206"/>
              <a:ext cx="1920" cy="0"/>
            </a:xfrm>
            <a:prstGeom prst="line">
              <a:avLst/>
            </a:prstGeom>
            <a:noFill/>
            <a:ln w="38100" cap="sq">
              <a:solidFill>
                <a:schemeClr val="folHlink"/>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49220" name="Line 54"/>
            <p:cNvSpPr>
              <a:spLocks noChangeShapeType="1"/>
            </p:cNvSpPr>
            <p:nvPr/>
          </p:nvSpPr>
          <p:spPr bwMode="auto">
            <a:xfrm flipV="1">
              <a:off x="623" y="54"/>
              <a:ext cx="0" cy="1152"/>
            </a:xfrm>
            <a:prstGeom prst="line">
              <a:avLst/>
            </a:prstGeom>
            <a:noFill/>
            <a:ln w="38100" cap="sq">
              <a:solidFill>
                <a:schemeClr val="folHlink"/>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49221" name="Line 55"/>
            <p:cNvSpPr>
              <a:spLocks noChangeShapeType="1"/>
            </p:cNvSpPr>
            <p:nvPr/>
          </p:nvSpPr>
          <p:spPr bwMode="auto">
            <a:xfrm flipH="1">
              <a:off x="95" y="1206"/>
              <a:ext cx="528" cy="480"/>
            </a:xfrm>
            <a:prstGeom prst="line">
              <a:avLst/>
            </a:prstGeom>
            <a:noFill/>
            <a:ln w="38100" cap="sq">
              <a:solidFill>
                <a:schemeClr val="folHlink"/>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49222" name="Text Box 56"/>
            <p:cNvSpPr txBox="1">
              <a:spLocks noChangeArrowheads="1"/>
            </p:cNvSpPr>
            <p:nvPr/>
          </p:nvSpPr>
          <p:spPr bwMode="auto">
            <a:xfrm>
              <a:off x="2146" y="1207"/>
              <a:ext cx="243" cy="3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latin typeface="Times New Roman" pitchFamily="18" charset="0"/>
                  <a:ea typeface="宋体" pitchFamily="2" charset="-122"/>
                </a:rPr>
                <a:t>X</a:t>
              </a:r>
            </a:p>
          </p:txBody>
        </p:sp>
        <p:sp>
          <p:nvSpPr>
            <p:cNvPr id="49223" name="Text Box 57"/>
            <p:cNvSpPr txBox="1">
              <a:spLocks noChangeArrowheads="1"/>
            </p:cNvSpPr>
            <p:nvPr/>
          </p:nvSpPr>
          <p:spPr bwMode="auto">
            <a:xfrm>
              <a:off x="274" y="0"/>
              <a:ext cx="243" cy="3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latin typeface="Times New Roman" pitchFamily="18" charset="0"/>
                  <a:ea typeface="宋体" pitchFamily="2" charset="-122"/>
                </a:rPr>
                <a:t>Y</a:t>
              </a:r>
            </a:p>
          </p:txBody>
        </p:sp>
        <p:sp>
          <p:nvSpPr>
            <p:cNvPr id="49224" name="Text Box 58"/>
            <p:cNvSpPr txBox="1">
              <a:spLocks noChangeArrowheads="1"/>
            </p:cNvSpPr>
            <p:nvPr/>
          </p:nvSpPr>
          <p:spPr bwMode="auto">
            <a:xfrm>
              <a:off x="0" y="1303"/>
              <a:ext cx="234" cy="3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latin typeface="Times New Roman" pitchFamily="18" charset="0"/>
                  <a:ea typeface="宋体" pitchFamily="2" charset="-122"/>
                </a:rPr>
                <a:t>Z</a:t>
              </a:r>
            </a:p>
          </p:txBody>
        </p:sp>
        <p:sp>
          <p:nvSpPr>
            <p:cNvPr id="49225" name="Text Box 59"/>
            <p:cNvSpPr txBox="1">
              <a:spLocks noChangeArrowheads="1"/>
            </p:cNvSpPr>
            <p:nvPr/>
          </p:nvSpPr>
          <p:spPr bwMode="auto">
            <a:xfrm>
              <a:off x="500" y="1188"/>
              <a:ext cx="292" cy="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2800">
                  <a:latin typeface="Times New Roman" pitchFamily="18" charset="0"/>
                  <a:ea typeface="宋体" pitchFamily="2" charset="-122"/>
                </a:rPr>
                <a:t>O</a:t>
              </a:r>
            </a:p>
          </p:txBody>
        </p:sp>
      </p:grpSp>
      <p:grpSp>
        <p:nvGrpSpPr>
          <p:cNvPr id="3" name="Group 60"/>
          <p:cNvGrpSpPr>
            <a:grpSpLocks/>
          </p:cNvGrpSpPr>
          <p:nvPr/>
        </p:nvGrpSpPr>
        <p:grpSpPr bwMode="auto">
          <a:xfrm>
            <a:off x="5792788" y="2393950"/>
            <a:ext cx="2628900" cy="1665288"/>
            <a:chOff x="0" y="0"/>
            <a:chExt cx="1818" cy="1480"/>
          </a:xfrm>
        </p:grpSpPr>
        <p:grpSp>
          <p:nvGrpSpPr>
            <p:cNvPr id="49206" name="Group 61"/>
            <p:cNvGrpSpPr>
              <a:grpSpLocks/>
            </p:cNvGrpSpPr>
            <p:nvPr/>
          </p:nvGrpSpPr>
          <p:grpSpPr bwMode="auto">
            <a:xfrm>
              <a:off x="0" y="0"/>
              <a:ext cx="1686" cy="1480"/>
              <a:chOff x="0" y="0"/>
              <a:chExt cx="1686" cy="1480"/>
            </a:xfrm>
          </p:grpSpPr>
          <p:sp>
            <p:nvSpPr>
              <p:cNvPr id="49208" name="Line 62"/>
              <p:cNvSpPr>
                <a:spLocks noChangeShapeType="1"/>
              </p:cNvSpPr>
              <p:nvPr/>
            </p:nvSpPr>
            <p:spPr bwMode="auto">
              <a:xfrm>
                <a:off x="528" y="1266"/>
                <a:ext cx="0" cy="144"/>
              </a:xfrm>
              <a:prstGeom prst="line">
                <a:avLst/>
              </a:prstGeom>
              <a:noFill/>
              <a:ln w="12700" cap="sq">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grpSp>
            <p:nvGrpSpPr>
              <p:cNvPr id="49209" name="Group 63"/>
              <p:cNvGrpSpPr>
                <a:grpSpLocks/>
              </p:cNvGrpSpPr>
              <p:nvPr/>
            </p:nvGrpSpPr>
            <p:grpSpPr bwMode="auto">
              <a:xfrm>
                <a:off x="288" y="258"/>
                <a:ext cx="1296" cy="1104"/>
                <a:chOff x="0" y="0"/>
                <a:chExt cx="1296" cy="1104"/>
              </a:xfrm>
            </p:grpSpPr>
            <p:sp>
              <p:nvSpPr>
                <p:cNvPr id="49217" name="Arc 64"/>
                <p:cNvSpPr>
                  <a:spLocks/>
                </p:cNvSpPr>
                <p:nvPr/>
              </p:nvSpPr>
              <p:spPr bwMode="auto">
                <a:xfrm flipV="1">
                  <a:off x="0" y="96"/>
                  <a:ext cx="1296" cy="100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57150" cap="sq">
                  <a:solidFill>
                    <a:schemeClr val="folHlink"/>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49218" name="Line 65"/>
                <p:cNvSpPr>
                  <a:spLocks noChangeShapeType="1"/>
                </p:cNvSpPr>
                <p:nvPr/>
              </p:nvSpPr>
              <p:spPr bwMode="auto">
                <a:xfrm flipV="1">
                  <a:off x="1296" y="0"/>
                  <a:ext cx="0" cy="96"/>
                </a:xfrm>
                <a:prstGeom prst="line">
                  <a:avLst/>
                </a:prstGeom>
                <a:noFill/>
                <a:ln w="76200" cap="sq">
                  <a:solidFill>
                    <a:schemeClr val="folHlink"/>
                  </a:solidFill>
                  <a:round/>
                  <a:headEnd/>
                  <a:tailEnd type="triangle" w="sm" len="sm"/>
                </a:ln>
                <a:extLst>
                  <a:ext uri="{909E8E84-426E-40DD-AFC4-6F175D3DCCD1}">
                    <a14:hiddenFill xmlns:a14="http://schemas.microsoft.com/office/drawing/2010/main" xmlns="">
                      <a:noFill/>
                    </a14:hiddenFill>
                  </a:ext>
                </a:extLst>
              </p:spPr>
              <p:txBody>
                <a:bodyPr wrap="none" anchor="ctr"/>
                <a:lstStyle/>
                <a:p>
                  <a:endParaRPr lang="zh-CN" altLang="en-US"/>
                </a:p>
              </p:txBody>
            </p:sp>
          </p:grpSp>
          <p:sp>
            <p:nvSpPr>
              <p:cNvPr id="49210" name="Line 66"/>
              <p:cNvSpPr>
                <a:spLocks noChangeShapeType="1"/>
              </p:cNvSpPr>
              <p:nvPr/>
            </p:nvSpPr>
            <p:spPr bwMode="auto">
              <a:xfrm>
                <a:off x="1008" y="1122"/>
                <a:ext cx="48" cy="96"/>
              </a:xfrm>
              <a:prstGeom prst="line">
                <a:avLst/>
              </a:prstGeom>
              <a:noFill/>
              <a:ln w="12700" cap="sq">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49211" name="Line 67"/>
              <p:cNvSpPr>
                <a:spLocks noChangeShapeType="1"/>
              </p:cNvSpPr>
              <p:nvPr/>
            </p:nvSpPr>
            <p:spPr bwMode="auto">
              <a:xfrm>
                <a:off x="1200" y="978"/>
                <a:ext cx="96" cy="96"/>
              </a:xfrm>
              <a:prstGeom prst="line">
                <a:avLst/>
              </a:prstGeom>
              <a:noFill/>
              <a:ln w="12700" cap="sq">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49212" name="Line 68"/>
              <p:cNvSpPr>
                <a:spLocks noChangeShapeType="1"/>
              </p:cNvSpPr>
              <p:nvPr/>
            </p:nvSpPr>
            <p:spPr bwMode="auto">
              <a:xfrm>
                <a:off x="1344" y="834"/>
                <a:ext cx="96" cy="48"/>
              </a:xfrm>
              <a:prstGeom prst="line">
                <a:avLst/>
              </a:prstGeom>
              <a:noFill/>
              <a:ln w="12700" cap="sq">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49213" name="Line 69"/>
              <p:cNvSpPr>
                <a:spLocks noChangeShapeType="1"/>
              </p:cNvSpPr>
              <p:nvPr/>
            </p:nvSpPr>
            <p:spPr bwMode="auto">
              <a:xfrm>
                <a:off x="1440" y="642"/>
                <a:ext cx="144" cy="48"/>
              </a:xfrm>
              <a:prstGeom prst="line">
                <a:avLst/>
              </a:prstGeom>
              <a:noFill/>
              <a:ln w="12700" cap="sq">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49214" name="Text Box 70"/>
              <p:cNvSpPr txBox="1">
                <a:spLocks noChangeArrowheads="1"/>
              </p:cNvSpPr>
              <p:nvPr/>
            </p:nvSpPr>
            <p:spPr bwMode="auto">
              <a:xfrm>
                <a:off x="1470" y="0"/>
                <a:ext cx="216" cy="3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latin typeface="Times New Roman" pitchFamily="18" charset="0"/>
                    <a:ea typeface="宋体" pitchFamily="2" charset="-122"/>
                  </a:rPr>
                  <a:t>b</a:t>
                </a:r>
              </a:p>
            </p:txBody>
          </p:sp>
          <p:sp>
            <p:nvSpPr>
              <p:cNvPr id="49215" name="Line 71"/>
              <p:cNvSpPr>
                <a:spLocks noChangeShapeType="1"/>
              </p:cNvSpPr>
              <p:nvPr/>
            </p:nvSpPr>
            <p:spPr bwMode="auto">
              <a:xfrm>
                <a:off x="768" y="1218"/>
                <a:ext cx="48" cy="144"/>
              </a:xfrm>
              <a:prstGeom prst="line">
                <a:avLst/>
              </a:prstGeom>
              <a:noFill/>
              <a:ln w="12700" cap="sq">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49216" name="Text Box 72"/>
              <p:cNvSpPr txBox="1">
                <a:spLocks noChangeArrowheads="1"/>
              </p:cNvSpPr>
              <p:nvPr/>
            </p:nvSpPr>
            <p:spPr bwMode="auto">
              <a:xfrm>
                <a:off x="0" y="1152"/>
                <a:ext cx="207" cy="3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latin typeface="Times New Roman" pitchFamily="18" charset="0"/>
                    <a:ea typeface="宋体" pitchFamily="2" charset="-122"/>
                  </a:rPr>
                  <a:t>a</a:t>
                </a:r>
              </a:p>
            </p:txBody>
          </p:sp>
        </p:grpSp>
        <p:sp>
          <p:nvSpPr>
            <p:cNvPr id="49207" name="Text Box 73"/>
            <p:cNvSpPr txBox="1">
              <a:spLocks noChangeArrowheads="1"/>
            </p:cNvSpPr>
            <p:nvPr/>
          </p:nvSpPr>
          <p:spPr bwMode="auto">
            <a:xfrm>
              <a:off x="1584" y="384"/>
              <a:ext cx="234" cy="3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latin typeface="Times New Roman" pitchFamily="18" charset="0"/>
                  <a:ea typeface="宋体" pitchFamily="2" charset="-122"/>
                </a:rPr>
                <a:t>L</a:t>
              </a:r>
            </a:p>
          </p:txBody>
        </p:sp>
      </p:grpSp>
      <p:grpSp>
        <p:nvGrpSpPr>
          <p:cNvPr id="6" name="Group 74"/>
          <p:cNvGrpSpPr>
            <a:grpSpLocks/>
          </p:cNvGrpSpPr>
          <p:nvPr/>
        </p:nvGrpSpPr>
        <p:grpSpPr bwMode="auto">
          <a:xfrm>
            <a:off x="6096000" y="3302000"/>
            <a:ext cx="644525" cy="722313"/>
            <a:chOff x="0" y="174"/>
            <a:chExt cx="640" cy="897"/>
          </a:xfrm>
        </p:grpSpPr>
        <p:graphicFrame>
          <p:nvGraphicFramePr>
            <p:cNvPr id="49202" name="Object 75"/>
            <p:cNvGraphicFramePr>
              <a:graphicFrameLocks noChangeAspect="1"/>
            </p:cNvGraphicFramePr>
            <p:nvPr/>
          </p:nvGraphicFramePr>
          <p:xfrm>
            <a:off x="380" y="174"/>
            <a:ext cx="260" cy="321"/>
          </p:xfrm>
          <a:graphic>
            <a:graphicData uri="http://schemas.openxmlformats.org/presentationml/2006/ole">
              <p:oleObj spid="_x0000_s49242" name="Equation" r:id="rId5" imgW="164957" imgH="203024" progId="Equation.DSMT4">
                <p:embed/>
              </p:oleObj>
            </a:graphicData>
          </a:graphic>
        </p:graphicFrame>
        <p:grpSp>
          <p:nvGrpSpPr>
            <p:cNvPr id="49203" name="Group 76"/>
            <p:cNvGrpSpPr>
              <a:grpSpLocks/>
            </p:cNvGrpSpPr>
            <p:nvPr/>
          </p:nvGrpSpPr>
          <p:grpSpPr bwMode="auto">
            <a:xfrm>
              <a:off x="0" y="447"/>
              <a:ext cx="432" cy="624"/>
              <a:chOff x="0" y="0"/>
              <a:chExt cx="432" cy="624"/>
            </a:xfrm>
          </p:grpSpPr>
          <p:sp>
            <p:nvSpPr>
              <p:cNvPr id="49204" name="Line 77"/>
              <p:cNvSpPr>
                <a:spLocks noChangeShapeType="1"/>
              </p:cNvSpPr>
              <p:nvPr/>
            </p:nvSpPr>
            <p:spPr bwMode="auto">
              <a:xfrm flipV="1">
                <a:off x="96" y="0"/>
                <a:ext cx="336" cy="528"/>
              </a:xfrm>
              <a:prstGeom prst="line">
                <a:avLst/>
              </a:prstGeom>
              <a:noFill/>
              <a:ln w="57150" cap="sq">
                <a:solidFill>
                  <a:schemeClr val="tx2"/>
                </a:solidFill>
                <a:round/>
                <a:headEnd/>
                <a:tailEnd type="triangle" w="sm" len="sm"/>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89166" name="Oval 78"/>
              <p:cNvSpPr>
                <a:spLocks noChangeArrowheads="1"/>
              </p:cNvSpPr>
              <p:nvPr/>
            </p:nvSpPr>
            <p:spPr bwMode="auto">
              <a:xfrm>
                <a:off x="0" y="429"/>
                <a:ext cx="192" cy="195"/>
              </a:xfrm>
              <a:prstGeom prst="ellipse">
                <a:avLst/>
              </a:prstGeom>
              <a:gradFill rotWithShape="0">
                <a:gsLst>
                  <a:gs pos="0">
                    <a:schemeClr val="folHlink"/>
                  </a:gs>
                  <a:gs pos="100000">
                    <a:schemeClr val="folHlink">
                      <a:gamma/>
                      <a:shade val="66275"/>
                      <a:invGamma/>
                    </a:schemeClr>
                  </a:gs>
                </a:gsLst>
                <a:path path="shape">
                  <a:fillToRect l="50000" t="50000" r="50000" b="50000"/>
                </a:path>
              </a:gradFill>
              <a:ln w="12700" cap="sq">
                <a:solidFill>
                  <a:schemeClr val="tx1"/>
                </a:solidFill>
                <a:round/>
                <a:headEnd/>
                <a:tailEnd/>
              </a:ln>
              <a:effectLst/>
            </p:spPr>
            <p:txBody>
              <a:bodyPr wrap="none" anchor="ctr"/>
              <a:lstStyle/>
              <a:p>
                <a:pPr>
                  <a:defRPr/>
                </a:pPr>
                <a:endParaRPr lang="zh-CN" altLang="en-US"/>
              </a:p>
            </p:txBody>
          </p:sp>
        </p:grpSp>
      </p:grpSp>
      <p:grpSp>
        <p:nvGrpSpPr>
          <p:cNvPr id="8" name="Group 79"/>
          <p:cNvGrpSpPr>
            <a:grpSpLocks/>
          </p:cNvGrpSpPr>
          <p:nvPr/>
        </p:nvGrpSpPr>
        <p:grpSpPr bwMode="auto">
          <a:xfrm>
            <a:off x="7315200" y="3198813"/>
            <a:ext cx="207963" cy="539750"/>
            <a:chOff x="0" y="0"/>
            <a:chExt cx="192" cy="768"/>
          </a:xfrm>
        </p:grpSpPr>
        <p:sp>
          <p:nvSpPr>
            <p:cNvPr id="49200" name="Line 80"/>
            <p:cNvSpPr>
              <a:spLocks noChangeShapeType="1"/>
            </p:cNvSpPr>
            <p:nvPr/>
          </p:nvSpPr>
          <p:spPr bwMode="auto">
            <a:xfrm flipH="1" flipV="1">
              <a:off x="0" y="0"/>
              <a:ext cx="96" cy="672"/>
            </a:xfrm>
            <a:prstGeom prst="line">
              <a:avLst/>
            </a:prstGeom>
            <a:noFill/>
            <a:ln w="57150" cap="sq">
              <a:solidFill>
                <a:schemeClr val="tx2"/>
              </a:solidFill>
              <a:round/>
              <a:headEnd/>
              <a:tailEnd type="triangle" w="sm" len="sm"/>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89169" name="Oval 81"/>
            <p:cNvSpPr>
              <a:spLocks noChangeArrowheads="1"/>
            </p:cNvSpPr>
            <p:nvPr/>
          </p:nvSpPr>
          <p:spPr bwMode="auto">
            <a:xfrm>
              <a:off x="0" y="576"/>
              <a:ext cx="192" cy="192"/>
            </a:xfrm>
            <a:prstGeom prst="ellipse">
              <a:avLst/>
            </a:prstGeom>
            <a:gradFill rotWithShape="0">
              <a:gsLst>
                <a:gs pos="0">
                  <a:schemeClr val="folHlink"/>
                </a:gs>
                <a:gs pos="100000">
                  <a:schemeClr val="folHlink">
                    <a:gamma/>
                    <a:shade val="66275"/>
                    <a:invGamma/>
                  </a:schemeClr>
                </a:gs>
              </a:gsLst>
              <a:path path="shape">
                <a:fillToRect l="50000" t="50000" r="50000" b="50000"/>
              </a:path>
            </a:gradFill>
            <a:ln w="12700" cap="sq">
              <a:solidFill>
                <a:schemeClr val="tx1"/>
              </a:solidFill>
              <a:round/>
              <a:headEnd/>
              <a:tailEnd/>
            </a:ln>
            <a:effectLst/>
          </p:spPr>
          <p:txBody>
            <a:bodyPr wrap="none" anchor="ctr"/>
            <a:lstStyle/>
            <a:p>
              <a:pPr>
                <a:defRPr/>
              </a:pPr>
              <a:endParaRPr lang="zh-CN" altLang="en-US"/>
            </a:p>
          </p:txBody>
        </p:sp>
      </p:grpSp>
      <p:grpSp>
        <p:nvGrpSpPr>
          <p:cNvPr id="9" name="Group 82"/>
          <p:cNvGrpSpPr>
            <a:grpSpLocks/>
          </p:cNvGrpSpPr>
          <p:nvPr/>
        </p:nvGrpSpPr>
        <p:grpSpPr bwMode="auto">
          <a:xfrm>
            <a:off x="7543800" y="3189288"/>
            <a:ext cx="347663" cy="377825"/>
            <a:chOff x="0" y="0"/>
            <a:chExt cx="288" cy="480"/>
          </a:xfrm>
        </p:grpSpPr>
        <p:sp>
          <p:nvSpPr>
            <p:cNvPr id="49198" name="Line 83"/>
            <p:cNvSpPr>
              <a:spLocks noChangeShapeType="1"/>
            </p:cNvSpPr>
            <p:nvPr/>
          </p:nvSpPr>
          <p:spPr bwMode="auto">
            <a:xfrm flipH="1" flipV="1">
              <a:off x="0" y="0"/>
              <a:ext cx="192" cy="390"/>
            </a:xfrm>
            <a:prstGeom prst="line">
              <a:avLst/>
            </a:prstGeom>
            <a:noFill/>
            <a:ln w="57150" cap="sq">
              <a:solidFill>
                <a:schemeClr val="tx2"/>
              </a:solidFill>
              <a:round/>
              <a:headEnd/>
              <a:tailEnd type="triangle" w="sm" len="sm"/>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89172" name="Oval 84"/>
            <p:cNvSpPr>
              <a:spLocks noChangeArrowheads="1"/>
            </p:cNvSpPr>
            <p:nvPr/>
          </p:nvSpPr>
          <p:spPr bwMode="auto">
            <a:xfrm>
              <a:off x="96" y="301"/>
              <a:ext cx="192" cy="179"/>
            </a:xfrm>
            <a:prstGeom prst="ellipse">
              <a:avLst/>
            </a:prstGeom>
            <a:gradFill rotWithShape="0">
              <a:gsLst>
                <a:gs pos="0">
                  <a:schemeClr val="folHlink"/>
                </a:gs>
                <a:gs pos="100000">
                  <a:schemeClr val="folHlink">
                    <a:gamma/>
                    <a:shade val="66275"/>
                    <a:invGamma/>
                  </a:schemeClr>
                </a:gs>
              </a:gsLst>
              <a:path path="shape">
                <a:fillToRect l="50000" t="50000" r="50000" b="50000"/>
              </a:path>
            </a:gradFill>
            <a:ln w="12700" cap="sq">
              <a:solidFill>
                <a:schemeClr val="tx1"/>
              </a:solidFill>
              <a:round/>
              <a:headEnd/>
              <a:tailEnd/>
            </a:ln>
            <a:effectLst/>
          </p:spPr>
          <p:txBody>
            <a:bodyPr wrap="none" anchor="ctr"/>
            <a:lstStyle/>
            <a:p>
              <a:pPr>
                <a:defRPr/>
              </a:pPr>
              <a:endParaRPr lang="zh-CN" altLang="en-US"/>
            </a:p>
          </p:txBody>
        </p:sp>
      </p:grpSp>
      <p:grpSp>
        <p:nvGrpSpPr>
          <p:cNvPr id="10" name="Group 85"/>
          <p:cNvGrpSpPr>
            <a:grpSpLocks/>
          </p:cNvGrpSpPr>
          <p:nvPr/>
        </p:nvGrpSpPr>
        <p:grpSpPr bwMode="auto">
          <a:xfrm>
            <a:off x="7645400" y="2828925"/>
            <a:ext cx="625475" cy="328613"/>
            <a:chOff x="0" y="199"/>
            <a:chExt cx="528" cy="425"/>
          </a:xfrm>
        </p:grpSpPr>
        <p:grpSp>
          <p:nvGrpSpPr>
            <p:cNvPr id="49194" name="Group 86"/>
            <p:cNvGrpSpPr>
              <a:grpSpLocks/>
            </p:cNvGrpSpPr>
            <p:nvPr/>
          </p:nvGrpSpPr>
          <p:grpSpPr bwMode="auto">
            <a:xfrm>
              <a:off x="144" y="444"/>
              <a:ext cx="384" cy="180"/>
              <a:chOff x="0" y="0"/>
              <a:chExt cx="384" cy="180"/>
            </a:xfrm>
          </p:grpSpPr>
          <p:sp>
            <p:nvSpPr>
              <p:cNvPr id="49196" name="Line 87"/>
              <p:cNvSpPr>
                <a:spLocks noChangeShapeType="1"/>
              </p:cNvSpPr>
              <p:nvPr/>
            </p:nvSpPr>
            <p:spPr bwMode="auto">
              <a:xfrm flipH="1" flipV="1">
                <a:off x="0" y="84"/>
                <a:ext cx="288" cy="6"/>
              </a:xfrm>
              <a:prstGeom prst="line">
                <a:avLst/>
              </a:prstGeom>
              <a:noFill/>
              <a:ln w="57150" cap="sq">
                <a:solidFill>
                  <a:schemeClr val="tx2"/>
                </a:solidFill>
                <a:round/>
                <a:headEnd/>
                <a:tailEnd type="triangle" w="sm" len="sm"/>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89176" name="Oval 88"/>
              <p:cNvSpPr>
                <a:spLocks noChangeArrowheads="1"/>
              </p:cNvSpPr>
              <p:nvPr/>
            </p:nvSpPr>
            <p:spPr bwMode="auto">
              <a:xfrm>
                <a:off x="192" y="-3"/>
                <a:ext cx="192" cy="183"/>
              </a:xfrm>
              <a:prstGeom prst="ellipse">
                <a:avLst/>
              </a:prstGeom>
              <a:gradFill rotWithShape="0">
                <a:gsLst>
                  <a:gs pos="0">
                    <a:schemeClr val="folHlink"/>
                  </a:gs>
                  <a:gs pos="100000">
                    <a:schemeClr val="folHlink">
                      <a:gamma/>
                      <a:shade val="66275"/>
                      <a:invGamma/>
                    </a:schemeClr>
                  </a:gs>
                </a:gsLst>
                <a:path path="shape">
                  <a:fillToRect l="50000" t="50000" r="50000" b="50000"/>
                </a:path>
              </a:gradFill>
              <a:ln w="12700" cap="sq">
                <a:solidFill>
                  <a:schemeClr val="tx1"/>
                </a:solidFill>
                <a:round/>
                <a:headEnd/>
                <a:tailEnd/>
              </a:ln>
              <a:effectLst/>
            </p:spPr>
            <p:txBody>
              <a:bodyPr wrap="none" anchor="ctr"/>
              <a:lstStyle/>
              <a:p>
                <a:pPr>
                  <a:defRPr/>
                </a:pPr>
                <a:endParaRPr lang="zh-CN" altLang="en-US"/>
              </a:p>
            </p:txBody>
          </p:sp>
        </p:grpSp>
        <p:graphicFrame>
          <p:nvGraphicFramePr>
            <p:cNvPr id="49195" name="Object 89"/>
            <p:cNvGraphicFramePr>
              <a:graphicFrameLocks noChangeAspect="1"/>
            </p:cNvGraphicFramePr>
            <p:nvPr/>
          </p:nvGraphicFramePr>
          <p:xfrm>
            <a:off x="0" y="199"/>
            <a:ext cx="239" cy="296"/>
          </p:xfrm>
          <a:graphic>
            <a:graphicData uri="http://schemas.openxmlformats.org/presentationml/2006/ole">
              <p:oleObj spid="_x0000_s49243" name="Equation" r:id="rId6" imgW="164957" imgH="203024" progId="Equation.DSMT4">
                <p:embed/>
              </p:oleObj>
            </a:graphicData>
          </a:graphic>
        </p:graphicFrame>
      </p:grpSp>
      <p:grpSp>
        <p:nvGrpSpPr>
          <p:cNvPr id="12" name="Group 90"/>
          <p:cNvGrpSpPr>
            <a:grpSpLocks/>
          </p:cNvGrpSpPr>
          <p:nvPr/>
        </p:nvGrpSpPr>
        <p:grpSpPr bwMode="auto">
          <a:xfrm>
            <a:off x="6808788" y="3208338"/>
            <a:ext cx="352425" cy="701675"/>
            <a:chOff x="0" y="0"/>
            <a:chExt cx="369" cy="864"/>
          </a:xfrm>
        </p:grpSpPr>
        <p:graphicFrame>
          <p:nvGraphicFramePr>
            <p:cNvPr id="49190" name="Object 91"/>
            <p:cNvGraphicFramePr>
              <a:graphicFrameLocks noChangeAspect="1"/>
            </p:cNvGraphicFramePr>
            <p:nvPr/>
          </p:nvGraphicFramePr>
          <p:xfrm>
            <a:off x="133" y="0"/>
            <a:ext cx="236" cy="292"/>
          </p:xfrm>
          <a:graphic>
            <a:graphicData uri="http://schemas.openxmlformats.org/presentationml/2006/ole">
              <p:oleObj spid="_x0000_s49244" name="Equation" r:id="rId7" imgW="164957" imgH="203024" progId="Equation.DSMT4">
                <p:embed/>
              </p:oleObj>
            </a:graphicData>
          </a:graphic>
        </p:graphicFrame>
        <p:grpSp>
          <p:nvGrpSpPr>
            <p:cNvPr id="49191" name="Group 92"/>
            <p:cNvGrpSpPr>
              <a:grpSpLocks/>
            </p:cNvGrpSpPr>
            <p:nvPr/>
          </p:nvGrpSpPr>
          <p:grpSpPr bwMode="auto">
            <a:xfrm>
              <a:off x="0" y="96"/>
              <a:ext cx="192" cy="768"/>
              <a:chOff x="0" y="0"/>
              <a:chExt cx="192" cy="768"/>
            </a:xfrm>
          </p:grpSpPr>
          <p:sp>
            <p:nvSpPr>
              <p:cNvPr id="49192" name="Line 93"/>
              <p:cNvSpPr>
                <a:spLocks noChangeShapeType="1"/>
              </p:cNvSpPr>
              <p:nvPr/>
            </p:nvSpPr>
            <p:spPr bwMode="auto">
              <a:xfrm flipV="1">
                <a:off x="96" y="0"/>
                <a:ext cx="48" cy="672"/>
              </a:xfrm>
              <a:prstGeom prst="line">
                <a:avLst/>
              </a:prstGeom>
              <a:noFill/>
              <a:ln w="57150" cap="sq">
                <a:solidFill>
                  <a:schemeClr val="accent2"/>
                </a:solidFill>
                <a:round/>
                <a:headEnd/>
                <a:tailEnd type="triangle" w="sm" len="sm"/>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89182" name="Oval 94"/>
              <p:cNvSpPr>
                <a:spLocks noChangeArrowheads="1"/>
              </p:cNvSpPr>
              <p:nvPr/>
            </p:nvSpPr>
            <p:spPr bwMode="auto">
              <a:xfrm>
                <a:off x="0" y="576"/>
                <a:ext cx="194" cy="192"/>
              </a:xfrm>
              <a:prstGeom prst="ellipse">
                <a:avLst/>
              </a:prstGeom>
              <a:gradFill rotWithShape="0">
                <a:gsLst>
                  <a:gs pos="0">
                    <a:schemeClr val="folHlink"/>
                  </a:gs>
                  <a:gs pos="100000">
                    <a:schemeClr val="folHlink">
                      <a:gamma/>
                      <a:shade val="66275"/>
                      <a:invGamma/>
                    </a:schemeClr>
                  </a:gs>
                </a:gsLst>
                <a:path path="shape">
                  <a:fillToRect l="50000" t="50000" r="50000" b="50000"/>
                </a:path>
              </a:gradFill>
              <a:ln w="12700" cap="sq">
                <a:solidFill>
                  <a:schemeClr val="accent2"/>
                </a:solidFill>
                <a:round/>
                <a:headEnd/>
                <a:tailEnd/>
              </a:ln>
              <a:effectLst/>
            </p:spPr>
            <p:txBody>
              <a:bodyPr wrap="none" anchor="ctr"/>
              <a:lstStyle/>
              <a:p>
                <a:pPr>
                  <a:defRPr/>
                </a:pPr>
                <a:endParaRPr lang="zh-CN" altLang="en-US"/>
              </a:p>
            </p:txBody>
          </p:sp>
        </p:grpSp>
      </p:grpSp>
      <p:grpSp>
        <p:nvGrpSpPr>
          <p:cNvPr id="14" name="Group 95"/>
          <p:cNvGrpSpPr>
            <a:grpSpLocks/>
          </p:cNvGrpSpPr>
          <p:nvPr/>
        </p:nvGrpSpPr>
        <p:grpSpPr bwMode="auto">
          <a:xfrm>
            <a:off x="7011988" y="3729038"/>
            <a:ext cx="593725" cy="323850"/>
            <a:chOff x="0" y="0"/>
            <a:chExt cx="493" cy="370"/>
          </a:xfrm>
        </p:grpSpPr>
        <p:graphicFrame>
          <p:nvGraphicFramePr>
            <p:cNvPr id="49188" name="Object 96"/>
            <p:cNvGraphicFramePr>
              <a:graphicFrameLocks noChangeAspect="1"/>
            </p:cNvGraphicFramePr>
            <p:nvPr/>
          </p:nvGraphicFramePr>
          <p:xfrm>
            <a:off x="182" y="78"/>
            <a:ext cx="311" cy="292"/>
          </p:xfrm>
          <a:graphic>
            <a:graphicData uri="http://schemas.openxmlformats.org/presentationml/2006/ole">
              <p:oleObj spid="_x0000_s49245" name="Equation" r:id="rId8" imgW="203112" imgH="190417" progId="Equation.DSMT4">
                <p:embed/>
              </p:oleObj>
            </a:graphicData>
          </a:graphic>
        </p:graphicFrame>
        <p:sp>
          <p:nvSpPr>
            <p:cNvPr id="49189" name="Line 97"/>
            <p:cNvSpPr>
              <a:spLocks noChangeShapeType="1"/>
            </p:cNvSpPr>
            <p:nvPr/>
          </p:nvSpPr>
          <p:spPr bwMode="auto">
            <a:xfrm flipV="1">
              <a:off x="0" y="0"/>
              <a:ext cx="240" cy="96"/>
            </a:xfrm>
            <a:prstGeom prst="line">
              <a:avLst/>
            </a:prstGeom>
            <a:noFill/>
            <a:ln w="76200" cap="sq">
              <a:solidFill>
                <a:schemeClr val="accent2"/>
              </a:solidFill>
              <a:round/>
              <a:headEnd/>
              <a:tailEnd type="triangle" w="sm" len="sm"/>
            </a:ln>
            <a:extLst>
              <a:ext uri="{909E8E84-426E-40DD-AFC4-6F175D3DCCD1}">
                <a14:hiddenFill xmlns:a14="http://schemas.microsoft.com/office/drawing/2010/main" xmlns="">
                  <a:noFill/>
                </a14:hiddenFill>
              </a:ext>
            </a:extLst>
          </p:spPr>
          <p:txBody>
            <a:bodyPr wrap="none" anchor="ctr"/>
            <a:lstStyle/>
            <a:p>
              <a:endParaRPr lang="zh-CN" altLang="en-US"/>
            </a:p>
          </p:txBody>
        </p:sp>
      </p:grpSp>
      <p:grpSp>
        <p:nvGrpSpPr>
          <p:cNvPr id="15" name="Group 98"/>
          <p:cNvGrpSpPr>
            <a:grpSpLocks/>
          </p:cNvGrpSpPr>
          <p:nvPr/>
        </p:nvGrpSpPr>
        <p:grpSpPr bwMode="auto">
          <a:xfrm>
            <a:off x="6938963" y="3475038"/>
            <a:ext cx="219075" cy="254000"/>
            <a:chOff x="0" y="53"/>
            <a:chExt cx="152" cy="227"/>
          </a:xfrm>
        </p:grpSpPr>
        <p:sp>
          <p:nvSpPr>
            <p:cNvPr id="49186" name="未知"/>
            <p:cNvSpPr>
              <a:spLocks/>
            </p:cNvSpPr>
            <p:nvPr/>
          </p:nvSpPr>
          <p:spPr bwMode="auto">
            <a:xfrm>
              <a:off x="0" y="229"/>
              <a:ext cx="152" cy="51"/>
            </a:xfrm>
            <a:custGeom>
              <a:avLst/>
              <a:gdLst>
                <a:gd name="T0" fmla="*/ 152 w 152"/>
                <a:gd name="T1" fmla="*/ 51 h 51"/>
                <a:gd name="T2" fmla="*/ 0 w 152"/>
                <a:gd name="T3" fmla="*/ 0 h 51"/>
                <a:gd name="T4" fmla="*/ 0 60000 65536"/>
                <a:gd name="T5" fmla="*/ 0 60000 65536"/>
                <a:gd name="T6" fmla="*/ 0 w 152"/>
                <a:gd name="T7" fmla="*/ 0 h 51"/>
                <a:gd name="T8" fmla="*/ 152 w 152"/>
                <a:gd name="T9" fmla="*/ 51 h 51"/>
              </a:gdLst>
              <a:ahLst/>
              <a:cxnLst>
                <a:cxn ang="T4">
                  <a:pos x="T0" y="T1"/>
                </a:cxn>
                <a:cxn ang="T5">
                  <a:pos x="T2" y="T3"/>
                </a:cxn>
              </a:cxnLst>
              <a:rect l="T6" t="T7" r="T8" b="T9"/>
              <a:pathLst>
                <a:path w="152" h="51">
                  <a:moveTo>
                    <a:pt x="152" y="51"/>
                  </a:moveTo>
                  <a:cubicBezTo>
                    <a:pt x="91" y="29"/>
                    <a:pt x="71" y="0"/>
                    <a:pt x="0" y="0"/>
                  </a:cubicBezTo>
                </a:path>
              </a:pathLst>
            </a:custGeom>
            <a:noFill/>
            <a:ln w="12700" cap="flat" cmpd="sng">
              <a:solidFill>
                <a:schemeClr val="accent2"/>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aphicFrame>
          <p:nvGraphicFramePr>
            <p:cNvPr id="49187" name="Object 100"/>
            <p:cNvGraphicFramePr>
              <a:graphicFrameLocks noChangeAspect="1"/>
            </p:cNvGraphicFramePr>
            <p:nvPr/>
          </p:nvGraphicFramePr>
          <p:xfrm>
            <a:off x="45" y="53"/>
            <a:ext cx="99" cy="139"/>
          </p:xfrm>
          <a:graphic>
            <a:graphicData uri="http://schemas.openxmlformats.org/presentationml/2006/ole">
              <p:oleObj spid="_x0000_s49246" name="Equation" r:id="rId9" imgW="126725" imgH="177415" progId="Equation.DSMT4">
                <p:embed/>
              </p:oleObj>
            </a:graphicData>
          </a:graphic>
        </p:graphicFrame>
      </p:grpSp>
      <p:sp>
        <p:nvSpPr>
          <p:cNvPr id="89189" name="Text Box 101"/>
          <p:cNvSpPr txBox="1">
            <a:spLocks noChangeArrowheads="1"/>
          </p:cNvSpPr>
          <p:nvPr/>
        </p:nvSpPr>
        <p:spPr bwMode="auto">
          <a:xfrm>
            <a:off x="8229600" y="3082925"/>
            <a:ext cx="350838"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latin typeface="Times New Roman" pitchFamily="18" charset="0"/>
                <a:ea typeface="宋体" pitchFamily="2" charset="-122"/>
              </a:rPr>
              <a:t>b</a:t>
            </a:r>
          </a:p>
        </p:txBody>
      </p:sp>
      <p:sp>
        <p:nvSpPr>
          <p:cNvPr id="89212" name="Text Box 124"/>
          <p:cNvSpPr txBox="1">
            <a:spLocks noChangeArrowheads="1"/>
          </p:cNvSpPr>
          <p:nvPr/>
        </p:nvSpPr>
        <p:spPr bwMode="auto">
          <a:xfrm>
            <a:off x="2349500" y="1470025"/>
            <a:ext cx="2582863"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Times New Roman" pitchFamily="18" charset="0"/>
                <a:ea typeface="华文中宋" pitchFamily="2" charset="-122"/>
              </a:rPr>
              <a:t>在</a:t>
            </a:r>
            <a:r>
              <a:rPr lang="en-US" altLang="zh-CN" sz="1800" i="1">
                <a:solidFill>
                  <a:srgbClr val="000000"/>
                </a:solidFill>
                <a:latin typeface="Times New Roman" pitchFamily="18" charset="0"/>
                <a:ea typeface="华文中宋" pitchFamily="2" charset="-122"/>
              </a:rPr>
              <a:t>F-s</a:t>
            </a:r>
            <a:r>
              <a:rPr lang="zh-CN" altLang="en-US" sz="1800">
                <a:solidFill>
                  <a:srgbClr val="000000"/>
                </a:solidFill>
                <a:latin typeface="Times New Roman" pitchFamily="18" charset="0"/>
                <a:ea typeface="华文中宋" pitchFamily="2" charset="-122"/>
              </a:rPr>
              <a:t>图上的几何意义：</a:t>
            </a:r>
          </a:p>
        </p:txBody>
      </p:sp>
      <p:sp>
        <p:nvSpPr>
          <p:cNvPr id="89213" name="Text Box 125"/>
          <p:cNvSpPr txBox="1">
            <a:spLocks noChangeArrowheads="1"/>
          </p:cNvSpPr>
          <p:nvPr/>
        </p:nvSpPr>
        <p:spPr bwMode="auto">
          <a:xfrm>
            <a:off x="107950" y="2141538"/>
            <a:ext cx="4176713"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Times New Roman" pitchFamily="18" charset="0"/>
                <a:ea typeface="华文中宋" pitchFamily="2" charset="-122"/>
              </a:rPr>
              <a:t> </a:t>
            </a:r>
            <a:r>
              <a:rPr lang="en-US" altLang="zh-CN" sz="1800">
                <a:solidFill>
                  <a:srgbClr val="000000"/>
                </a:solidFill>
                <a:latin typeface="Times New Roman" pitchFamily="18" charset="0"/>
                <a:ea typeface="华文中宋" pitchFamily="2" charset="-122"/>
              </a:rPr>
              <a:t>d</a:t>
            </a:r>
            <a:r>
              <a:rPr lang="en-US" altLang="zh-CN" sz="1800" i="1">
                <a:solidFill>
                  <a:srgbClr val="000000"/>
                </a:solidFill>
                <a:latin typeface="Times New Roman" pitchFamily="18" charset="0"/>
                <a:ea typeface="华文中宋" pitchFamily="2" charset="-122"/>
              </a:rPr>
              <a:t>A=F</a:t>
            </a:r>
            <a:r>
              <a:rPr lang="zh-CN" altLang="en-US" sz="1800">
                <a:solidFill>
                  <a:srgbClr val="000000"/>
                </a:solidFill>
                <a:latin typeface="Times New Roman" pitchFamily="18" charset="0"/>
                <a:ea typeface="华文中宋" pitchFamily="2" charset="-122"/>
              </a:rPr>
              <a:t>（</a:t>
            </a:r>
            <a:r>
              <a:rPr lang="en-US" altLang="zh-CN" sz="1800" i="1">
                <a:solidFill>
                  <a:srgbClr val="000000"/>
                </a:solidFill>
                <a:latin typeface="Times New Roman" pitchFamily="18" charset="0"/>
                <a:ea typeface="华文中宋" pitchFamily="2" charset="-122"/>
              </a:rPr>
              <a:t>s</a:t>
            </a:r>
            <a:r>
              <a:rPr lang="zh-CN" altLang="en-US" sz="1800">
                <a:solidFill>
                  <a:srgbClr val="000000"/>
                </a:solidFill>
                <a:latin typeface="Times New Roman" pitchFamily="18" charset="0"/>
                <a:ea typeface="华文中宋" pitchFamily="2" charset="-122"/>
              </a:rPr>
              <a:t>）</a:t>
            </a:r>
            <a:r>
              <a:rPr lang="en-US" altLang="zh-CN" sz="1800">
                <a:solidFill>
                  <a:srgbClr val="000000"/>
                </a:solidFill>
                <a:latin typeface="Times New Roman" pitchFamily="18" charset="0"/>
                <a:ea typeface="华文中宋" pitchFamily="2" charset="-122"/>
              </a:rPr>
              <a:t>d</a:t>
            </a:r>
            <a:r>
              <a:rPr lang="en-US" altLang="zh-CN" sz="1800" i="1">
                <a:solidFill>
                  <a:srgbClr val="000000"/>
                </a:solidFill>
                <a:latin typeface="Times New Roman" pitchFamily="18" charset="0"/>
                <a:ea typeface="华文中宋" pitchFamily="2" charset="-122"/>
              </a:rPr>
              <a:t>s</a:t>
            </a:r>
            <a:r>
              <a:rPr lang="en-US" altLang="zh-CN" sz="1800">
                <a:latin typeface="Times New Roman" pitchFamily="18" charset="0"/>
                <a:ea typeface="华文中宋" pitchFamily="2" charset="-122"/>
              </a:rPr>
              <a:t> </a:t>
            </a:r>
            <a:r>
              <a:rPr lang="zh-CN" altLang="en-US" sz="1800">
                <a:latin typeface="Times New Roman" pitchFamily="18" charset="0"/>
                <a:ea typeface="华文中宋" pitchFamily="2" charset="-122"/>
              </a:rPr>
              <a:t>，其在</a:t>
            </a:r>
            <a:r>
              <a:rPr lang="en-US" altLang="zh-CN" sz="1800" i="1">
                <a:latin typeface="Times New Roman" pitchFamily="18" charset="0"/>
                <a:ea typeface="华文中宋" pitchFamily="2" charset="-122"/>
              </a:rPr>
              <a:t>F-s</a:t>
            </a:r>
            <a:r>
              <a:rPr lang="zh-CN" altLang="en-US" sz="1800">
                <a:latin typeface="Times New Roman" pitchFamily="18" charset="0"/>
                <a:ea typeface="华文中宋" pitchFamily="2" charset="-122"/>
              </a:rPr>
              <a:t>图上即为有阴影的小方块的面积。</a:t>
            </a:r>
          </a:p>
        </p:txBody>
      </p:sp>
      <p:grpSp>
        <p:nvGrpSpPr>
          <p:cNvPr id="16" name="Group 126"/>
          <p:cNvGrpSpPr>
            <a:grpSpLocks/>
          </p:cNvGrpSpPr>
          <p:nvPr/>
        </p:nvGrpSpPr>
        <p:grpSpPr bwMode="auto">
          <a:xfrm>
            <a:off x="5148263" y="900113"/>
            <a:ext cx="2808287" cy="1474787"/>
            <a:chOff x="0" y="0"/>
            <a:chExt cx="2976" cy="2026"/>
          </a:xfrm>
        </p:grpSpPr>
        <p:sp>
          <p:nvSpPr>
            <p:cNvPr id="49172" name="Rectangle 127"/>
            <p:cNvSpPr>
              <a:spLocks noChangeArrowheads="1"/>
            </p:cNvSpPr>
            <p:nvPr/>
          </p:nvSpPr>
          <p:spPr bwMode="auto">
            <a:xfrm>
              <a:off x="0" y="32"/>
              <a:ext cx="2976" cy="18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zh-CN" altLang="en-US"/>
            </a:p>
          </p:txBody>
        </p:sp>
        <p:grpSp>
          <p:nvGrpSpPr>
            <p:cNvPr id="49173" name="Group 128"/>
            <p:cNvGrpSpPr>
              <a:grpSpLocks/>
            </p:cNvGrpSpPr>
            <p:nvPr/>
          </p:nvGrpSpPr>
          <p:grpSpPr bwMode="auto">
            <a:xfrm>
              <a:off x="336" y="0"/>
              <a:ext cx="2362" cy="2026"/>
              <a:chOff x="0" y="0"/>
              <a:chExt cx="2684" cy="2301"/>
            </a:xfrm>
          </p:grpSpPr>
          <p:sp>
            <p:nvSpPr>
              <p:cNvPr id="49174" name="Line 129"/>
              <p:cNvSpPr>
                <a:spLocks noChangeShapeType="1"/>
              </p:cNvSpPr>
              <p:nvPr/>
            </p:nvSpPr>
            <p:spPr bwMode="auto">
              <a:xfrm>
                <a:off x="106" y="1704"/>
                <a:ext cx="2352" cy="0"/>
              </a:xfrm>
              <a:prstGeom prst="line">
                <a:avLst/>
              </a:prstGeom>
              <a:noFill/>
              <a:ln w="38100">
                <a:solidFill>
                  <a:srgbClr val="000000"/>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49175" name="Line 130"/>
              <p:cNvSpPr>
                <a:spLocks noChangeShapeType="1"/>
              </p:cNvSpPr>
              <p:nvPr/>
            </p:nvSpPr>
            <p:spPr bwMode="auto">
              <a:xfrm flipV="1">
                <a:off x="115" y="154"/>
                <a:ext cx="0" cy="1559"/>
              </a:xfrm>
              <a:prstGeom prst="line">
                <a:avLst/>
              </a:prstGeom>
              <a:noFill/>
              <a:ln w="38100">
                <a:solidFill>
                  <a:srgbClr val="000000"/>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49176" name="未知"/>
              <p:cNvSpPr>
                <a:spLocks/>
              </p:cNvSpPr>
              <p:nvPr/>
            </p:nvSpPr>
            <p:spPr bwMode="auto">
              <a:xfrm>
                <a:off x="124" y="182"/>
                <a:ext cx="2214" cy="679"/>
              </a:xfrm>
              <a:custGeom>
                <a:avLst/>
                <a:gdLst>
                  <a:gd name="T0" fmla="*/ 0 w 2880"/>
                  <a:gd name="T1" fmla="*/ 127 h 884"/>
                  <a:gd name="T2" fmla="*/ 58 w 2880"/>
                  <a:gd name="T3" fmla="*/ 127 h 884"/>
                  <a:gd name="T4" fmla="*/ 114 w 2880"/>
                  <a:gd name="T5" fmla="*/ 54 h 884"/>
                  <a:gd name="T6" fmla="*/ 200 w 2880"/>
                  <a:gd name="T7" fmla="*/ 103 h 884"/>
                  <a:gd name="T8" fmla="*/ 314 w 2880"/>
                  <a:gd name="T9" fmla="*/ 4 h 884"/>
                  <a:gd name="T10" fmla="*/ 457 w 2880"/>
                  <a:gd name="T11" fmla="*/ 127 h 884"/>
                  <a:gd name="T12" fmla="*/ 0 60000 65536"/>
                  <a:gd name="T13" fmla="*/ 0 60000 65536"/>
                  <a:gd name="T14" fmla="*/ 0 60000 65536"/>
                  <a:gd name="T15" fmla="*/ 0 60000 65536"/>
                  <a:gd name="T16" fmla="*/ 0 60000 65536"/>
                  <a:gd name="T17" fmla="*/ 0 60000 65536"/>
                  <a:gd name="T18" fmla="*/ 0 w 2880"/>
                  <a:gd name="T19" fmla="*/ 0 h 884"/>
                  <a:gd name="T20" fmla="*/ 2880 w 2880"/>
                  <a:gd name="T21" fmla="*/ 884 h 884"/>
                </a:gdLst>
                <a:ahLst/>
                <a:cxnLst>
                  <a:cxn ang="T12">
                    <a:pos x="T0" y="T1"/>
                  </a:cxn>
                  <a:cxn ang="T13">
                    <a:pos x="T2" y="T3"/>
                  </a:cxn>
                  <a:cxn ang="T14">
                    <a:pos x="T4" y="T5"/>
                  </a:cxn>
                  <a:cxn ang="T15">
                    <a:pos x="T6" y="T7"/>
                  </a:cxn>
                  <a:cxn ang="T16">
                    <a:pos x="T8" y="T9"/>
                  </a:cxn>
                  <a:cxn ang="T17">
                    <a:pos x="T10" y="T11"/>
                  </a:cxn>
                </a:cxnLst>
                <a:rect l="T18" t="T19" r="T20" b="T21"/>
                <a:pathLst>
                  <a:path w="2880" h="884">
                    <a:moveTo>
                      <a:pt x="0" y="806"/>
                    </a:moveTo>
                    <a:cubicBezTo>
                      <a:pt x="120" y="845"/>
                      <a:pt x="240" y="884"/>
                      <a:pt x="360" y="806"/>
                    </a:cubicBezTo>
                    <a:cubicBezTo>
                      <a:pt x="480" y="728"/>
                      <a:pt x="570" y="364"/>
                      <a:pt x="720" y="338"/>
                    </a:cubicBezTo>
                    <a:cubicBezTo>
                      <a:pt x="870" y="312"/>
                      <a:pt x="1050" y="702"/>
                      <a:pt x="1260" y="650"/>
                    </a:cubicBezTo>
                    <a:cubicBezTo>
                      <a:pt x="1470" y="598"/>
                      <a:pt x="1710" y="0"/>
                      <a:pt x="1980" y="26"/>
                    </a:cubicBezTo>
                    <a:cubicBezTo>
                      <a:pt x="2250" y="52"/>
                      <a:pt x="2565" y="429"/>
                      <a:pt x="2880" y="806"/>
                    </a:cubicBezTo>
                  </a:path>
                </a:pathLst>
              </a:custGeom>
              <a:noFill/>
              <a:ln w="3810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49177" name="Line 132"/>
              <p:cNvSpPr>
                <a:spLocks noChangeShapeType="1"/>
              </p:cNvSpPr>
              <p:nvPr/>
            </p:nvSpPr>
            <p:spPr bwMode="auto">
              <a:xfrm>
                <a:off x="383" y="809"/>
                <a:ext cx="0" cy="913"/>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49178" name="Line 133"/>
              <p:cNvSpPr>
                <a:spLocks noChangeShapeType="1"/>
              </p:cNvSpPr>
              <p:nvPr/>
            </p:nvSpPr>
            <p:spPr bwMode="auto">
              <a:xfrm>
                <a:off x="2144" y="586"/>
                <a:ext cx="0" cy="109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49179" name="Rectangle 134"/>
              <p:cNvSpPr>
                <a:spLocks noChangeArrowheads="1"/>
              </p:cNvSpPr>
              <p:nvPr/>
            </p:nvSpPr>
            <p:spPr bwMode="auto">
              <a:xfrm>
                <a:off x="874" y="606"/>
                <a:ext cx="102" cy="1079"/>
              </a:xfrm>
              <a:prstGeom prst="rect">
                <a:avLst/>
              </a:prstGeom>
              <a:solidFill>
                <a:schemeClr val="bg2"/>
              </a:solidFill>
              <a:ln w="9525">
                <a:solidFill>
                  <a:srgbClr val="000000"/>
                </a:solidFill>
                <a:miter lim="800000"/>
                <a:headEnd/>
                <a:tailEnd/>
              </a:ln>
            </p:spPr>
            <p:txBody>
              <a:bodyPr/>
              <a:lstStyle/>
              <a:p>
                <a:endParaRPr lang="zh-CN" altLang="en-US"/>
              </a:p>
            </p:txBody>
          </p:sp>
          <p:sp>
            <p:nvSpPr>
              <p:cNvPr id="49180" name="Text Box 135"/>
              <p:cNvSpPr txBox="1">
                <a:spLocks noChangeArrowheads="1"/>
              </p:cNvSpPr>
              <p:nvPr/>
            </p:nvSpPr>
            <p:spPr bwMode="auto">
              <a:xfrm>
                <a:off x="0" y="1725"/>
                <a:ext cx="361" cy="5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latin typeface="Times New Roman" pitchFamily="18" charset="0"/>
                    <a:ea typeface="宋体" pitchFamily="2" charset="-122"/>
                  </a:rPr>
                  <a:t>0</a:t>
                </a:r>
              </a:p>
            </p:txBody>
          </p:sp>
          <p:sp>
            <p:nvSpPr>
              <p:cNvPr id="49181" name="Text Box 136"/>
              <p:cNvSpPr txBox="1">
                <a:spLocks noChangeArrowheads="1"/>
              </p:cNvSpPr>
              <p:nvPr/>
            </p:nvSpPr>
            <p:spPr bwMode="auto">
              <a:xfrm>
                <a:off x="336" y="1634"/>
                <a:ext cx="361" cy="5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latin typeface="Times New Roman" pitchFamily="18" charset="0"/>
                    <a:ea typeface="宋体" pitchFamily="2" charset="-122"/>
                  </a:rPr>
                  <a:t>a</a:t>
                </a:r>
              </a:p>
            </p:txBody>
          </p:sp>
          <p:sp>
            <p:nvSpPr>
              <p:cNvPr id="49182" name="Text Box 137"/>
              <p:cNvSpPr txBox="1">
                <a:spLocks noChangeArrowheads="1"/>
              </p:cNvSpPr>
              <p:nvPr/>
            </p:nvSpPr>
            <p:spPr bwMode="auto">
              <a:xfrm>
                <a:off x="2112" y="1679"/>
                <a:ext cx="377" cy="5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latin typeface="Times New Roman" pitchFamily="18" charset="0"/>
                    <a:ea typeface="宋体" pitchFamily="2" charset="-122"/>
                  </a:rPr>
                  <a:t>b</a:t>
                </a:r>
              </a:p>
            </p:txBody>
          </p:sp>
          <p:sp>
            <p:nvSpPr>
              <p:cNvPr id="49183" name="Text Box 138"/>
              <p:cNvSpPr txBox="1">
                <a:spLocks noChangeArrowheads="1"/>
              </p:cNvSpPr>
              <p:nvPr/>
            </p:nvSpPr>
            <p:spPr bwMode="auto">
              <a:xfrm>
                <a:off x="2353" y="1344"/>
                <a:ext cx="331" cy="5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i="1">
                    <a:latin typeface="Times New Roman" pitchFamily="18" charset="0"/>
                    <a:ea typeface="宋体" pitchFamily="2" charset="-122"/>
                  </a:rPr>
                  <a:t>s</a:t>
                </a:r>
              </a:p>
            </p:txBody>
          </p:sp>
          <p:sp>
            <p:nvSpPr>
              <p:cNvPr id="49184" name="Text Box 139"/>
              <p:cNvSpPr txBox="1">
                <a:spLocks noChangeArrowheads="1"/>
              </p:cNvSpPr>
              <p:nvPr/>
            </p:nvSpPr>
            <p:spPr bwMode="auto">
              <a:xfrm>
                <a:off x="146" y="0"/>
                <a:ext cx="701" cy="5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i="1">
                    <a:latin typeface="Times New Roman" pitchFamily="18" charset="0"/>
                    <a:ea typeface="宋体" pitchFamily="2" charset="-122"/>
                  </a:rPr>
                  <a:t>F</a:t>
                </a:r>
                <a:r>
                  <a:rPr lang="en-US" altLang="zh-CN" sz="1800">
                    <a:latin typeface="Times New Roman" pitchFamily="18" charset="0"/>
                    <a:ea typeface="宋体" pitchFamily="2" charset="-122"/>
                  </a:rPr>
                  <a:t>(s)</a:t>
                </a:r>
              </a:p>
            </p:txBody>
          </p:sp>
          <p:sp>
            <p:nvSpPr>
              <p:cNvPr id="49185" name="Text Box 140"/>
              <p:cNvSpPr txBox="1">
                <a:spLocks noChangeArrowheads="1"/>
              </p:cNvSpPr>
              <p:nvPr/>
            </p:nvSpPr>
            <p:spPr bwMode="auto">
              <a:xfrm>
                <a:off x="1011" y="960"/>
                <a:ext cx="531" cy="5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b="0">
                    <a:latin typeface="Times New Roman" pitchFamily="18" charset="0"/>
                    <a:ea typeface="宋体" pitchFamily="2" charset="-122"/>
                  </a:rPr>
                  <a:t>d</a:t>
                </a:r>
                <a:r>
                  <a:rPr lang="en-US" altLang="zh-CN" sz="1800" b="0" i="1">
                    <a:latin typeface="Times New Roman" pitchFamily="18" charset="0"/>
                    <a:ea typeface="宋体" pitchFamily="2" charset="-122"/>
                  </a:rPr>
                  <a:t>A</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89133"/>
                                        </p:tgtEl>
                                        <p:attrNameLst>
                                          <p:attrName>style.visibility</p:attrName>
                                        </p:attrNameLst>
                                      </p:cBhvr>
                                      <p:to>
                                        <p:strVal val="visible"/>
                                      </p:to>
                                    </p:set>
                                    <p:anim calcmode="lin" valueType="num">
                                      <p:cBhvr>
                                        <p:cTn id="7" dur="500" fill="hold"/>
                                        <p:tgtEl>
                                          <p:spTgt spid="89133"/>
                                        </p:tgtEl>
                                        <p:attrNameLst>
                                          <p:attrName>ppt_w</p:attrName>
                                        </p:attrNameLst>
                                      </p:cBhvr>
                                      <p:tavLst>
                                        <p:tav tm="0">
                                          <p:val>
                                            <p:fltVal val="0"/>
                                          </p:val>
                                        </p:tav>
                                        <p:tav tm="100000">
                                          <p:val>
                                            <p:strVal val="#ppt_w"/>
                                          </p:val>
                                        </p:tav>
                                      </p:tavLst>
                                    </p:anim>
                                    <p:anim calcmode="lin" valueType="num">
                                      <p:cBhvr>
                                        <p:cTn id="8" dur="500" fill="hold"/>
                                        <p:tgtEl>
                                          <p:spTgt spid="89133"/>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nodeType="clickEffect">
                                  <p:stCondLst>
                                    <p:cond delay="0"/>
                                  </p:stCondLst>
                                  <p:childTnLst>
                                    <p:set>
                                      <p:cBhvr>
                                        <p:cTn id="12" dur="1" fill="hold">
                                          <p:stCondLst>
                                            <p:cond delay="0"/>
                                          </p:stCondLst>
                                        </p:cTn>
                                        <p:tgtEl>
                                          <p:spTgt spid="89134"/>
                                        </p:tgtEl>
                                        <p:attrNameLst>
                                          <p:attrName>style.visibility</p:attrName>
                                        </p:attrNameLst>
                                      </p:cBhvr>
                                      <p:to>
                                        <p:strVal val="visible"/>
                                      </p:to>
                                    </p:set>
                                    <p:anim calcmode="lin" valueType="num">
                                      <p:cBhvr>
                                        <p:cTn id="13" dur="500" fill="hold"/>
                                        <p:tgtEl>
                                          <p:spTgt spid="89134"/>
                                        </p:tgtEl>
                                        <p:attrNameLst>
                                          <p:attrName>ppt_w</p:attrName>
                                        </p:attrNameLst>
                                      </p:cBhvr>
                                      <p:tavLst>
                                        <p:tav tm="0">
                                          <p:val>
                                            <p:fltVal val="0"/>
                                          </p:val>
                                        </p:tav>
                                        <p:tav tm="100000">
                                          <p:val>
                                            <p:strVal val="#ppt_w"/>
                                          </p:val>
                                        </p:tav>
                                      </p:tavLst>
                                    </p:anim>
                                    <p:anim calcmode="lin" valueType="num">
                                      <p:cBhvr>
                                        <p:cTn id="14" dur="500" fill="hold"/>
                                        <p:tgtEl>
                                          <p:spTgt spid="89134"/>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89212"/>
                                        </p:tgtEl>
                                        <p:attrNameLst>
                                          <p:attrName>style.visibility</p:attrName>
                                        </p:attrNameLst>
                                      </p:cBhvr>
                                      <p:to>
                                        <p:strVal val="visible"/>
                                      </p:to>
                                    </p:set>
                                    <p:anim calcmode="lin" valueType="num">
                                      <p:cBhvr>
                                        <p:cTn id="19" dur="500" fill="hold"/>
                                        <p:tgtEl>
                                          <p:spTgt spid="89212"/>
                                        </p:tgtEl>
                                        <p:attrNameLst>
                                          <p:attrName>ppt_w</p:attrName>
                                        </p:attrNameLst>
                                      </p:cBhvr>
                                      <p:tavLst>
                                        <p:tav tm="0">
                                          <p:val>
                                            <p:fltVal val="0"/>
                                          </p:val>
                                        </p:tav>
                                        <p:tav tm="100000">
                                          <p:val>
                                            <p:strVal val="#ppt_w"/>
                                          </p:val>
                                        </p:tav>
                                      </p:tavLst>
                                    </p:anim>
                                    <p:anim calcmode="lin" valueType="num">
                                      <p:cBhvr>
                                        <p:cTn id="20" dur="500" fill="hold"/>
                                        <p:tgtEl>
                                          <p:spTgt spid="89212"/>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499"/>
                                          </p:stCondLst>
                                        </p:cTn>
                                        <p:tgtEl>
                                          <p:spTgt spid="16"/>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7" presetClass="entr" presetSubtype="10" fill="hold" grpId="0" nodeType="clickEffect">
                                  <p:stCondLst>
                                    <p:cond delay="0"/>
                                  </p:stCondLst>
                                  <p:childTnLst>
                                    <p:set>
                                      <p:cBhvr>
                                        <p:cTn id="28" dur="1" fill="hold">
                                          <p:stCondLst>
                                            <p:cond delay="0"/>
                                          </p:stCondLst>
                                        </p:cTn>
                                        <p:tgtEl>
                                          <p:spTgt spid="89213"/>
                                        </p:tgtEl>
                                        <p:attrNameLst>
                                          <p:attrName>style.visibility</p:attrName>
                                        </p:attrNameLst>
                                      </p:cBhvr>
                                      <p:to>
                                        <p:strVal val="visible"/>
                                      </p:to>
                                    </p:set>
                                    <p:anim calcmode="lin" valueType="num">
                                      <p:cBhvr>
                                        <p:cTn id="29" dur="500" fill="hold"/>
                                        <p:tgtEl>
                                          <p:spTgt spid="89213"/>
                                        </p:tgtEl>
                                        <p:attrNameLst>
                                          <p:attrName>ppt_w</p:attrName>
                                        </p:attrNameLst>
                                      </p:cBhvr>
                                      <p:tavLst>
                                        <p:tav tm="0">
                                          <p:val>
                                            <p:fltVal val="0"/>
                                          </p:val>
                                        </p:tav>
                                        <p:tav tm="100000">
                                          <p:val>
                                            <p:strVal val="#ppt_w"/>
                                          </p:val>
                                        </p:tav>
                                      </p:tavLst>
                                    </p:anim>
                                    <p:anim calcmode="lin" valueType="num">
                                      <p:cBhvr>
                                        <p:cTn id="30" dur="500" fill="hold"/>
                                        <p:tgtEl>
                                          <p:spTgt spid="89213"/>
                                        </p:tgtEl>
                                        <p:attrNameLst>
                                          <p:attrName>ppt_h</p:attrName>
                                        </p:attrNameLst>
                                      </p:cBhvr>
                                      <p:tavLst>
                                        <p:tav tm="0">
                                          <p:val>
                                            <p:strVal val="#ppt_h"/>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89137"/>
                                        </p:tgtEl>
                                        <p:attrNameLst>
                                          <p:attrName>style.visibility</p:attrName>
                                        </p:attrNameLst>
                                      </p:cBhvr>
                                      <p:to>
                                        <p:strVal val="visible"/>
                                      </p:to>
                                    </p:set>
                                    <p:animEffect transition="in" filter="box(in)">
                                      <p:cBhvr>
                                        <p:cTn id="35" dur="500"/>
                                        <p:tgtEl>
                                          <p:spTgt spid="8913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7" presetClass="entr" presetSubtype="10" fill="hold" nodeType="clickEffect">
                                  <p:stCondLst>
                                    <p:cond delay="0"/>
                                  </p:stCondLst>
                                  <p:childTnLst>
                                    <p:set>
                                      <p:cBhvr>
                                        <p:cTn id="39" dur="1" fill="hold">
                                          <p:stCondLst>
                                            <p:cond delay="0"/>
                                          </p:stCondLst>
                                        </p:cTn>
                                        <p:tgtEl>
                                          <p:spTgt spid="89192"/>
                                        </p:tgtEl>
                                        <p:attrNameLst>
                                          <p:attrName>style.visibility</p:attrName>
                                        </p:attrNameLst>
                                      </p:cBhvr>
                                      <p:to>
                                        <p:strVal val="visible"/>
                                      </p:to>
                                    </p:set>
                                    <p:anim calcmode="lin" valueType="num">
                                      <p:cBhvr>
                                        <p:cTn id="40" dur="500" fill="hold"/>
                                        <p:tgtEl>
                                          <p:spTgt spid="89192"/>
                                        </p:tgtEl>
                                        <p:attrNameLst>
                                          <p:attrName>ppt_w</p:attrName>
                                        </p:attrNameLst>
                                      </p:cBhvr>
                                      <p:tavLst>
                                        <p:tav tm="0">
                                          <p:val>
                                            <p:fltVal val="0"/>
                                          </p:val>
                                        </p:tav>
                                        <p:tav tm="100000">
                                          <p:val>
                                            <p:strVal val="#ppt_w"/>
                                          </p:val>
                                        </p:tav>
                                      </p:tavLst>
                                    </p:anim>
                                    <p:anim calcmode="lin" valueType="num">
                                      <p:cBhvr>
                                        <p:cTn id="41" dur="500" fill="hold"/>
                                        <p:tgtEl>
                                          <p:spTgt spid="89192"/>
                                        </p:tgtEl>
                                        <p:attrNameLst>
                                          <p:attrName>ppt_h</p:attrName>
                                        </p:attrNameLst>
                                      </p:cBhvr>
                                      <p:tavLst>
                                        <p:tav tm="0">
                                          <p:val>
                                            <p:strVal val="#ppt_h"/>
                                          </p:val>
                                        </p:tav>
                                        <p:tav tm="100000">
                                          <p:val>
                                            <p:strVal val="#ppt_h"/>
                                          </p:val>
                                        </p:tav>
                                      </p:tavLst>
                                    </p:anim>
                                  </p:childTnLst>
                                </p:cTn>
                              </p:par>
                            </p:childTnLst>
                          </p:cTn>
                        </p:par>
                        <p:par>
                          <p:cTn id="42" fill="hold" nodeType="afterGroup">
                            <p:stCondLst>
                              <p:cond delay="500"/>
                            </p:stCondLst>
                            <p:childTnLst>
                              <p:par>
                                <p:cTn id="43" presetID="1" presetClass="entr" presetSubtype="0" fill="hold" grpId="0" nodeType="afterEffect">
                                  <p:stCondLst>
                                    <p:cond delay="0"/>
                                  </p:stCondLst>
                                  <p:childTnLst>
                                    <p:set>
                                      <p:cBhvr>
                                        <p:cTn id="44" dur="1" fill="hold">
                                          <p:stCondLst>
                                            <p:cond delay="499"/>
                                          </p:stCondLst>
                                        </p:cTn>
                                        <p:tgtEl>
                                          <p:spTgt spid="89136"/>
                                        </p:tgtEl>
                                        <p:attrNameLst>
                                          <p:attrName>style.visibility</p:attrName>
                                        </p:attrNameLst>
                                      </p:cBhvr>
                                      <p:to>
                                        <p:strVal val="visible"/>
                                      </p:to>
                                    </p:set>
                                  </p:childTnLst>
                                </p:cTn>
                              </p:par>
                            </p:childTnLst>
                          </p:cTn>
                        </p:par>
                        <p:par>
                          <p:cTn id="45" fill="hold" nodeType="afterGroup">
                            <p:stCondLst>
                              <p:cond delay="1000"/>
                            </p:stCondLst>
                            <p:childTnLst>
                              <p:par>
                                <p:cTn id="46" presetID="16" presetClass="entr" presetSubtype="37" fill="hold" nodeType="after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barn(outVertical)">
                                      <p:cBhvr>
                                        <p:cTn id="48" dur="500"/>
                                        <p:tgtEl>
                                          <p:spTgt spid="2"/>
                                        </p:tgtEl>
                                      </p:cBhvr>
                                    </p:animEffect>
                                  </p:childTnLst>
                                </p:cTn>
                              </p:par>
                            </p:childTnLst>
                          </p:cTn>
                        </p:par>
                        <p:par>
                          <p:cTn id="49" fill="hold" nodeType="afterGroup">
                            <p:stCondLst>
                              <p:cond delay="1500"/>
                            </p:stCondLst>
                            <p:childTnLst>
                              <p:par>
                                <p:cTn id="50" presetID="22" presetClass="entr" presetSubtype="4" fill="hold" nodeType="after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wipe(down)">
                                      <p:cBhvr>
                                        <p:cTn id="52" dur="500"/>
                                        <p:tgtEl>
                                          <p:spTgt spid="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499"/>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par>
                          <p:cTn id="57" fill="hold" nodeType="afterGroup">
                            <p:stCondLst>
                              <p:cond delay="500"/>
                            </p:stCondLst>
                            <p:childTnLst>
                              <p:par>
                                <p:cTn id="58" presetID="1" presetClass="entr" presetSubtype="0" fill="hold" nodeType="afterEffect">
                                  <p:stCondLst>
                                    <p:cond delay="0"/>
                                  </p:stCondLst>
                                  <p:childTnLst>
                                    <p:set>
                                      <p:cBhvr>
                                        <p:cTn id="59" dur="1" fill="hold">
                                          <p:stCondLst>
                                            <p:cond delay="499"/>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par>
                          <p:cTn id="60" fill="hold" nodeType="afterGroup">
                            <p:stCondLst>
                              <p:cond delay="1000"/>
                            </p:stCondLst>
                            <p:childTnLst>
                              <p:par>
                                <p:cTn id="61" presetID="1" presetClass="entr" presetSubtype="0" fill="hold" nodeType="afterEffect">
                                  <p:stCondLst>
                                    <p:cond delay="0"/>
                                  </p:stCondLst>
                                  <p:childTnLst>
                                    <p:set>
                                      <p:cBhvr>
                                        <p:cTn id="62" dur="1" fill="hold">
                                          <p:stCondLst>
                                            <p:cond delay="499"/>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par>
                          <p:cTn id="63" fill="hold" nodeType="afterGroup">
                            <p:stCondLst>
                              <p:cond delay="1500"/>
                            </p:stCondLst>
                            <p:childTnLst>
                              <p:par>
                                <p:cTn id="64" presetID="1" presetClass="entr" presetSubtype="0" fill="hold" nodeType="afterEffect">
                                  <p:stCondLst>
                                    <p:cond delay="0"/>
                                  </p:stCondLst>
                                  <p:childTnLst>
                                    <p:set>
                                      <p:cBhvr>
                                        <p:cTn id="65" dur="1" fill="hold">
                                          <p:stCondLst>
                                            <p:cond delay="499"/>
                                          </p:stCondLst>
                                        </p:cTn>
                                        <p:tgtEl>
                                          <p:spTgt spid="10"/>
                                        </p:tgtEl>
                                        <p:attrNameLst>
                                          <p:attrName>style.visibility</p:attrName>
                                        </p:attrNameLst>
                                      </p:cBhvr>
                                      <p:to>
                                        <p:strVal val="visible"/>
                                      </p:to>
                                    </p:set>
                                  </p:childTnLst>
                                </p:cTn>
                              </p:par>
                            </p:childTnLst>
                          </p:cTn>
                        </p:par>
                        <p:par>
                          <p:cTn id="66" fill="hold" nodeType="afterGroup">
                            <p:stCondLst>
                              <p:cond delay="2000"/>
                            </p:stCondLst>
                            <p:childTnLst>
                              <p:par>
                                <p:cTn id="67" presetID="1" presetClass="entr" presetSubtype="0" fill="hold" grpId="0" nodeType="afterEffect">
                                  <p:stCondLst>
                                    <p:cond delay="0"/>
                                  </p:stCondLst>
                                  <p:childTnLst>
                                    <p:set>
                                      <p:cBhvr>
                                        <p:cTn id="68" dur="1" fill="hold">
                                          <p:stCondLst>
                                            <p:cond delay="499"/>
                                          </p:stCondLst>
                                        </p:cTn>
                                        <p:tgtEl>
                                          <p:spTgt spid="89189"/>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14"/>
                                        </p:tgtEl>
                                        <p:attrNameLst>
                                          <p:attrName>style.visibility</p:attrName>
                                        </p:attrNameLst>
                                      </p:cBhvr>
                                      <p:to>
                                        <p:strVal val="visible"/>
                                      </p:to>
                                    </p:set>
                                    <p:animEffect transition="in" filter="wipe(left)">
                                      <p:cBhvr>
                                        <p:cTn id="73" dur="500"/>
                                        <p:tgtEl>
                                          <p:spTgt spid="14"/>
                                        </p:tgtEl>
                                      </p:cBhvr>
                                    </p:animEffect>
                                  </p:childTnLst>
                                </p:cTn>
                              </p:par>
                            </p:childTnLst>
                          </p:cTn>
                        </p:par>
                        <p:par>
                          <p:cTn id="74" fill="hold" nodeType="afterGroup">
                            <p:stCondLst>
                              <p:cond delay="500"/>
                            </p:stCondLst>
                            <p:childTnLst>
                              <p:par>
                                <p:cTn id="75" presetID="22" presetClass="entr" presetSubtype="4" fill="hold" nodeType="afterEffect">
                                  <p:stCondLst>
                                    <p:cond delay="0"/>
                                  </p:stCondLst>
                                  <p:childTnLst>
                                    <p:set>
                                      <p:cBhvr>
                                        <p:cTn id="76" dur="1" fill="hold">
                                          <p:stCondLst>
                                            <p:cond delay="0"/>
                                          </p:stCondLst>
                                        </p:cTn>
                                        <p:tgtEl>
                                          <p:spTgt spid="12"/>
                                        </p:tgtEl>
                                        <p:attrNameLst>
                                          <p:attrName>style.visibility</p:attrName>
                                        </p:attrNameLst>
                                      </p:cBhvr>
                                      <p:to>
                                        <p:strVal val="visible"/>
                                      </p:to>
                                    </p:set>
                                    <p:animEffect transition="in" filter="wipe(down)">
                                      <p:cBhvr>
                                        <p:cTn id="77" dur="500"/>
                                        <p:tgtEl>
                                          <p:spTgt spid="1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3" presetClass="entr" presetSubtype="16" fill="hold" nodeType="clickEffect">
                                  <p:stCondLst>
                                    <p:cond delay="0"/>
                                  </p:stCondLst>
                                  <p:childTnLst>
                                    <p:set>
                                      <p:cBhvr>
                                        <p:cTn id="81" dur="1" fill="hold">
                                          <p:stCondLst>
                                            <p:cond delay="0"/>
                                          </p:stCondLst>
                                        </p:cTn>
                                        <p:tgtEl>
                                          <p:spTgt spid="15"/>
                                        </p:tgtEl>
                                        <p:attrNameLst>
                                          <p:attrName>style.visibility</p:attrName>
                                        </p:attrNameLst>
                                      </p:cBhvr>
                                      <p:to>
                                        <p:strVal val="visible"/>
                                      </p:to>
                                    </p:set>
                                    <p:anim calcmode="lin" valueType="num">
                                      <p:cBhvr>
                                        <p:cTn id="82" dur="500" fill="hold"/>
                                        <p:tgtEl>
                                          <p:spTgt spid="15"/>
                                        </p:tgtEl>
                                        <p:attrNameLst>
                                          <p:attrName>ppt_w</p:attrName>
                                        </p:attrNameLst>
                                      </p:cBhvr>
                                      <p:tavLst>
                                        <p:tav tm="0">
                                          <p:val>
                                            <p:fltVal val="0"/>
                                          </p:val>
                                        </p:tav>
                                        <p:tav tm="100000">
                                          <p:val>
                                            <p:strVal val="#ppt_w"/>
                                          </p:val>
                                        </p:tav>
                                      </p:tavLst>
                                    </p:anim>
                                    <p:anim calcmode="lin" valueType="num">
                                      <p:cBhvr>
                                        <p:cTn id="83" dur="500" fill="hold"/>
                                        <p:tgtEl>
                                          <p:spTgt spid="1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33" grpId="0" autoUpdateAnimBg="0"/>
      <p:bldP spid="89136" grpId="0" animBg="1"/>
      <p:bldP spid="89137" grpId="0" autoUpdateAnimBg="0"/>
      <p:bldP spid="89189" grpId="0" autoUpdateAnimBg="0"/>
      <p:bldP spid="89212" grpId="0" autoUpdateAnimBg="0"/>
      <p:bldP spid="89213"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00" name="Text Box 72"/>
          <p:cNvSpPr txBox="1">
            <a:spLocks noChangeArrowheads="1"/>
          </p:cNvSpPr>
          <p:nvPr/>
        </p:nvSpPr>
        <p:spPr bwMode="auto">
          <a:xfrm>
            <a:off x="609600" y="835025"/>
            <a:ext cx="266700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CC"/>
                </a:solidFill>
                <a:latin typeface="Times New Roman" pitchFamily="18" charset="0"/>
                <a:ea typeface="华文中宋" pitchFamily="2" charset="-122"/>
              </a:rPr>
              <a:t>计算方法</a:t>
            </a:r>
            <a:r>
              <a:rPr lang="en-US" altLang="zh-CN" sz="1800">
                <a:solidFill>
                  <a:srgbClr val="0000CC"/>
                </a:solidFill>
                <a:latin typeface="Times New Roman" pitchFamily="18" charset="0"/>
                <a:ea typeface="华文中宋" pitchFamily="2" charset="-122"/>
              </a:rPr>
              <a:t>2</a:t>
            </a:r>
            <a:r>
              <a:rPr lang="zh-CN" altLang="en-US" sz="1800">
                <a:solidFill>
                  <a:srgbClr val="0000CC"/>
                </a:solidFill>
                <a:latin typeface="Times New Roman" pitchFamily="18" charset="0"/>
                <a:ea typeface="华文中宋" pitchFamily="2" charset="-122"/>
              </a:rPr>
              <a:t>：分量式计算</a:t>
            </a:r>
            <a:r>
              <a:rPr lang="en-US" altLang="zh-CN" sz="1800">
                <a:latin typeface="Times New Roman" pitchFamily="18" charset="0"/>
                <a:ea typeface="华文中宋" pitchFamily="2" charset="-122"/>
              </a:rPr>
              <a:t> </a:t>
            </a:r>
          </a:p>
        </p:txBody>
      </p:sp>
      <p:sp>
        <p:nvSpPr>
          <p:cNvPr id="48201" name="Text Box 73"/>
          <p:cNvSpPr txBox="1">
            <a:spLocks noChangeArrowheads="1"/>
          </p:cNvSpPr>
          <p:nvPr/>
        </p:nvSpPr>
        <p:spPr bwMode="auto">
          <a:xfrm>
            <a:off x="3605213" y="835025"/>
            <a:ext cx="2551112"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latin typeface="Times New Roman" pitchFamily="18" charset="0"/>
                <a:ea typeface="华文中宋" pitchFamily="2" charset="-122"/>
              </a:rPr>
              <a:t>功的直角坐标系表示式 </a:t>
            </a:r>
          </a:p>
        </p:txBody>
      </p:sp>
      <p:graphicFrame>
        <p:nvGraphicFramePr>
          <p:cNvPr id="48202" name="Object 74"/>
          <p:cNvGraphicFramePr>
            <a:graphicFrameLocks noChangeAspect="1"/>
          </p:cNvGraphicFramePr>
          <p:nvPr/>
        </p:nvGraphicFramePr>
        <p:xfrm>
          <a:off x="941388" y="1203325"/>
          <a:ext cx="3186112" cy="463550"/>
        </p:xfrm>
        <a:graphic>
          <a:graphicData uri="http://schemas.openxmlformats.org/presentationml/2006/ole">
            <p:oleObj spid="_x0000_s50205" name="Equation" r:id="rId4" imgW="1320227" imgH="266584" progId="Equation.DSMT4">
              <p:embed/>
            </p:oleObj>
          </a:graphicData>
        </a:graphic>
      </p:graphicFrame>
      <p:graphicFrame>
        <p:nvGraphicFramePr>
          <p:cNvPr id="48203" name="Object 75"/>
          <p:cNvGraphicFramePr>
            <a:graphicFrameLocks noChangeAspect="1"/>
          </p:cNvGraphicFramePr>
          <p:nvPr/>
        </p:nvGraphicFramePr>
        <p:xfrm>
          <a:off x="4895850" y="1203325"/>
          <a:ext cx="3132138" cy="433388"/>
        </p:xfrm>
        <a:graphic>
          <a:graphicData uri="http://schemas.openxmlformats.org/presentationml/2006/ole">
            <p:oleObj spid="_x0000_s50206" name="Equation" r:id="rId5" imgW="1282700" imgH="241300" progId="Equation.DSMT4">
              <p:embed/>
            </p:oleObj>
          </a:graphicData>
        </a:graphic>
      </p:graphicFrame>
      <p:graphicFrame>
        <p:nvGraphicFramePr>
          <p:cNvPr id="48204" name="Object 76"/>
          <p:cNvGraphicFramePr>
            <a:graphicFrameLocks noChangeAspect="1"/>
          </p:cNvGraphicFramePr>
          <p:nvPr/>
        </p:nvGraphicFramePr>
        <p:xfrm>
          <a:off x="968375" y="1709738"/>
          <a:ext cx="6378575" cy="615950"/>
        </p:xfrm>
        <a:graphic>
          <a:graphicData uri="http://schemas.openxmlformats.org/presentationml/2006/ole">
            <p:oleObj spid="_x0000_s50207" name="Equation" r:id="rId6" imgW="2717800" imgH="355600" progId="Equation.DSMT4">
              <p:embed/>
            </p:oleObj>
          </a:graphicData>
        </a:graphic>
      </p:graphicFrame>
      <p:sp>
        <p:nvSpPr>
          <p:cNvPr id="48205" name="Text Box 77"/>
          <p:cNvSpPr txBox="1">
            <a:spLocks noChangeArrowheads="1"/>
          </p:cNvSpPr>
          <p:nvPr/>
        </p:nvSpPr>
        <p:spPr bwMode="auto">
          <a:xfrm>
            <a:off x="598488" y="2757488"/>
            <a:ext cx="5954712"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57150" cmpd="thickThin">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Times New Roman" pitchFamily="18" charset="0"/>
                <a:ea typeface="华文中宋" pitchFamily="2" charset="-122"/>
              </a:rPr>
              <a:t>因为功是标量，所以总功等于各方向上的分量之代数和。</a:t>
            </a:r>
          </a:p>
        </p:txBody>
      </p:sp>
      <p:graphicFrame>
        <p:nvGraphicFramePr>
          <p:cNvPr id="48206" name="Object 78"/>
          <p:cNvGraphicFramePr>
            <a:graphicFrameLocks noChangeAspect="1"/>
          </p:cNvGraphicFramePr>
          <p:nvPr/>
        </p:nvGraphicFramePr>
        <p:xfrm>
          <a:off x="1371600" y="2395538"/>
          <a:ext cx="2214563" cy="420687"/>
        </p:xfrm>
        <a:graphic>
          <a:graphicData uri="http://schemas.openxmlformats.org/presentationml/2006/ole">
            <p:oleObj spid="_x0000_s50208" name="Equation" r:id="rId7" imgW="939392" imgH="241195" progId="Equation.DSMT4">
              <p:embed/>
            </p:oleObj>
          </a:graphicData>
        </a:graphic>
      </p:graphicFrame>
      <p:sp>
        <p:nvSpPr>
          <p:cNvPr id="48207" name="Text Box 79"/>
          <p:cNvSpPr txBox="1">
            <a:spLocks noChangeArrowheads="1"/>
          </p:cNvSpPr>
          <p:nvPr/>
        </p:nvSpPr>
        <p:spPr bwMode="auto">
          <a:xfrm>
            <a:off x="304800" y="3154363"/>
            <a:ext cx="28194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solidFill>
                  <a:schemeClr val="accent2"/>
                </a:solidFill>
                <a:latin typeface="Times New Roman" pitchFamily="18" charset="0"/>
                <a:ea typeface="华文中宋" pitchFamily="2" charset="-122"/>
              </a:rPr>
              <a:t>2</a:t>
            </a:r>
            <a:r>
              <a:rPr lang="zh-CN" altLang="en-US" sz="1800">
                <a:solidFill>
                  <a:schemeClr val="accent2"/>
                </a:solidFill>
                <a:latin typeface="Times New Roman" pitchFamily="18" charset="0"/>
                <a:ea typeface="华文中宋" pitchFamily="2" charset="-122"/>
              </a:rPr>
              <a:t>、功</a:t>
            </a:r>
            <a:r>
              <a:rPr lang="zh-CN" altLang="en-US" sz="1800">
                <a:solidFill>
                  <a:srgbClr val="0000FF"/>
                </a:solidFill>
                <a:latin typeface="Times New Roman" pitchFamily="18" charset="0"/>
                <a:ea typeface="华文中宋" pitchFamily="2" charset="-122"/>
              </a:rPr>
              <a:t>率</a:t>
            </a:r>
            <a:endParaRPr lang="zh-CN" altLang="en-US" sz="1800" b="0">
              <a:latin typeface="Times New Roman" pitchFamily="18" charset="0"/>
              <a:ea typeface="华文中宋" pitchFamily="2" charset="-122"/>
            </a:endParaRPr>
          </a:p>
        </p:txBody>
      </p:sp>
      <p:graphicFrame>
        <p:nvGraphicFramePr>
          <p:cNvPr id="48208" name="Object 80"/>
          <p:cNvGraphicFramePr>
            <a:graphicFrameLocks noChangeAspect="1"/>
          </p:cNvGraphicFramePr>
          <p:nvPr/>
        </p:nvGraphicFramePr>
        <p:xfrm>
          <a:off x="755650" y="3963988"/>
          <a:ext cx="1200150" cy="695325"/>
        </p:xfrm>
        <a:graphic>
          <a:graphicData uri="http://schemas.openxmlformats.org/presentationml/2006/ole">
            <p:oleObj spid="_x0000_s50209" name="公式" r:id="rId8" imgW="520474" imgH="406224" progId="Equation.3">
              <p:embed/>
            </p:oleObj>
          </a:graphicData>
        </a:graphic>
      </p:graphicFrame>
      <p:sp>
        <p:nvSpPr>
          <p:cNvPr id="48209" name="Text Box 81"/>
          <p:cNvSpPr txBox="1">
            <a:spLocks noChangeArrowheads="1"/>
          </p:cNvSpPr>
          <p:nvPr/>
        </p:nvSpPr>
        <p:spPr bwMode="auto">
          <a:xfrm>
            <a:off x="5307013" y="4116388"/>
            <a:ext cx="3802062"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Times New Roman" pitchFamily="18" charset="0"/>
                <a:ea typeface="华文中宋" pitchFamily="2" charset="-122"/>
              </a:rPr>
              <a:t>功率的单位：在</a:t>
            </a:r>
            <a:r>
              <a:rPr lang="en-US" altLang="zh-CN" sz="1800">
                <a:solidFill>
                  <a:srgbClr val="000000"/>
                </a:solidFill>
                <a:latin typeface="Times New Roman" pitchFamily="18" charset="0"/>
                <a:ea typeface="华文中宋" pitchFamily="2" charset="-122"/>
              </a:rPr>
              <a:t>SI</a:t>
            </a:r>
            <a:r>
              <a:rPr lang="zh-CN" altLang="en-US" sz="1800">
                <a:solidFill>
                  <a:srgbClr val="000000"/>
                </a:solidFill>
                <a:latin typeface="Times New Roman" pitchFamily="18" charset="0"/>
                <a:ea typeface="华文中宋" pitchFamily="2" charset="-122"/>
              </a:rPr>
              <a:t>制中为瓦特（</a:t>
            </a:r>
            <a:r>
              <a:rPr lang="en-US" altLang="zh-CN" sz="1800">
                <a:solidFill>
                  <a:srgbClr val="000000"/>
                </a:solidFill>
                <a:latin typeface="Times New Roman" pitchFamily="18" charset="0"/>
                <a:ea typeface="华文中宋" pitchFamily="2" charset="-122"/>
              </a:rPr>
              <a:t>w</a:t>
            </a:r>
            <a:r>
              <a:rPr lang="zh-CN" altLang="en-US" sz="1800">
                <a:solidFill>
                  <a:srgbClr val="000000"/>
                </a:solidFill>
                <a:latin typeface="Times New Roman" pitchFamily="18" charset="0"/>
                <a:ea typeface="华文中宋" pitchFamily="2" charset="-122"/>
              </a:rPr>
              <a:t>）</a:t>
            </a:r>
            <a:endParaRPr lang="zh-CN" altLang="en-US" sz="1800">
              <a:latin typeface="Times New Roman" pitchFamily="18" charset="0"/>
              <a:ea typeface="华文中宋" pitchFamily="2" charset="-122"/>
            </a:endParaRPr>
          </a:p>
        </p:txBody>
      </p:sp>
      <p:sp>
        <p:nvSpPr>
          <p:cNvPr id="48210" name="Text Box 82"/>
          <p:cNvSpPr txBox="1">
            <a:spLocks noChangeArrowheads="1"/>
          </p:cNvSpPr>
          <p:nvPr/>
        </p:nvSpPr>
        <p:spPr bwMode="auto">
          <a:xfrm>
            <a:off x="1547813" y="3514725"/>
            <a:ext cx="3243262"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Times New Roman" pitchFamily="18" charset="0"/>
                <a:ea typeface="华文中宋" pitchFamily="2" charset="-122"/>
              </a:rPr>
              <a:t>单位时间内所作的功称为功率</a:t>
            </a:r>
            <a:r>
              <a:rPr lang="zh-CN" altLang="en-US" sz="1800" b="0">
                <a:latin typeface="Times New Roman" pitchFamily="18" charset="0"/>
                <a:ea typeface="华文中宋" pitchFamily="2" charset="-122"/>
              </a:rPr>
              <a:t> </a:t>
            </a:r>
          </a:p>
        </p:txBody>
      </p:sp>
      <p:graphicFrame>
        <p:nvGraphicFramePr>
          <p:cNvPr id="48211" name="Object 83"/>
          <p:cNvGraphicFramePr>
            <a:graphicFrameLocks noChangeAspect="1"/>
          </p:cNvGraphicFramePr>
          <p:nvPr/>
        </p:nvGraphicFramePr>
        <p:xfrm>
          <a:off x="1966913" y="3963988"/>
          <a:ext cx="1238250" cy="661987"/>
        </p:xfrm>
        <a:graphic>
          <a:graphicData uri="http://schemas.openxmlformats.org/presentationml/2006/ole">
            <p:oleObj spid="_x0000_s50210" name="Equation" r:id="rId9" imgW="545863" imgH="393529" progId="Equation.DSMT4">
              <p:embed/>
            </p:oleObj>
          </a:graphicData>
        </a:graphic>
      </p:graphicFrame>
      <p:graphicFrame>
        <p:nvGraphicFramePr>
          <p:cNvPr id="48212" name="Object 84"/>
          <p:cNvGraphicFramePr>
            <a:graphicFrameLocks noChangeAspect="1"/>
          </p:cNvGraphicFramePr>
          <p:nvPr/>
        </p:nvGraphicFramePr>
        <p:xfrm>
          <a:off x="3290888" y="4078288"/>
          <a:ext cx="1036637" cy="371475"/>
        </p:xfrm>
        <a:graphic>
          <a:graphicData uri="http://schemas.openxmlformats.org/presentationml/2006/ole">
            <p:oleObj spid="_x0000_s50211" name="Equation" r:id="rId10" imgW="444114" imgH="215713"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8200"/>
                                        </p:tgtEl>
                                        <p:attrNameLst>
                                          <p:attrName>style.visibility</p:attrName>
                                        </p:attrNameLst>
                                      </p:cBhvr>
                                      <p:to>
                                        <p:strVal val="visible"/>
                                      </p:to>
                                    </p:set>
                                    <p:animEffect transition="in" filter="box(in)">
                                      <p:cBhvr>
                                        <p:cTn id="7" dur="500"/>
                                        <p:tgtEl>
                                          <p:spTgt spid="482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48201"/>
                                        </p:tgtEl>
                                        <p:attrNameLst>
                                          <p:attrName>style.visibility</p:attrName>
                                        </p:attrNameLst>
                                      </p:cBhvr>
                                      <p:to>
                                        <p:strVal val="visible"/>
                                      </p:to>
                                    </p:set>
                                    <p:anim calcmode="lin" valueType="num">
                                      <p:cBhvr>
                                        <p:cTn id="12" dur="500" fill="hold"/>
                                        <p:tgtEl>
                                          <p:spTgt spid="48201"/>
                                        </p:tgtEl>
                                        <p:attrNameLst>
                                          <p:attrName>ppt_w</p:attrName>
                                        </p:attrNameLst>
                                      </p:cBhvr>
                                      <p:tavLst>
                                        <p:tav tm="0">
                                          <p:val>
                                            <p:fltVal val="0"/>
                                          </p:val>
                                        </p:tav>
                                        <p:tav tm="100000">
                                          <p:val>
                                            <p:strVal val="#ppt_w"/>
                                          </p:val>
                                        </p:tav>
                                      </p:tavLst>
                                    </p:anim>
                                    <p:anim calcmode="lin" valueType="num">
                                      <p:cBhvr>
                                        <p:cTn id="13" dur="500" fill="hold"/>
                                        <p:tgtEl>
                                          <p:spTgt spid="48201"/>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10" fill="hold" nodeType="clickEffect">
                                  <p:stCondLst>
                                    <p:cond delay="0"/>
                                  </p:stCondLst>
                                  <p:childTnLst>
                                    <p:set>
                                      <p:cBhvr>
                                        <p:cTn id="17" dur="1" fill="hold">
                                          <p:stCondLst>
                                            <p:cond delay="0"/>
                                          </p:stCondLst>
                                        </p:cTn>
                                        <p:tgtEl>
                                          <p:spTgt spid="48202"/>
                                        </p:tgtEl>
                                        <p:attrNameLst>
                                          <p:attrName>style.visibility</p:attrName>
                                        </p:attrNameLst>
                                      </p:cBhvr>
                                      <p:to>
                                        <p:strVal val="visible"/>
                                      </p:to>
                                    </p:set>
                                    <p:anim calcmode="lin" valueType="num">
                                      <p:cBhvr>
                                        <p:cTn id="18" dur="500" fill="hold"/>
                                        <p:tgtEl>
                                          <p:spTgt spid="48202"/>
                                        </p:tgtEl>
                                        <p:attrNameLst>
                                          <p:attrName>ppt_w</p:attrName>
                                        </p:attrNameLst>
                                      </p:cBhvr>
                                      <p:tavLst>
                                        <p:tav tm="0">
                                          <p:val>
                                            <p:fltVal val="0"/>
                                          </p:val>
                                        </p:tav>
                                        <p:tav tm="100000">
                                          <p:val>
                                            <p:strVal val="#ppt_w"/>
                                          </p:val>
                                        </p:tav>
                                      </p:tavLst>
                                    </p:anim>
                                    <p:anim calcmode="lin" valueType="num">
                                      <p:cBhvr>
                                        <p:cTn id="19" dur="500" fill="hold"/>
                                        <p:tgtEl>
                                          <p:spTgt spid="48202"/>
                                        </p:tgtEl>
                                        <p:attrNameLst>
                                          <p:attrName>ppt_h</p:attrName>
                                        </p:attrNameLst>
                                      </p:cBhvr>
                                      <p:tavLst>
                                        <p:tav tm="0">
                                          <p:val>
                                            <p:strVal val="#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7" presetClass="entr" presetSubtype="10" fill="hold" nodeType="clickEffect">
                                  <p:stCondLst>
                                    <p:cond delay="0"/>
                                  </p:stCondLst>
                                  <p:childTnLst>
                                    <p:set>
                                      <p:cBhvr>
                                        <p:cTn id="23" dur="1" fill="hold">
                                          <p:stCondLst>
                                            <p:cond delay="0"/>
                                          </p:stCondLst>
                                        </p:cTn>
                                        <p:tgtEl>
                                          <p:spTgt spid="48203"/>
                                        </p:tgtEl>
                                        <p:attrNameLst>
                                          <p:attrName>style.visibility</p:attrName>
                                        </p:attrNameLst>
                                      </p:cBhvr>
                                      <p:to>
                                        <p:strVal val="visible"/>
                                      </p:to>
                                    </p:set>
                                    <p:anim calcmode="lin" valueType="num">
                                      <p:cBhvr>
                                        <p:cTn id="24" dur="500" fill="hold"/>
                                        <p:tgtEl>
                                          <p:spTgt spid="48203"/>
                                        </p:tgtEl>
                                        <p:attrNameLst>
                                          <p:attrName>ppt_w</p:attrName>
                                        </p:attrNameLst>
                                      </p:cBhvr>
                                      <p:tavLst>
                                        <p:tav tm="0">
                                          <p:val>
                                            <p:fltVal val="0"/>
                                          </p:val>
                                        </p:tav>
                                        <p:tav tm="100000">
                                          <p:val>
                                            <p:strVal val="#ppt_w"/>
                                          </p:val>
                                        </p:tav>
                                      </p:tavLst>
                                    </p:anim>
                                    <p:anim calcmode="lin" valueType="num">
                                      <p:cBhvr>
                                        <p:cTn id="25" dur="500" fill="hold"/>
                                        <p:tgtEl>
                                          <p:spTgt spid="48203"/>
                                        </p:tgtEl>
                                        <p:attrNameLst>
                                          <p:attrName>ppt_h</p:attrName>
                                        </p:attrNameLst>
                                      </p:cBhvr>
                                      <p:tavLst>
                                        <p:tav tm="0">
                                          <p:val>
                                            <p:strVal val="#ppt_h"/>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17" presetClass="entr" presetSubtype="10" fill="hold" nodeType="clickEffect">
                                  <p:stCondLst>
                                    <p:cond delay="0"/>
                                  </p:stCondLst>
                                  <p:childTnLst>
                                    <p:set>
                                      <p:cBhvr>
                                        <p:cTn id="29" dur="1" fill="hold">
                                          <p:stCondLst>
                                            <p:cond delay="0"/>
                                          </p:stCondLst>
                                        </p:cTn>
                                        <p:tgtEl>
                                          <p:spTgt spid="48204"/>
                                        </p:tgtEl>
                                        <p:attrNameLst>
                                          <p:attrName>style.visibility</p:attrName>
                                        </p:attrNameLst>
                                      </p:cBhvr>
                                      <p:to>
                                        <p:strVal val="visible"/>
                                      </p:to>
                                    </p:set>
                                    <p:anim calcmode="lin" valueType="num">
                                      <p:cBhvr>
                                        <p:cTn id="30" dur="500" fill="hold"/>
                                        <p:tgtEl>
                                          <p:spTgt spid="48204"/>
                                        </p:tgtEl>
                                        <p:attrNameLst>
                                          <p:attrName>ppt_w</p:attrName>
                                        </p:attrNameLst>
                                      </p:cBhvr>
                                      <p:tavLst>
                                        <p:tav tm="0">
                                          <p:val>
                                            <p:fltVal val="0"/>
                                          </p:val>
                                        </p:tav>
                                        <p:tav tm="100000">
                                          <p:val>
                                            <p:strVal val="#ppt_w"/>
                                          </p:val>
                                        </p:tav>
                                      </p:tavLst>
                                    </p:anim>
                                    <p:anim calcmode="lin" valueType="num">
                                      <p:cBhvr>
                                        <p:cTn id="31" dur="500" fill="hold"/>
                                        <p:tgtEl>
                                          <p:spTgt spid="48204"/>
                                        </p:tgtEl>
                                        <p:attrNameLst>
                                          <p:attrName>ppt_h</p:attrName>
                                        </p:attrNameLst>
                                      </p:cBhvr>
                                      <p:tavLst>
                                        <p:tav tm="0">
                                          <p:val>
                                            <p:strVal val="#ppt_h"/>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17" presetClass="entr" presetSubtype="10" fill="hold" nodeType="clickEffect">
                                  <p:stCondLst>
                                    <p:cond delay="0"/>
                                  </p:stCondLst>
                                  <p:childTnLst>
                                    <p:set>
                                      <p:cBhvr>
                                        <p:cTn id="35" dur="1" fill="hold">
                                          <p:stCondLst>
                                            <p:cond delay="0"/>
                                          </p:stCondLst>
                                        </p:cTn>
                                        <p:tgtEl>
                                          <p:spTgt spid="48206"/>
                                        </p:tgtEl>
                                        <p:attrNameLst>
                                          <p:attrName>style.visibility</p:attrName>
                                        </p:attrNameLst>
                                      </p:cBhvr>
                                      <p:to>
                                        <p:strVal val="visible"/>
                                      </p:to>
                                    </p:set>
                                    <p:anim calcmode="lin" valueType="num">
                                      <p:cBhvr>
                                        <p:cTn id="36" dur="500" fill="hold"/>
                                        <p:tgtEl>
                                          <p:spTgt spid="48206"/>
                                        </p:tgtEl>
                                        <p:attrNameLst>
                                          <p:attrName>ppt_w</p:attrName>
                                        </p:attrNameLst>
                                      </p:cBhvr>
                                      <p:tavLst>
                                        <p:tav tm="0">
                                          <p:val>
                                            <p:fltVal val="0"/>
                                          </p:val>
                                        </p:tav>
                                        <p:tav tm="100000">
                                          <p:val>
                                            <p:strVal val="#ppt_w"/>
                                          </p:val>
                                        </p:tav>
                                      </p:tavLst>
                                    </p:anim>
                                    <p:anim calcmode="lin" valueType="num">
                                      <p:cBhvr>
                                        <p:cTn id="37" dur="500" fill="hold"/>
                                        <p:tgtEl>
                                          <p:spTgt spid="48206"/>
                                        </p:tgtEl>
                                        <p:attrNameLst>
                                          <p:attrName>ppt_h</p:attrName>
                                        </p:attrNameLst>
                                      </p:cBhvr>
                                      <p:tavLst>
                                        <p:tav tm="0">
                                          <p:val>
                                            <p:strVal val="#ppt_h"/>
                                          </p:val>
                                        </p:tav>
                                        <p:tav tm="100000">
                                          <p:val>
                                            <p:strVal val="#ppt_h"/>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17" presetClass="entr" presetSubtype="10" fill="hold" grpId="0" nodeType="clickEffect">
                                  <p:stCondLst>
                                    <p:cond delay="0"/>
                                  </p:stCondLst>
                                  <p:childTnLst>
                                    <p:set>
                                      <p:cBhvr>
                                        <p:cTn id="41" dur="1" fill="hold">
                                          <p:stCondLst>
                                            <p:cond delay="0"/>
                                          </p:stCondLst>
                                        </p:cTn>
                                        <p:tgtEl>
                                          <p:spTgt spid="48205"/>
                                        </p:tgtEl>
                                        <p:attrNameLst>
                                          <p:attrName>style.visibility</p:attrName>
                                        </p:attrNameLst>
                                      </p:cBhvr>
                                      <p:to>
                                        <p:strVal val="visible"/>
                                      </p:to>
                                    </p:set>
                                    <p:anim calcmode="lin" valueType="num">
                                      <p:cBhvr>
                                        <p:cTn id="42" dur="500" fill="hold"/>
                                        <p:tgtEl>
                                          <p:spTgt spid="48205"/>
                                        </p:tgtEl>
                                        <p:attrNameLst>
                                          <p:attrName>ppt_w</p:attrName>
                                        </p:attrNameLst>
                                      </p:cBhvr>
                                      <p:tavLst>
                                        <p:tav tm="0">
                                          <p:val>
                                            <p:fltVal val="0"/>
                                          </p:val>
                                        </p:tav>
                                        <p:tav tm="100000">
                                          <p:val>
                                            <p:strVal val="#ppt_w"/>
                                          </p:val>
                                        </p:tav>
                                      </p:tavLst>
                                    </p:anim>
                                    <p:anim calcmode="lin" valueType="num">
                                      <p:cBhvr>
                                        <p:cTn id="43" dur="500" fill="hold"/>
                                        <p:tgtEl>
                                          <p:spTgt spid="4820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4" fill="hold" nodeType="clickPar">
                      <p:stCondLst>
                        <p:cond delay="indefinite"/>
                      </p:stCondLst>
                      <p:childTnLst>
                        <p:par>
                          <p:cTn id="45" fill="hold" nodeType="withGroup">
                            <p:stCondLst>
                              <p:cond delay="0"/>
                            </p:stCondLst>
                            <p:childTnLst>
                              <p:par>
                                <p:cTn id="46" presetID="17" presetClass="entr" presetSubtype="10" fill="hold" grpId="0" nodeType="clickEffect">
                                  <p:stCondLst>
                                    <p:cond delay="0"/>
                                  </p:stCondLst>
                                  <p:childTnLst>
                                    <p:set>
                                      <p:cBhvr>
                                        <p:cTn id="47" dur="1" fill="hold">
                                          <p:stCondLst>
                                            <p:cond delay="0"/>
                                          </p:stCondLst>
                                        </p:cTn>
                                        <p:tgtEl>
                                          <p:spTgt spid="48207"/>
                                        </p:tgtEl>
                                        <p:attrNameLst>
                                          <p:attrName>style.visibility</p:attrName>
                                        </p:attrNameLst>
                                      </p:cBhvr>
                                      <p:to>
                                        <p:strVal val="visible"/>
                                      </p:to>
                                    </p:set>
                                    <p:anim calcmode="lin" valueType="num">
                                      <p:cBhvr>
                                        <p:cTn id="48" dur="500" fill="hold"/>
                                        <p:tgtEl>
                                          <p:spTgt spid="48207"/>
                                        </p:tgtEl>
                                        <p:attrNameLst>
                                          <p:attrName>ppt_w</p:attrName>
                                        </p:attrNameLst>
                                      </p:cBhvr>
                                      <p:tavLst>
                                        <p:tav tm="0">
                                          <p:val>
                                            <p:fltVal val="0"/>
                                          </p:val>
                                        </p:tav>
                                        <p:tav tm="100000">
                                          <p:val>
                                            <p:strVal val="#ppt_w"/>
                                          </p:val>
                                        </p:tav>
                                      </p:tavLst>
                                    </p:anim>
                                    <p:anim calcmode="lin" valueType="num">
                                      <p:cBhvr>
                                        <p:cTn id="49" dur="500" fill="hold"/>
                                        <p:tgtEl>
                                          <p:spTgt spid="48207"/>
                                        </p:tgtEl>
                                        <p:attrNameLst>
                                          <p:attrName>ppt_h</p:attrName>
                                        </p:attrNameLst>
                                      </p:cBhvr>
                                      <p:tavLst>
                                        <p:tav tm="0">
                                          <p:val>
                                            <p:strVal val="#ppt_h"/>
                                          </p:val>
                                        </p:tav>
                                        <p:tav tm="100000">
                                          <p:val>
                                            <p:strVal val="#ppt_h"/>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4" presetClass="entr" presetSubtype="16" fill="hold" grpId="0" nodeType="clickEffect">
                                  <p:stCondLst>
                                    <p:cond delay="0"/>
                                  </p:stCondLst>
                                  <p:childTnLst>
                                    <p:set>
                                      <p:cBhvr>
                                        <p:cTn id="53" dur="1" fill="hold">
                                          <p:stCondLst>
                                            <p:cond delay="0"/>
                                          </p:stCondLst>
                                        </p:cTn>
                                        <p:tgtEl>
                                          <p:spTgt spid="48210"/>
                                        </p:tgtEl>
                                        <p:attrNameLst>
                                          <p:attrName>style.visibility</p:attrName>
                                        </p:attrNameLst>
                                      </p:cBhvr>
                                      <p:to>
                                        <p:strVal val="visible"/>
                                      </p:to>
                                    </p:set>
                                    <p:animEffect transition="in" filter="box(in)">
                                      <p:cBhvr>
                                        <p:cTn id="54" dur="500"/>
                                        <p:tgtEl>
                                          <p:spTgt spid="48210"/>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4" presetClass="entr" presetSubtype="16" fill="hold" nodeType="clickEffect">
                                  <p:stCondLst>
                                    <p:cond delay="0"/>
                                  </p:stCondLst>
                                  <p:childTnLst>
                                    <p:set>
                                      <p:cBhvr>
                                        <p:cTn id="58" dur="1" fill="hold">
                                          <p:stCondLst>
                                            <p:cond delay="0"/>
                                          </p:stCondLst>
                                        </p:cTn>
                                        <p:tgtEl>
                                          <p:spTgt spid="48208"/>
                                        </p:tgtEl>
                                        <p:attrNameLst>
                                          <p:attrName>style.visibility</p:attrName>
                                        </p:attrNameLst>
                                      </p:cBhvr>
                                      <p:to>
                                        <p:strVal val="visible"/>
                                      </p:to>
                                    </p:set>
                                    <p:animEffect transition="in" filter="box(in)">
                                      <p:cBhvr>
                                        <p:cTn id="59" dur="500"/>
                                        <p:tgtEl>
                                          <p:spTgt spid="48208"/>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4" presetClass="entr" presetSubtype="16" fill="hold" nodeType="clickEffect">
                                  <p:stCondLst>
                                    <p:cond delay="0"/>
                                  </p:stCondLst>
                                  <p:childTnLst>
                                    <p:set>
                                      <p:cBhvr>
                                        <p:cTn id="63" dur="1" fill="hold">
                                          <p:stCondLst>
                                            <p:cond delay="0"/>
                                          </p:stCondLst>
                                        </p:cTn>
                                        <p:tgtEl>
                                          <p:spTgt spid="48211"/>
                                        </p:tgtEl>
                                        <p:attrNameLst>
                                          <p:attrName>style.visibility</p:attrName>
                                        </p:attrNameLst>
                                      </p:cBhvr>
                                      <p:to>
                                        <p:strVal val="visible"/>
                                      </p:to>
                                    </p:set>
                                    <p:animEffect transition="in" filter="box(in)">
                                      <p:cBhvr>
                                        <p:cTn id="64" dur="500"/>
                                        <p:tgtEl>
                                          <p:spTgt spid="48211"/>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4" presetClass="entr" presetSubtype="16" fill="hold" nodeType="clickEffect">
                                  <p:stCondLst>
                                    <p:cond delay="0"/>
                                  </p:stCondLst>
                                  <p:childTnLst>
                                    <p:set>
                                      <p:cBhvr>
                                        <p:cTn id="68" dur="1" fill="hold">
                                          <p:stCondLst>
                                            <p:cond delay="0"/>
                                          </p:stCondLst>
                                        </p:cTn>
                                        <p:tgtEl>
                                          <p:spTgt spid="48212"/>
                                        </p:tgtEl>
                                        <p:attrNameLst>
                                          <p:attrName>style.visibility</p:attrName>
                                        </p:attrNameLst>
                                      </p:cBhvr>
                                      <p:to>
                                        <p:strVal val="visible"/>
                                      </p:to>
                                    </p:set>
                                    <p:animEffect transition="in" filter="box(in)">
                                      <p:cBhvr>
                                        <p:cTn id="69" dur="500"/>
                                        <p:tgtEl>
                                          <p:spTgt spid="48212"/>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4" presetClass="entr" presetSubtype="16" fill="hold" grpId="0" nodeType="clickEffect">
                                  <p:stCondLst>
                                    <p:cond delay="0"/>
                                  </p:stCondLst>
                                  <p:childTnLst>
                                    <p:set>
                                      <p:cBhvr>
                                        <p:cTn id="73" dur="1" fill="hold">
                                          <p:stCondLst>
                                            <p:cond delay="0"/>
                                          </p:stCondLst>
                                        </p:cTn>
                                        <p:tgtEl>
                                          <p:spTgt spid="48209"/>
                                        </p:tgtEl>
                                        <p:attrNameLst>
                                          <p:attrName>style.visibility</p:attrName>
                                        </p:attrNameLst>
                                      </p:cBhvr>
                                      <p:to>
                                        <p:strVal val="visible"/>
                                      </p:to>
                                    </p:set>
                                    <p:animEffect transition="in" filter="box(in)">
                                      <p:cBhvr>
                                        <p:cTn id="74" dur="500"/>
                                        <p:tgtEl>
                                          <p:spTgt spid="482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00" grpId="0" autoUpdateAnimBg="0"/>
      <p:bldP spid="48201" grpId="0" autoUpdateAnimBg="0"/>
      <p:bldP spid="48205" grpId="0"/>
      <p:bldP spid="48207" grpId="0" autoUpdateAnimBg="0"/>
      <p:bldP spid="48209" grpId="0" autoUpdateAnimBg="0"/>
      <p:bldP spid="48210"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282575" y="1193800"/>
            <a:ext cx="180022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CC"/>
                </a:solidFill>
                <a:latin typeface="Times New Roman" pitchFamily="18" charset="0"/>
                <a:ea typeface="华文中宋" pitchFamily="2" charset="-122"/>
                <a:sym typeface="Wingdings 2" pitchFamily="18" charset="2"/>
              </a:rPr>
              <a:t>（</a:t>
            </a:r>
            <a:r>
              <a:rPr lang="en-US" altLang="zh-CN" sz="1800">
                <a:solidFill>
                  <a:srgbClr val="0000CC"/>
                </a:solidFill>
                <a:latin typeface="Times New Roman" pitchFamily="18" charset="0"/>
                <a:ea typeface="华文中宋" pitchFamily="2" charset="-122"/>
                <a:sym typeface="Wingdings 2" pitchFamily="18" charset="2"/>
              </a:rPr>
              <a:t>1</a:t>
            </a:r>
            <a:r>
              <a:rPr lang="zh-CN" altLang="en-US" sz="1800">
                <a:solidFill>
                  <a:srgbClr val="0000CC"/>
                </a:solidFill>
                <a:latin typeface="Times New Roman" pitchFamily="18" charset="0"/>
                <a:ea typeface="华文中宋" pitchFamily="2" charset="-122"/>
                <a:sym typeface="Wingdings 2" pitchFamily="18" charset="2"/>
              </a:rPr>
              <a:t>）</a:t>
            </a:r>
            <a:r>
              <a:rPr lang="en-US" altLang="zh-CN" sz="1800">
                <a:solidFill>
                  <a:srgbClr val="0000CC"/>
                </a:solidFill>
                <a:latin typeface="Times New Roman" pitchFamily="18" charset="0"/>
                <a:ea typeface="华文中宋" pitchFamily="2" charset="-122"/>
                <a:sym typeface="Wingdings 2" pitchFamily="18" charset="2"/>
              </a:rPr>
              <a:t> </a:t>
            </a:r>
            <a:r>
              <a:rPr lang="zh-CN" altLang="en-US" sz="1800">
                <a:solidFill>
                  <a:srgbClr val="0000CC"/>
                </a:solidFill>
                <a:latin typeface="Times New Roman" pitchFamily="18" charset="0"/>
                <a:ea typeface="华文中宋" pitchFamily="2" charset="-122"/>
              </a:rPr>
              <a:t>重力的功 </a:t>
            </a:r>
          </a:p>
        </p:txBody>
      </p:sp>
      <p:grpSp>
        <p:nvGrpSpPr>
          <p:cNvPr id="2" name="Group 67"/>
          <p:cNvGrpSpPr>
            <a:grpSpLocks/>
          </p:cNvGrpSpPr>
          <p:nvPr/>
        </p:nvGrpSpPr>
        <p:grpSpPr bwMode="auto">
          <a:xfrm>
            <a:off x="550863" y="1673225"/>
            <a:ext cx="3155950" cy="393700"/>
            <a:chOff x="240" y="895"/>
            <a:chExt cx="1988" cy="331"/>
          </a:xfrm>
        </p:grpSpPr>
        <p:sp>
          <p:nvSpPr>
            <p:cNvPr id="51252" name="Text Box 5"/>
            <p:cNvSpPr txBox="1">
              <a:spLocks noChangeArrowheads="1"/>
            </p:cNvSpPr>
            <p:nvPr/>
          </p:nvSpPr>
          <p:spPr bwMode="auto">
            <a:xfrm>
              <a:off x="240" y="916"/>
              <a:ext cx="589"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Times New Roman" pitchFamily="18" charset="0"/>
                  <a:ea typeface="华文中宋" pitchFamily="2" charset="-122"/>
                </a:rPr>
                <a:t>力函数</a:t>
              </a:r>
              <a:r>
                <a:rPr lang="zh-CN" altLang="en-US" sz="1800">
                  <a:latin typeface="Times New Roman" pitchFamily="18" charset="0"/>
                  <a:ea typeface="华文中宋" pitchFamily="2" charset="-122"/>
                </a:rPr>
                <a:t> </a:t>
              </a:r>
            </a:p>
          </p:txBody>
        </p:sp>
        <p:graphicFrame>
          <p:nvGraphicFramePr>
            <p:cNvPr id="51253" name="Object 6"/>
            <p:cNvGraphicFramePr>
              <a:graphicFrameLocks noChangeAspect="1"/>
            </p:cNvGraphicFramePr>
            <p:nvPr/>
          </p:nvGraphicFramePr>
          <p:xfrm>
            <a:off x="779" y="895"/>
            <a:ext cx="406" cy="331"/>
          </p:xfrm>
          <a:graphic>
            <a:graphicData uri="http://schemas.openxmlformats.org/presentationml/2006/ole">
              <p:oleObj spid="_x0000_s51278" name="Equation" r:id="rId3" imgW="253780" imgH="215713" progId="Equation.DSMT4">
                <p:embed/>
              </p:oleObj>
            </a:graphicData>
          </a:graphic>
        </p:graphicFrame>
        <p:sp>
          <p:nvSpPr>
            <p:cNvPr id="51254" name="Text Box 8"/>
            <p:cNvSpPr txBox="1">
              <a:spLocks noChangeArrowheads="1"/>
            </p:cNvSpPr>
            <p:nvPr/>
          </p:nvSpPr>
          <p:spPr bwMode="auto">
            <a:xfrm>
              <a:off x="1383" y="903"/>
              <a:ext cx="589"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Times New Roman" pitchFamily="18" charset="0"/>
                  <a:ea typeface="华文中宋" pitchFamily="2" charset="-122"/>
                </a:rPr>
                <a:t>元位移</a:t>
              </a:r>
              <a:r>
                <a:rPr lang="zh-CN" altLang="en-US" sz="1800">
                  <a:latin typeface="Times New Roman" pitchFamily="18" charset="0"/>
                  <a:ea typeface="华文中宋" pitchFamily="2" charset="-122"/>
                </a:rPr>
                <a:t> </a:t>
              </a:r>
            </a:p>
          </p:txBody>
        </p:sp>
        <p:graphicFrame>
          <p:nvGraphicFramePr>
            <p:cNvPr id="51255" name="Object 9"/>
            <p:cNvGraphicFramePr>
              <a:graphicFrameLocks noChangeAspect="1"/>
            </p:cNvGraphicFramePr>
            <p:nvPr/>
          </p:nvGraphicFramePr>
          <p:xfrm>
            <a:off x="1897" y="909"/>
            <a:ext cx="331" cy="297"/>
          </p:xfrm>
          <a:graphic>
            <a:graphicData uri="http://schemas.openxmlformats.org/presentationml/2006/ole">
              <p:oleObj spid="_x0000_s51279" name="Equation" r:id="rId4" imgW="203112" imgH="190417" progId="Equation.DSMT4">
                <p:embed/>
              </p:oleObj>
            </a:graphicData>
          </a:graphic>
        </p:graphicFrame>
      </p:grpSp>
      <p:graphicFrame>
        <p:nvGraphicFramePr>
          <p:cNvPr id="52234" name="Object 10"/>
          <p:cNvGraphicFramePr>
            <a:graphicFrameLocks noChangeAspect="1"/>
          </p:cNvGraphicFramePr>
          <p:nvPr/>
        </p:nvGraphicFramePr>
        <p:xfrm>
          <a:off x="-36513" y="2211388"/>
          <a:ext cx="1866901" cy="598487"/>
        </p:xfrm>
        <a:graphic>
          <a:graphicData uri="http://schemas.openxmlformats.org/presentationml/2006/ole">
            <p:oleObj spid="_x0000_s51280" name="Equation" r:id="rId5" imgW="889000" imgH="330200" progId="Equation.DSMT4">
              <p:embed/>
            </p:oleObj>
          </a:graphicData>
        </a:graphic>
      </p:graphicFrame>
      <p:graphicFrame>
        <p:nvGraphicFramePr>
          <p:cNvPr id="52235" name="Object 11"/>
          <p:cNvGraphicFramePr>
            <a:graphicFrameLocks noChangeAspect="1"/>
          </p:cNvGraphicFramePr>
          <p:nvPr/>
        </p:nvGraphicFramePr>
        <p:xfrm>
          <a:off x="1833563" y="2211388"/>
          <a:ext cx="2306637" cy="584200"/>
        </p:xfrm>
        <a:graphic>
          <a:graphicData uri="http://schemas.openxmlformats.org/presentationml/2006/ole">
            <p:oleObj spid="_x0000_s51281" name="Equation" r:id="rId6" imgW="1129810" imgH="330057" progId="Equation.DSMT4">
              <p:embed/>
            </p:oleObj>
          </a:graphicData>
        </a:graphic>
      </p:graphicFrame>
      <p:graphicFrame>
        <p:nvGraphicFramePr>
          <p:cNvPr id="52236" name="Object 12"/>
          <p:cNvGraphicFramePr>
            <a:graphicFrameLocks noChangeAspect="1"/>
          </p:cNvGraphicFramePr>
          <p:nvPr/>
        </p:nvGraphicFramePr>
        <p:xfrm>
          <a:off x="611188" y="3057525"/>
          <a:ext cx="2317750" cy="452438"/>
        </p:xfrm>
        <a:graphic>
          <a:graphicData uri="http://schemas.openxmlformats.org/presentationml/2006/ole">
            <p:oleObj spid="_x0000_s51282" name="Equation" r:id="rId7" imgW="965200" imgH="254000" progId="Equation.DSMT4">
              <p:embed/>
            </p:oleObj>
          </a:graphicData>
        </a:graphic>
      </p:graphicFrame>
      <p:graphicFrame>
        <p:nvGraphicFramePr>
          <p:cNvPr id="52237" name="Object 13"/>
          <p:cNvGraphicFramePr>
            <a:graphicFrameLocks noChangeAspect="1"/>
          </p:cNvGraphicFramePr>
          <p:nvPr/>
        </p:nvGraphicFramePr>
        <p:xfrm>
          <a:off x="1547813" y="3878263"/>
          <a:ext cx="5722937" cy="692150"/>
        </p:xfrm>
        <a:graphic>
          <a:graphicData uri="http://schemas.openxmlformats.org/presentationml/2006/ole">
            <p:oleObj spid="_x0000_s51283" name="Equation" r:id="rId8" imgW="2222500" imgH="355600" progId="Equation.DSMT4">
              <p:embed/>
            </p:oleObj>
          </a:graphicData>
        </a:graphic>
      </p:graphicFrame>
      <p:sp>
        <p:nvSpPr>
          <p:cNvPr id="52238" name="Rectangle 14"/>
          <p:cNvSpPr>
            <a:spLocks noChangeArrowheads="1"/>
          </p:cNvSpPr>
          <p:nvPr/>
        </p:nvSpPr>
        <p:spPr bwMode="auto">
          <a:xfrm>
            <a:off x="304800" y="762000"/>
            <a:ext cx="2608263"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lang="en-US" altLang="zh-CN" sz="1800">
                <a:solidFill>
                  <a:srgbClr val="0000CC"/>
                </a:solidFill>
                <a:latin typeface="Times New Roman" pitchFamily="18" charset="0"/>
                <a:ea typeface="华文中宋" pitchFamily="2" charset="-122"/>
              </a:rPr>
              <a:t>3</a:t>
            </a:r>
            <a:r>
              <a:rPr lang="zh-CN" altLang="en-US" sz="1800">
                <a:solidFill>
                  <a:srgbClr val="0000CC"/>
                </a:solidFill>
                <a:latin typeface="Times New Roman" pitchFamily="18" charset="0"/>
                <a:ea typeface="华文中宋" pitchFamily="2" charset="-122"/>
              </a:rPr>
              <a:t>、保守力和保守力的功</a:t>
            </a:r>
          </a:p>
        </p:txBody>
      </p:sp>
      <p:grpSp>
        <p:nvGrpSpPr>
          <p:cNvPr id="3" name="Group 15"/>
          <p:cNvGrpSpPr>
            <a:grpSpLocks/>
          </p:cNvGrpSpPr>
          <p:nvPr/>
        </p:nvGrpSpPr>
        <p:grpSpPr bwMode="auto">
          <a:xfrm>
            <a:off x="4343400" y="1012825"/>
            <a:ext cx="4191000" cy="2800350"/>
            <a:chOff x="0" y="0"/>
            <a:chExt cx="2832" cy="2640"/>
          </a:xfrm>
        </p:grpSpPr>
        <p:sp>
          <p:nvSpPr>
            <p:cNvPr id="51249" name="Rectangle 16"/>
            <p:cNvSpPr>
              <a:spLocks noChangeArrowheads="1"/>
            </p:cNvSpPr>
            <p:nvPr/>
          </p:nvSpPr>
          <p:spPr bwMode="auto">
            <a:xfrm>
              <a:off x="0" y="0"/>
              <a:ext cx="2832" cy="2640"/>
            </a:xfrm>
            <a:prstGeom prst="rect">
              <a:avLst/>
            </a:prstGeom>
            <a:gradFill rotWithShape="0">
              <a:gsLst>
                <a:gs pos="0">
                  <a:srgbClr val="5E9EFF"/>
                </a:gs>
                <a:gs pos="39999">
                  <a:srgbClr val="85C2FF"/>
                </a:gs>
                <a:gs pos="70000">
                  <a:srgbClr val="C4D6EB"/>
                </a:gs>
                <a:gs pos="100000">
                  <a:srgbClr val="FFEBFA"/>
                </a:gs>
              </a:gsLst>
              <a:lin ang="540000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zh-CN" altLang="en-US"/>
            </a:p>
          </p:txBody>
        </p:sp>
        <p:sp>
          <p:nvSpPr>
            <p:cNvPr id="51250" name="Line 17"/>
            <p:cNvSpPr>
              <a:spLocks noChangeShapeType="1"/>
            </p:cNvSpPr>
            <p:nvPr/>
          </p:nvSpPr>
          <p:spPr bwMode="auto">
            <a:xfrm>
              <a:off x="146" y="2398"/>
              <a:ext cx="2494" cy="0"/>
            </a:xfrm>
            <a:prstGeom prst="line">
              <a:avLst/>
            </a:prstGeom>
            <a:noFill/>
            <a:ln w="28575">
              <a:solidFill>
                <a:srgbClr val="808000"/>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51251" name="Line 18"/>
            <p:cNvSpPr>
              <a:spLocks noChangeShapeType="1"/>
            </p:cNvSpPr>
            <p:nvPr/>
          </p:nvSpPr>
          <p:spPr bwMode="auto">
            <a:xfrm flipV="1">
              <a:off x="977" y="139"/>
              <a:ext cx="0" cy="2259"/>
            </a:xfrm>
            <a:prstGeom prst="line">
              <a:avLst/>
            </a:prstGeom>
            <a:noFill/>
            <a:ln w="28575">
              <a:solidFill>
                <a:srgbClr val="808000"/>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grpSp>
      <p:sp>
        <p:nvSpPr>
          <p:cNvPr id="52243" name="未知"/>
          <p:cNvSpPr>
            <a:spLocks/>
          </p:cNvSpPr>
          <p:nvPr/>
        </p:nvSpPr>
        <p:spPr bwMode="auto">
          <a:xfrm>
            <a:off x="4572000" y="1595438"/>
            <a:ext cx="3663950" cy="1333500"/>
          </a:xfrm>
          <a:custGeom>
            <a:avLst/>
            <a:gdLst>
              <a:gd name="T0" fmla="*/ 0 w 3216"/>
              <a:gd name="T1" fmla="*/ 2147483647 h 1128"/>
              <a:gd name="T2" fmla="*/ 2147483647 w 3216"/>
              <a:gd name="T3" fmla="*/ 2147483647 h 1128"/>
              <a:gd name="T4" fmla="*/ 2147483647 w 3216"/>
              <a:gd name="T5" fmla="*/ 2147483647 h 1128"/>
              <a:gd name="T6" fmla="*/ 2147483647 w 3216"/>
              <a:gd name="T7" fmla="*/ 2147483647 h 1128"/>
              <a:gd name="T8" fmla="*/ 2147483647 w 3216"/>
              <a:gd name="T9" fmla="*/ 2147483647 h 1128"/>
              <a:gd name="T10" fmla="*/ 2147483647 w 3216"/>
              <a:gd name="T11" fmla="*/ 2147483647 h 1128"/>
              <a:gd name="T12" fmla="*/ 2147483647 w 3216"/>
              <a:gd name="T13" fmla="*/ 2147483647 h 1128"/>
              <a:gd name="T14" fmla="*/ 2147483647 w 3216"/>
              <a:gd name="T15" fmla="*/ 2147483647 h 1128"/>
              <a:gd name="T16" fmla="*/ 2147483647 w 3216"/>
              <a:gd name="T17" fmla="*/ 2147483647 h 11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16"/>
              <a:gd name="T28" fmla="*/ 0 h 1128"/>
              <a:gd name="T29" fmla="*/ 3216 w 3216"/>
              <a:gd name="T30" fmla="*/ 1128 h 11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16" h="1128">
                <a:moveTo>
                  <a:pt x="0" y="474"/>
                </a:moveTo>
                <a:cubicBezTo>
                  <a:pt x="55" y="628"/>
                  <a:pt x="140" y="774"/>
                  <a:pt x="252" y="774"/>
                </a:cubicBezTo>
                <a:cubicBezTo>
                  <a:pt x="364" y="774"/>
                  <a:pt x="523" y="540"/>
                  <a:pt x="673" y="474"/>
                </a:cubicBezTo>
                <a:cubicBezTo>
                  <a:pt x="823" y="408"/>
                  <a:pt x="995" y="444"/>
                  <a:pt x="1153" y="378"/>
                </a:cubicBezTo>
                <a:cubicBezTo>
                  <a:pt x="1311" y="312"/>
                  <a:pt x="1455" y="136"/>
                  <a:pt x="1621" y="78"/>
                </a:cubicBezTo>
                <a:cubicBezTo>
                  <a:pt x="1787" y="20"/>
                  <a:pt x="2001" y="0"/>
                  <a:pt x="2149" y="30"/>
                </a:cubicBezTo>
                <a:cubicBezTo>
                  <a:pt x="2297" y="60"/>
                  <a:pt x="2413" y="94"/>
                  <a:pt x="2509" y="258"/>
                </a:cubicBezTo>
                <a:cubicBezTo>
                  <a:pt x="2605" y="422"/>
                  <a:pt x="2606" y="900"/>
                  <a:pt x="2724" y="1014"/>
                </a:cubicBezTo>
                <a:cubicBezTo>
                  <a:pt x="2842" y="1128"/>
                  <a:pt x="3052" y="1039"/>
                  <a:pt x="3216" y="942"/>
                </a:cubicBezTo>
              </a:path>
            </a:pathLst>
          </a:custGeom>
          <a:noFill/>
          <a:ln w="19050" cap="flat" cmpd="sng">
            <a:solidFill>
              <a:srgbClr val="FFCC66"/>
            </a:solidFill>
            <a:round/>
            <a:headEnd/>
            <a:tailEnd type="triangle" w="med" len="me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52244" name="Oval 20"/>
          <p:cNvSpPr>
            <a:spLocks noChangeArrowheads="1"/>
          </p:cNvSpPr>
          <p:nvPr/>
        </p:nvSpPr>
        <p:spPr bwMode="auto">
          <a:xfrm>
            <a:off x="7010400" y="1381125"/>
            <a:ext cx="284163" cy="203200"/>
          </a:xfrm>
          <a:prstGeom prst="ellipse">
            <a:avLst/>
          </a:prstGeom>
          <a:gradFill rotWithShape="0">
            <a:gsLst>
              <a:gs pos="0">
                <a:schemeClr val="accent1">
                  <a:gamma/>
                  <a:tint val="0"/>
                  <a:invGamma/>
                </a:schemeClr>
              </a:gs>
              <a:gs pos="100000">
                <a:schemeClr val="accent1"/>
              </a:gs>
            </a:gsLst>
            <a:path path="shape">
              <a:fillToRect l="50000" t="50000" r="50000" b="50000"/>
            </a:path>
          </a:gradFill>
          <a:ln w="9525">
            <a:noFill/>
            <a:round/>
            <a:headEnd/>
            <a:tailEnd/>
          </a:ln>
          <a:effectLst/>
        </p:spPr>
        <p:txBody>
          <a:bodyPr wrap="none" anchor="ctr"/>
          <a:lstStyle/>
          <a:p>
            <a:pPr>
              <a:defRPr/>
            </a:pPr>
            <a:endParaRPr lang="zh-CN" altLang="en-US"/>
          </a:p>
        </p:txBody>
      </p:sp>
      <p:grpSp>
        <p:nvGrpSpPr>
          <p:cNvPr id="4" name="Group 21"/>
          <p:cNvGrpSpPr>
            <a:grpSpLocks/>
          </p:cNvGrpSpPr>
          <p:nvPr/>
        </p:nvGrpSpPr>
        <p:grpSpPr bwMode="auto">
          <a:xfrm>
            <a:off x="5013325" y="1930400"/>
            <a:ext cx="2994025" cy="1454150"/>
            <a:chOff x="0" y="0"/>
            <a:chExt cx="2023" cy="1370"/>
          </a:xfrm>
        </p:grpSpPr>
        <p:sp>
          <p:nvSpPr>
            <p:cNvPr id="51237" name="Text Box 22"/>
            <p:cNvSpPr txBox="1">
              <a:spLocks noChangeArrowheads="1"/>
            </p:cNvSpPr>
            <p:nvPr/>
          </p:nvSpPr>
          <p:spPr bwMode="auto">
            <a:xfrm>
              <a:off x="0" y="0"/>
              <a:ext cx="229" cy="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2800" b="0">
                  <a:latin typeface="Times New Roman" pitchFamily="18" charset="0"/>
                  <a:ea typeface="宋体" pitchFamily="2" charset="-122"/>
                </a:rPr>
                <a:t>1</a:t>
              </a:r>
            </a:p>
          </p:txBody>
        </p:sp>
        <p:sp>
          <p:nvSpPr>
            <p:cNvPr id="51238" name="Text Box 23"/>
            <p:cNvSpPr txBox="1">
              <a:spLocks noChangeArrowheads="1"/>
            </p:cNvSpPr>
            <p:nvPr/>
          </p:nvSpPr>
          <p:spPr bwMode="auto">
            <a:xfrm>
              <a:off x="1794" y="931"/>
              <a:ext cx="229" cy="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2800" b="0">
                  <a:latin typeface="Times New Roman" pitchFamily="18" charset="0"/>
                  <a:ea typeface="宋体" pitchFamily="2" charset="-122"/>
                </a:rPr>
                <a:t>2</a:t>
              </a:r>
            </a:p>
          </p:txBody>
        </p:sp>
        <p:grpSp>
          <p:nvGrpSpPr>
            <p:cNvPr id="51239" name="Group 24"/>
            <p:cNvGrpSpPr>
              <a:grpSpLocks/>
            </p:cNvGrpSpPr>
            <p:nvPr/>
          </p:nvGrpSpPr>
          <p:grpSpPr bwMode="auto">
            <a:xfrm>
              <a:off x="58" y="243"/>
              <a:ext cx="1936" cy="1037"/>
              <a:chOff x="0" y="0"/>
              <a:chExt cx="1936" cy="1037"/>
            </a:xfrm>
          </p:grpSpPr>
          <p:grpSp>
            <p:nvGrpSpPr>
              <p:cNvPr id="51240" name="Group 25"/>
              <p:cNvGrpSpPr>
                <a:grpSpLocks/>
              </p:cNvGrpSpPr>
              <p:nvPr/>
            </p:nvGrpSpPr>
            <p:grpSpPr bwMode="auto">
              <a:xfrm>
                <a:off x="48" y="16"/>
                <a:ext cx="1853" cy="1021"/>
                <a:chOff x="0" y="0"/>
                <a:chExt cx="1853" cy="1021"/>
              </a:xfrm>
            </p:grpSpPr>
            <p:grpSp>
              <p:nvGrpSpPr>
                <p:cNvPr id="51243" name="Group 26"/>
                <p:cNvGrpSpPr>
                  <a:grpSpLocks/>
                </p:cNvGrpSpPr>
                <p:nvPr/>
              </p:nvGrpSpPr>
              <p:grpSpPr bwMode="auto">
                <a:xfrm>
                  <a:off x="228" y="528"/>
                  <a:ext cx="1625" cy="493"/>
                  <a:chOff x="0" y="0"/>
                  <a:chExt cx="1625" cy="493"/>
                </a:xfrm>
              </p:grpSpPr>
              <p:sp>
                <p:nvSpPr>
                  <p:cNvPr id="51247" name="Line 27"/>
                  <p:cNvSpPr>
                    <a:spLocks noChangeShapeType="1"/>
                  </p:cNvSpPr>
                  <p:nvPr/>
                </p:nvSpPr>
                <p:spPr bwMode="auto">
                  <a:xfrm>
                    <a:off x="222" y="150"/>
                    <a:ext cx="1403" cy="0"/>
                  </a:xfrm>
                  <a:prstGeom prst="line">
                    <a:avLst/>
                  </a:prstGeom>
                  <a:noFill/>
                  <a:ln w="9525">
                    <a:solidFill>
                      <a:srgbClr val="000000"/>
                    </a:solidFill>
                    <a:prstDash val="lgDash"/>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51248" name="Text Box 28"/>
                  <p:cNvSpPr txBox="1">
                    <a:spLocks noChangeArrowheads="1"/>
                  </p:cNvSpPr>
                  <p:nvPr/>
                </p:nvSpPr>
                <p:spPr bwMode="auto">
                  <a:xfrm>
                    <a:off x="0" y="0"/>
                    <a:ext cx="284" cy="4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b="0">
                        <a:latin typeface="Times New Roman" pitchFamily="18" charset="0"/>
                        <a:ea typeface="宋体" pitchFamily="2" charset="-122"/>
                      </a:rPr>
                      <a:t>y</a:t>
                    </a:r>
                    <a:r>
                      <a:rPr lang="en-US" altLang="zh-CN" sz="2800" b="0" baseline="-25000">
                        <a:latin typeface="Times New Roman" pitchFamily="18" charset="0"/>
                        <a:ea typeface="宋体" pitchFamily="2" charset="-122"/>
                      </a:rPr>
                      <a:t>2</a:t>
                    </a:r>
                    <a:endParaRPr lang="en-US" altLang="zh-CN" sz="2800" b="0">
                      <a:latin typeface="Times New Roman" pitchFamily="18" charset="0"/>
                      <a:ea typeface="宋体" pitchFamily="2" charset="-122"/>
                    </a:endParaRPr>
                  </a:p>
                </p:txBody>
              </p:sp>
            </p:grpSp>
            <p:grpSp>
              <p:nvGrpSpPr>
                <p:cNvPr id="51244" name="Group 29"/>
                <p:cNvGrpSpPr>
                  <a:grpSpLocks/>
                </p:cNvGrpSpPr>
                <p:nvPr/>
              </p:nvGrpSpPr>
              <p:grpSpPr bwMode="auto">
                <a:xfrm>
                  <a:off x="0" y="0"/>
                  <a:ext cx="519" cy="493"/>
                  <a:chOff x="0" y="0"/>
                  <a:chExt cx="519" cy="493"/>
                </a:xfrm>
              </p:grpSpPr>
              <p:sp>
                <p:nvSpPr>
                  <p:cNvPr id="51245" name="Line 30"/>
                  <p:cNvSpPr>
                    <a:spLocks noChangeShapeType="1"/>
                  </p:cNvSpPr>
                  <p:nvPr/>
                </p:nvSpPr>
                <p:spPr bwMode="auto">
                  <a:xfrm>
                    <a:off x="0" y="107"/>
                    <a:ext cx="438" cy="0"/>
                  </a:xfrm>
                  <a:prstGeom prst="line">
                    <a:avLst/>
                  </a:prstGeom>
                  <a:noFill/>
                  <a:ln w="9525">
                    <a:solidFill>
                      <a:srgbClr val="000000"/>
                    </a:solidFill>
                    <a:prstDash val="lgDash"/>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51246" name="Text Box 31"/>
                  <p:cNvSpPr txBox="1">
                    <a:spLocks noChangeArrowheads="1"/>
                  </p:cNvSpPr>
                  <p:nvPr/>
                </p:nvSpPr>
                <p:spPr bwMode="auto">
                  <a:xfrm>
                    <a:off x="244" y="0"/>
                    <a:ext cx="275" cy="4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b="0" i="1">
                        <a:latin typeface="Times New Roman" pitchFamily="18" charset="0"/>
                        <a:ea typeface="宋体" pitchFamily="2" charset="-122"/>
                      </a:rPr>
                      <a:t>y</a:t>
                    </a:r>
                    <a:r>
                      <a:rPr lang="en-US" altLang="zh-CN" sz="2800" b="0" i="1" baseline="-25000">
                        <a:latin typeface="Times New Roman" pitchFamily="18" charset="0"/>
                        <a:ea typeface="宋体" pitchFamily="2" charset="-122"/>
                      </a:rPr>
                      <a:t>1</a:t>
                    </a:r>
                    <a:endParaRPr lang="en-US" altLang="zh-CN" sz="2800" b="0" i="1">
                      <a:latin typeface="Times New Roman" pitchFamily="18" charset="0"/>
                      <a:ea typeface="宋体" pitchFamily="2" charset="-122"/>
                    </a:endParaRPr>
                  </a:p>
                </p:txBody>
              </p:sp>
            </p:grpSp>
          </p:grpSp>
          <p:sp>
            <p:nvSpPr>
              <p:cNvPr id="52256" name="Oval 32"/>
              <p:cNvSpPr>
                <a:spLocks noChangeArrowheads="1"/>
              </p:cNvSpPr>
              <p:nvPr/>
            </p:nvSpPr>
            <p:spPr bwMode="auto">
              <a:xfrm>
                <a:off x="0" y="-2"/>
                <a:ext cx="192" cy="191"/>
              </a:xfrm>
              <a:prstGeom prst="ellipse">
                <a:avLst/>
              </a:prstGeom>
              <a:gradFill rotWithShape="0">
                <a:gsLst>
                  <a:gs pos="0">
                    <a:schemeClr val="accent1">
                      <a:gamma/>
                      <a:tint val="0"/>
                      <a:invGamma/>
                    </a:schemeClr>
                  </a:gs>
                  <a:gs pos="100000">
                    <a:schemeClr val="accent1"/>
                  </a:gs>
                </a:gsLst>
                <a:path path="shape">
                  <a:fillToRect l="50000" t="50000" r="50000" b="50000"/>
                </a:path>
              </a:gradFill>
              <a:ln w="9525">
                <a:noFill/>
                <a:round/>
                <a:headEnd/>
                <a:tailEnd/>
              </a:ln>
              <a:effectLst/>
            </p:spPr>
            <p:txBody>
              <a:bodyPr wrap="none" anchor="ctr"/>
              <a:lstStyle/>
              <a:p>
                <a:pPr>
                  <a:defRPr/>
                </a:pPr>
                <a:endParaRPr lang="zh-CN" altLang="en-US"/>
              </a:p>
            </p:txBody>
          </p:sp>
          <p:sp>
            <p:nvSpPr>
              <p:cNvPr id="52257" name="Oval 33"/>
              <p:cNvSpPr>
                <a:spLocks noChangeArrowheads="1"/>
              </p:cNvSpPr>
              <p:nvPr/>
            </p:nvSpPr>
            <p:spPr bwMode="auto">
              <a:xfrm>
                <a:off x="1744" y="583"/>
                <a:ext cx="192" cy="193"/>
              </a:xfrm>
              <a:prstGeom prst="ellipse">
                <a:avLst/>
              </a:prstGeom>
              <a:gradFill rotWithShape="0">
                <a:gsLst>
                  <a:gs pos="0">
                    <a:schemeClr val="accent1">
                      <a:gamma/>
                      <a:tint val="0"/>
                      <a:invGamma/>
                    </a:schemeClr>
                  </a:gs>
                  <a:gs pos="100000">
                    <a:schemeClr val="accent1"/>
                  </a:gs>
                </a:gsLst>
                <a:path path="shape">
                  <a:fillToRect l="50000" t="50000" r="50000" b="50000"/>
                </a:path>
              </a:gradFill>
              <a:ln w="9525">
                <a:noFill/>
                <a:round/>
                <a:headEnd/>
                <a:tailEnd/>
              </a:ln>
              <a:effectLst/>
            </p:spPr>
            <p:txBody>
              <a:bodyPr wrap="none" anchor="ctr"/>
              <a:lstStyle/>
              <a:p>
                <a:pPr>
                  <a:defRPr/>
                </a:pPr>
                <a:endParaRPr lang="zh-CN" altLang="en-US"/>
              </a:p>
            </p:txBody>
          </p:sp>
        </p:grpSp>
      </p:grpSp>
      <p:sp>
        <p:nvSpPr>
          <p:cNvPr id="52258" name="Oval 34"/>
          <p:cNvSpPr>
            <a:spLocks noChangeArrowheads="1"/>
          </p:cNvSpPr>
          <p:nvPr/>
        </p:nvSpPr>
        <p:spPr bwMode="auto">
          <a:xfrm>
            <a:off x="7620000" y="2009775"/>
            <a:ext cx="284163" cy="203200"/>
          </a:xfrm>
          <a:prstGeom prst="ellipse">
            <a:avLst/>
          </a:prstGeom>
          <a:gradFill rotWithShape="0">
            <a:gsLst>
              <a:gs pos="0">
                <a:schemeClr val="accent1">
                  <a:gamma/>
                  <a:tint val="0"/>
                  <a:invGamma/>
                </a:schemeClr>
              </a:gs>
              <a:gs pos="100000">
                <a:schemeClr val="accent1"/>
              </a:gs>
            </a:gsLst>
            <a:path path="shape">
              <a:fillToRect l="50000" t="50000" r="50000" b="50000"/>
            </a:path>
          </a:gradFill>
          <a:ln w="9525">
            <a:noFill/>
            <a:round/>
            <a:headEnd/>
            <a:tailEnd/>
          </a:ln>
          <a:effectLst/>
        </p:spPr>
        <p:txBody>
          <a:bodyPr wrap="none" anchor="ctr"/>
          <a:lstStyle/>
          <a:p>
            <a:pPr>
              <a:defRPr/>
            </a:pPr>
            <a:endParaRPr lang="zh-CN" altLang="en-US"/>
          </a:p>
        </p:txBody>
      </p:sp>
      <p:grpSp>
        <p:nvGrpSpPr>
          <p:cNvPr id="9" name="Group 35"/>
          <p:cNvGrpSpPr>
            <a:grpSpLocks/>
          </p:cNvGrpSpPr>
          <p:nvPr/>
        </p:nvGrpSpPr>
        <p:grpSpPr bwMode="auto">
          <a:xfrm>
            <a:off x="7183438" y="1554163"/>
            <a:ext cx="679450" cy="544512"/>
            <a:chOff x="0" y="0"/>
            <a:chExt cx="459" cy="513"/>
          </a:xfrm>
        </p:grpSpPr>
        <p:sp>
          <p:nvSpPr>
            <p:cNvPr id="51235" name="未知"/>
            <p:cNvSpPr>
              <a:spLocks/>
            </p:cNvSpPr>
            <p:nvPr/>
          </p:nvSpPr>
          <p:spPr bwMode="auto">
            <a:xfrm>
              <a:off x="0" y="0"/>
              <a:ext cx="371" cy="513"/>
            </a:xfrm>
            <a:custGeom>
              <a:avLst/>
              <a:gdLst>
                <a:gd name="T0" fmla="*/ 0 w 491"/>
                <a:gd name="T1" fmla="*/ 0 h 540"/>
                <a:gd name="T2" fmla="*/ 69 w 491"/>
                <a:gd name="T3" fmla="*/ 377 h 540"/>
                <a:gd name="T4" fmla="*/ 0 60000 65536"/>
                <a:gd name="T5" fmla="*/ 0 60000 65536"/>
                <a:gd name="T6" fmla="*/ 0 w 491"/>
                <a:gd name="T7" fmla="*/ 0 h 540"/>
                <a:gd name="T8" fmla="*/ 491 w 491"/>
                <a:gd name="T9" fmla="*/ 540 h 540"/>
              </a:gdLst>
              <a:ahLst/>
              <a:cxnLst>
                <a:cxn ang="T4">
                  <a:pos x="T0" y="T1"/>
                </a:cxn>
                <a:cxn ang="T5">
                  <a:pos x="T2" y="T3"/>
                </a:cxn>
              </a:cxnLst>
              <a:rect l="T6" t="T7" r="T8" b="T9"/>
              <a:pathLst>
                <a:path w="491" h="540">
                  <a:moveTo>
                    <a:pt x="0" y="0"/>
                  </a:moveTo>
                  <a:lnTo>
                    <a:pt x="491" y="540"/>
                  </a:lnTo>
                </a:path>
              </a:pathLst>
            </a:custGeom>
            <a:noFill/>
            <a:ln w="38100" cmpd="sng">
              <a:solidFill>
                <a:srgbClr val="FFFF00"/>
              </a:solidFill>
              <a:round/>
              <a:headEnd/>
              <a:tailEnd type="triangle" w="sm" len="me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graphicFrame>
          <p:nvGraphicFramePr>
            <p:cNvPr id="51236" name="Object 37"/>
            <p:cNvGraphicFramePr>
              <a:graphicFrameLocks noChangeAspect="1"/>
            </p:cNvGraphicFramePr>
            <p:nvPr/>
          </p:nvGraphicFramePr>
          <p:xfrm>
            <a:off x="203" y="73"/>
            <a:ext cx="256" cy="240"/>
          </p:xfrm>
          <a:graphic>
            <a:graphicData uri="http://schemas.openxmlformats.org/presentationml/2006/ole">
              <p:oleObj spid="_x0000_s51284" name="Equation" r:id="rId9" imgW="203112" imgH="190417" progId="Equation.DSMT4">
                <p:embed/>
              </p:oleObj>
            </a:graphicData>
          </a:graphic>
        </p:graphicFrame>
      </p:grpSp>
      <p:grpSp>
        <p:nvGrpSpPr>
          <p:cNvPr id="10" name="Group 38"/>
          <p:cNvGrpSpPr>
            <a:grpSpLocks/>
          </p:cNvGrpSpPr>
          <p:nvPr/>
        </p:nvGrpSpPr>
        <p:grpSpPr bwMode="auto">
          <a:xfrm>
            <a:off x="5867400" y="1744663"/>
            <a:ext cx="1704975" cy="1782762"/>
            <a:chOff x="0" y="0"/>
            <a:chExt cx="1152" cy="1680"/>
          </a:xfrm>
        </p:grpSpPr>
        <p:grpSp>
          <p:nvGrpSpPr>
            <p:cNvPr id="51229" name="Group 39"/>
            <p:cNvGrpSpPr>
              <a:grpSpLocks/>
            </p:cNvGrpSpPr>
            <p:nvPr/>
          </p:nvGrpSpPr>
          <p:grpSpPr bwMode="auto">
            <a:xfrm>
              <a:off x="0" y="0"/>
              <a:ext cx="768" cy="1680"/>
              <a:chOff x="0" y="0"/>
              <a:chExt cx="768" cy="1680"/>
            </a:xfrm>
          </p:grpSpPr>
          <p:sp>
            <p:nvSpPr>
              <p:cNvPr id="51233" name="Line 40"/>
              <p:cNvSpPr>
                <a:spLocks noChangeShapeType="1"/>
              </p:cNvSpPr>
              <p:nvPr/>
            </p:nvSpPr>
            <p:spPr bwMode="auto">
              <a:xfrm flipV="1">
                <a:off x="0" y="0"/>
                <a:ext cx="768" cy="1680"/>
              </a:xfrm>
              <a:prstGeom prst="line">
                <a:avLst/>
              </a:prstGeom>
              <a:noFill/>
              <a:ln w="38100">
                <a:solidFill>
                  <a:schemeClr val="accent2"/>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graphicFrame>
            <p:nvGraphicFramePr>
              <p:cNvPr id="51234" name="Object 41"/>
              <p:cNvGraphicFramePr>
                <a:graphicFrameLocks noChangeAspect="1"/>
              </p:cNvGraphicFramePr>
              <p:nvPr/>
            </p:nvGraphicFramePr>
            <p:xfrm>
              <a:off x="288" y="471"/>
              <a:ext cx="185" cy="258"/>
            </p:xfrm>
            <a:graphic>
              <a:graphicData uri="http://schemas.openxmlformats.org/presentationml/2006/ole">
                <p:oleObj spid="_x0000_s51285" name="Equation" r:id="rId10" imgW="126725" imgH="177415" progId="Equation.DSMT4">
                  <p:embed/>
                </p:oleObj>
              </a:graphicData>
            </a:graphic>
          </p:graphicFrame>
        </p:grpSp>
        <p:grpSp>
          <p:nvGrpSpPr>
            <p:cNvPr id="51230" name="Group 42"/>
            <p:cNvGrpSpPr>
              <a:grpSpLocks/>
            </p:cNvGrpSpPr>
            <p:nvPr/>
          </p:nvGrpSpPr>
          <p:grpSpPr bwMode="auto">
            <a:xfrm>
              <a:off x="48" y="528"/>
              <a:ext cx="1104" cy="1104"/>
              <a:chOff x="0" y="0"/>
              <a:chExt cx="1104" cy="1104"/>
            </a:xfrm>
          </p:grpSpPr>
          <p:sp>
            <p:nvSpPr>
              <p:cNvPr id="51231" name="Line 43"/>
              <p:cNvSpPr>
                <a:spLocks noChangeShapeType="1"/>
              </p:cNvSpPr>
              <p:nvPr/>
            </p:nvSpPr>
            <p:spPr bwMode="auto">
              <a:xfrm flipV="1">
                <a:off x="0" y="0"/>
                <a:ext cx="1104" cy="1104"/>
              </a:xfrm>
              <a:prstGeom prst="line">
                <a:avLst/>
              </a:prstGeom>
              <a:noFill/>
              <a:ln w="38100">
                <a:solidFill>
                  <a:schemeClr val="accent2"/>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graphicFrame>
            <p:nvGraphicFramePr>
              <p:cNvPr id="51232" name="Object 44"/>
              <p:cNvGraphicFramePr>
                <a:graphicFrameLocks noChangeAspect="1"/>
              </p:cNvGraphicFramePr>
              <p:nvPr/>
            </p:nvGraphicFramePr>
            <p:xfrm>
              <a:off x="819" y="210"/>
              <a:ext cx="222" cy="259"/>
            </p:xfrm>
            <a:graphic>
              <a:graphicData uri="http://schemas.openxmlformats.org/presentationml/2006/ole">
                <p:oleObj spid="_x0000_s51286" name="Equation" r:id="rId11" imgW="152202" imgH="177569" progId="Equation.DSMT4">
                  <p:embed/>
                </p:oleObj>
              </a:graphicData>
            </a:graphic>
          </p:graphicFrame>
        </p:grpSp>
      </p:grpSp>
      <p:grpSp>
        <p:nvGrpSpPr>
          <p:cNvPr id="13" name="Group 45"/>
          <p:cNvGrpSpPr>
            <a:grpSpLocks/>
          </p:cNvGrpSpPr>
          <p:nvPr/>
        </p:nvGrpSpPr>
        <p:grpSpPr bwMode="auto">
          <a:xfrm>
            <a:off x="6923088" y="1690688"/>
            <a:ext cx="600075" cy="1571625"/>
            <a:chOff x="-7" y="0"/>
            <a:chExt cx="405" cy="1481"/>
          </a:xfrm>
        </p:grpSpPr>
        <p:sp>
          <p:nvSpPr>
            <p:cNvPr id="51224" name="未知"/>
            <p:cNvSpPr>
              <a:spLocks/>
            </p:cNvSpPr>
            <p:nvPr/>
          </p:nvSpPr>
          <p:spPr bwMode="auto">
            <a:xfrm>
              <a:off x="138" y="245"/>
              <a:ext cx="129" cy="153"/>
            </a:xfrm>
            <a:custGeom>
              <a:avLst/>
              <a:gdLst>
                <a:gd name="T0" fmla="*/ 27 w 168"/>
                <a:gd name="T1" fmla="*/ 0 h 138"/>
                <a:gd name="T2" fmla="*/ 17 w 168"/>
                <a:gd name="T3" fmla="*/ 247 h 138"/>
                <a:gd name="T4" fmla="*/ 0 w 168"/>
                <a:gd name="T5" fmla="*/ 223 h 138"/>
                <a:gd name="T6" fmla="*/ 0 60000 65536"/>
                <a:gd name="T7" fmla="*/ 0 60000 65536"/>
                <a:gd name="T8" fmla="*/ 0 60000 65536"/>
                <a:gd name="T9" fmla="*/ 0 w 168"/>
                <a:gd name="T10" fmla="*/ 0 h 138"/>
                <a:gd name="T11" fmla="*/ 168 w 168"/>
                <a:gd name="T12" fmla="*/ 138 h 138"/>
              </a:gdLst>
              <a:ahLst/>
              <a:cxnLst>
                <a:cxn ang="T6">
                  <a:pos x="T0" y="T1"/>
                </a:cxn>
                <a:cxn ang="T7">
                  <a:pos x="T2" y="T3"/>
                </a:cxn>
                <a:cxn ang="T8">
                  <a:pos x="T4" y="T5"/>
                </a:cxn>
              </a:cxnLst>
              <a:rect l="T9" t="T10" r="T11" b="T12"/>
              <a:pathLst>
                <a:path w="168" h="138">
                  <a:moveTo>
                    <a:pt x="168" y="0"/>
                  </a:moveTo>
                  <a:cubicBezTo>
                    <a:pt x="152" y="51"/>
                    <a:pt x="136" y="102"/>
                    <a:pt x="108" y="120"/>
                  </a:cubicBezTo>
                  <a:cubicBezTo>
                    <a:pt x="80" y="138"/>
                    <a:pt x="40" y="123"/>
                    <a:pt x="0" y="108"/>
                  </a:cubicBezTo>
                </a:path>
              </a:pathLst>
            </a:custGeom>
            <a:noFill/>
            <a:ln w="19050" cmpd="sng">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51225" name="Text Box 47"/>
            <p:cNvSpPr txBox="1">
              <a:spLocks noChangeArrowheads="1"/>
            </p:cNvSpPr>
            <p:nvPr/>
          </p:nvSpPr>
          <p:spPr bwMode="auto">
            <a:xfrm>
              <a:off x="192" y="245"/>
              <a:ext cx="206" cy="3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b="0" i="1">
                  <a:latin typeface="Times New Roman" pitchFamily="18" charset="0"/>
                  <a:ea typeface="宋体" pitchFamily="2" charset="-122"/>
                  <a:sym typeface="Symbol" pitchFamily="18" charset="2"/>
                </a:rPr>
                <a:t></a:t>
              </a:r>
              <a:endParaRPr lang="zh-CN" altLang="en-US" sz="1800" b="0" i="1">
                <a:latin typeface="Times New Roman" pitchFamily="18" charset="0"/>
                <a:ea typeface="宋体" pitchFamily="2" charset="-122"/>
              </a:endParaRPr>
            </a:p>
          </p:txBody>
        </p:sp>
        <p:grpSp>
          <p:nvGrpSpPr>
            <p:cNvPr id="51226" name="Group 48"/>
            <p:cNvGrpSpPr>
              <a:grpSpLocks/>
            </p:cNvGrpSpPr>
            <p:nvPr/>
          </p:nvGrpSpPr>
          <p:grpSpPr bwMode="auto">
            <a:xfrm>
              <a:off x="-7" y="0"/>
              <a:ext cx="282" cy="1481"/>
              <a:chOff x="-7" y="0"/>
              <a:chExt cx="282" cy="1481"/>
            </a:xfrm>
          </p:grpSpPr>
          <p:sp>
            <p:nvSpPr>
              <p:cNvPr id="51227" name="Line 49"/>
              <p:cNvSpPr>
                <a:spLocks noChangeShapeType="1"/>
              </p:cNvSpPr>
              <p:nvPr/>
            </p:nvSpPr>
            <p:spPr bwMode="auto">
              <a:xfrm>
                <a:off x="152" y="0"/>
                <a:ext cx="0" cy="1248"/>
              </a:xfrm>
              <a:prstGeom prst="line">
                <a:avLst/>
              </a:prstGeom>
              <a:noFill/>
              <a:ln w="38100">
                <a:solidFill>
                  <a:srgbClr val="FF9966"/>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graphicFrame>
            <p:nvGraphicFramePr>
              <p:cNvPr id="51228" name="Object 50"/>
              <p:cNvGraphicFramePr>
                <a:graphicFrameLocks noChangeAspect="1"/>
              </p:cNvGraphicFramePr>
              <p:nvPr/>
            </p:nvGraphicFramePr>
            <p:xfrm>
              <a:off x="-7" y="1241"/>
              <a:ext cx="282" cy="240"/>
            </p:xfrm>
            <a:graphic>
              <a:graphicData uri="http://schemas.openxmlformats.org/presentationml/2006/ole">
                <p:oleObj spid="_x0000_s51287" name="Equation" r:id="rId12" imgW="253780" imgH="215713" progId="Equation.DSMT4">
                  <p:embed/>
                </p:oleObj>
              </a:graphicData>
            </a:graphic>
          </p:graphicFrame>
        </p:grpSp>
      </p:grpSp>
      <p:grpSp>
        <p:nvGrpSpPr>
          <p:cNvPr id="15" name="Group 51"/>
          <p:cNvGrpSpPr>
            <a:grpSpLocks/>
          </p:cNvGrpSpPr>
          <p:nvPr/>
        </p:nvGrpSpPr>
        <p:grpSpPr bwMode="auto">
          <a:xfrm>
            <a:off x="6642100" y="1579563"/>
            <a:ext cx="1054100" cy="509587"/>
            <a:chOff x="0" y="0"/>
            <a:chExt cx="712" cy="480"/>
          </a:xfrm>
        </p:grpSpPr>
        <p:sp>
          <p:nvSpPr>
            <p:cNvPr id="51221" name="Line 52"/>
            <p:cNvSpPr>
              <a:spLocks noChangeShapeType="1"/>
            </p:cNvSpPr>
            <p:nvPr/>
          </p:nvSpPr>
          <p:spPr bwMode="auto">
            <a:xfrm>
              <a:off x="376" y="480"/>
              <a:ext cx="336" cy="0"/>
            </a:xfrm>
            <a:prstGeom prst="line">
              <a:avLst/>
            </a:prstGeom>
            <a:noFill/>
            <a:ln w="28575">
              <a:solidFill>
                <a:srgbClr val="CC6600"/>
              </a:solidFill>
              <a:prstDash val="dash"/>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graphicFrame>
          <p:nvGraphicFramePr>
            <p:cNvPr id="51222" name="Object 53"/>
            <p:cNvGraphicFramePr>
              <a:graphicFrameLocks noChangeAspect="1"/>
            </p:cNvGraphicFramePr>
            <p:nvPr/>
          </p:nvGraphicFramePr>
          <p:xfrm>
            <a:off x="0" y="192"/>
            <a:ext cx="336" cy="224"/>
          </p:xfrm>
          <a:graphic>
            <a:graphicData uri="http://schemas.openxmlformats.org/presentationml/2006/ole">
              <p:oleObj spid="_x0000_s51288" r:id="rId13" imgW="304932" imgH="203288" progId="Equation.3">
                <p:embed/>
              </p:oleObj>
            </a:graphicData>
          </a:graphic>
        </p:graphicFrame>
        <p:sp>
          <p:nvSpPr>
            <p:cNvPr id="51223" name="Line 54"/>
            <p:cNvSpPr>
              <a:spLocks noChangeShapeType="1"/>
            </p:cNvSpPr>
            <p:nvPr/>
          </p:nvSpPr>
          <p:spPr bwMode="auto">
            <a:xfrm>
              <a:off x="336" y="0"/>
              <a:ext cx="0" cy="480"/>
            </a:xfrm>
            <a:prstGeom prst="line">
              <a:avLst/>
            </a:prstGeom>
            <a:noFill/>
            <a:ln w="38100">
              <a:solidFill>
                <a:schemeClr val="folHlink"/>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grpSp>
      <p:sp>
        <p:nvSpPr>
          <p:cNvPr id="52279" name="Line 55"/>
          <p:cNvSpPr>
            <a:spLocks noChangeShapeType="1"/>
          </p:cNvSpPr>
          <p:nvPr/>
        </p:nvSpPr>
        <p:spPr bwMode="auto">
          <a:xfrm flipH="1" flipV="1">
            <a:off x="6705600" y="1062038"/>
            <a:ext cx="425450" cy="407987"/>
          </a:xfrm>
          <a:prstGeom prst="line">
            <a:avLst/>
          </a:prstGeom>
          <a:noFill/>
          <a:ln w="38100">
            <a:solidFill>
              <a:srgbClr val="FFFF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52280" name="未知"/>
          <p:cNvSpPr>
            <a:spLocks/>
          </p:cNvSpPr>
          <p:nvPr/>
        </p:nvSpPr>
        <p:spPr bwMode="auto">
          <a:xfrm>
            <a:off x="7054850" y="1446213"/>
            <a:ext cx="100013" cy="423862"/>
          </a:xfrm>
          <a:custGeom>
            <a:avLst/>
            <a:gdLst>
              <a:gd name="T0" fmla="*/ 2147483647 w 68"/>
              <a:gd name="T1" fmla="*/ 2147483647 h 400"/>
              <a:gd name="T2" fmla="*/ 0 w 68"/>
              <a:gd name="T3" fmla="*/ 2147483647 h 400"/>
              <a:gd name="T4" fmla="*/ 2147483647 w 68"/>
              <a:gd name="T5" fmla="*/ 2147483647 h 400"/>
              <a:gd name="T6" fmla="*/ 2147483647 w 68"/>
              <a:gd name="T7" fmla="*/ 2147483647 h 400"/>
              <a:gd name="T8" fmla="*/ 2147483647 w 68"/>
              <a:gd name="T9" fmla="*/ 0 h 400"/>
              <a:gd name="T10" fmla="*/ 0 60000 65536"/>
              <a:gd name="T11" fmla="*/ 0 60000 65536"/>
              <a:gd name="T12" fmla="*/ 0 60000 65536"/>
              <a:gd name="T13" fmla="*/ 0 60000 65536"/>
              <a:gd name="T14" fmla="*/ 0 60000 65536"/>
              <a:gd name="T15" fmla="*/ 0 w 68"/>
              <a:gd name="T16" fmla="*/ 0 h 400"/>
              <a:gd name="T17" fmla="*/ 68 w 68"/>
              <a:gd name="T18" fmla="*/ 400 h 400"/>
            </a:gdLst>
            <a:ahLst/>
            <a:cxnLst>
              <a:cxn ang="T10">
                <a:pos x="T0" y="T1"/>
              </a:cxn>
              <a:cxn ang="T11">
                <a:pos x="T2" y="T3"/>
              </a:cxn>
              <a:cxn ang="T12">
                <a:pos x="T4" y="T5"/>
              </a:cxn>
              <a:cxn ang="T13">
                <a:pos x="T6" y="T7"/>
              </a:cxn>
              <a:cxn ang="T14">
                <a:pos x="T8" y="T9"/>
              </a:cxn>
            </a:cxnLst>
            <a:rect l="T15" t="T16" r="T17" b="T18"/>
            <a:pathLst>
              <a:path w="68" h="400">
                <a:moveTo>
                  <a:pt x="68" y="379"/>
                </a:moveTo>
                <a:cubicBezTo>
                  <a:pt x="9" y="400"/>
                  <a:pt x="11" y="373"/>
                  <a:pt x="0" y="326"/>
                </a:cubicBezTo>
                <a:cubicBezTo>
                  <a:pt x="2" y="238"/>
                  <a:pt x="3" y="149"/>
                  <a:pt x="7" y="61"/>
                </a:cubicBezTo>
                <a:cubicBezTo>
                  <a:pt x="7" y="60"/>
                  <a:pt x="19" y="12"/>
                  <a:pt x="23" y="8"/>
                </a:cubicBezTo>
                <a:cubicBezTo>
                  <a:pt x="28" y="2"/>
                  <a:pt x="45" y="0"/>
                  <a:pt x="45" y="0"/>
                </a:cubicBezTo>
              </a:path>
            </a:pathLst>
          </a:custGeom>
          <a:noFill/>
          <a:ln w="19050" cap="flat" cmpd="sng">
            <a:solidFill>
              <a:srgbClr val="FFFF00"/>
            </a:solidFill>
            <a:prstDash val="dash"/>
            <a:round/>
            <a:headEnd/>
            <a:tailEnd type="triangle" w="med" len="me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52281" name="Text Box 57"/>
          <p:cNvSpPr txBox="1">
            <a:spLocks noChangeArrowheads="1"/>
          </p:cNvSpPr>
          <p:nvPr/>
        </p:nvSpPr>
        <p:spPr bwMode="auto">
          <a:xfrm>
            <a:off x="6553200" y="1355725"/>
            <a:ext cx="34607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b="0" i="1">
                <a:solidFill>
                  <a:srgbClr val="FFFF00"/>
                </a:solidFill>
                <a:latin typeface="Times New Roman" pitchFamily="18" charset="0"/>
                <a:ea typeface="宋体" pitchFamily="2" charset="-122"/>
                <a:sym typeface="Symbol" pitchFamily="18" charset="2"/>
              </a:rPr>
              <a:t></a:t>
            </a:r>
            <a:endParaRPr lang="zh-CN" altLang="en-US" sz="1800" b="0" i="1">
              <a:solidFill>
                <a:srgbClr val="FFFF00"/>
              </a:solidFill>
              <a:latin typeface="Times New Roman" pitchFamily="18"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52238">
                                            <p:txEl>
                                              <p:pRg st="0" end="0"/>
                                            </p:txEl>
                                          </p:spTgt>
                                        </p:tgtEl>
                                        <p:attrNameLst>
                                          <p:attrName>style.visibility</p:attrName>
                                        </p:attrNameLst>
                                      </p:cBhvr>
                                      <p:to>
                                        <p:strVal val="visible"/>
                                      </p:to>
                                    </p:set>
                                    <p:animEffect transition="in" filter="barn(outVertical)">
                                      <p:cBhvr>
                                        <p:cTn id="7" dur="500"/>
                                        <p:tgtEl>
                                          <p:spTgt spid="5223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2226"/>
                                        </p:tgtEl>
                                        <p:attrNameLst>
                                          <p:attrName>style.visibility</p:attrName>
                                        </p:attrNameLst>
                                      </p:cBhvr>
                                      <p:to>
                                        <p:strVal val="visible"/>
                                      </p:to>
                                    </p:set>
                                    <p:animEffect transition="in" filter="box(in)">
                                      <p:cBhvr>
                                        <p:cTn id="12" dur="500"/>
                                        <p:tgtEl>
                                          <p:spTgt spid="522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499"/>
                                          </p:stCondLst>
                                        </p:cTn>
                                        <p:tgtEl>
                                          <p:spTgt spid="3"/>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2243"/>
                                        </p:tgtEl>
                                        <p:attrNameLst>
                                          <p:attrName>style.visibility</p:attrName>
                                        </p:attrNameLst>
                                      </p:cBhvr>
                                      <p:to>
                                        <p:strVal val="visible"/>
                                      </p:to>
                                    </p:set>
                                    <p:animEffect transition="in" filter="wipe(left)">
                                      <p:cBhvr>
                                        <p:cTn id="26" dur="500"/>
                                        <p:tgtEl>
                                          <p:spTgt spid="52243"/>
                                        </p:tgtEl>
                                      </p:cBhvr>
                                    </p:animEffect>
                                  </p:childTnLst>
                                </p:cTn>
                              </p:par>
                            </p:childTnLst>
                          </p:cTn>
                        </p:par>
                        <p:par>
                          <p:cTn id="27" fill="hold" nodeType="afterGroup">
                            <p:stCondLst>
                              <p:cond delay="500"/>
                            </p:stCondLst>
                            <p:childTnLst>
                              <p:par>
                                <p:cTn id="28" presetID="1" presetClass="entr" presetSubtype="0" fill="hold" grpId="0" nodeType="afterEffect">
                                  <p:stCondLst>
                                    <p:cond delay="0"/>
                                  </p:stCondLst>
                                  <p:childTnLst>
                                    <p:set>
                                      <p:cBhvr>
                                        <p:cTn id="29" dur="1" fill="hold">
                                          <p:stCondLst>
                                            <p:cond delay="499"/>
                                          </p:stCondLst>
                                        </p:cTn>
                                        <p:tgtEl>
                                          <p:spTgt spid="52244"/>
                                        </p:tgtEl>
                                        <p:attrNameLst>
                                          <p:attrName>style.visibility</p:attrName>
                                        </p:attrNameLst>
                                      </p:cBhvr>
                                      <p:to>
                                        <p:strVal val="visible"/>
                                      </p:to>
                                    </p:set>
                                  </p:childTnLst>
                                </p:cTn>
                              </p:par>
                            </p:childTnLst>
                          </p:cTn>
                        </p:par>
                        <p:par>
                          <p:cTn id="30" fill="hold" nodeType="afterGroup">
                            <p:stCondLst>
                              <p:cond delay="1000"/>
                            </p:stCondLst>
                            <p:childTnLst>
                              <p:par>
                                <p:cTn id="31" presetID="1" presetClass="entr" presetSubtype="0" fill="hold" grpId="0" nodeType="afterEffect">
                                  <p:stCondLst>
                                    <p:cond delay="0"/>
                                  </p:stCondLst>
                                  <p:childTnLst>
                                    <p:set>
                                      <p:cBhvr>
                                        <p:cTn id="32" dur="1" fill="hold">
                                          <p:stCondLst>
                                            <p:cond delay="499"/>
                                          </p:stCondLst>
                                        </p:cTn>
                                        <p:tgtEl>
                                          <p:spTgt spid="52258"/>
                                        </p:tgtEl>
                                        <p:attrNameLst>
                                          <p:attrName>style.visibility</p:attrName>
                                        </p:attrNameLst>
                                      </p:cBhvr>
                                      <p:to>
                                        <p:strVal val="visible"/>
                                      </p:to>
                                    </p:set>
                                  </p:childTnLst>
                                </p:cTn>
                              </p:par>
                            </p:childTnLst>
                          </p:cTn>
                        </p:par>
                        <p:par>
                          <p:cTn id="33" fill="hold" nodeType="afterGroup">
                            <p:stCondLst>
                              <p:cond delay="1500"/>
                            </p:stCondLst>
                            <p:childTnLst>
                              <p:par>
                                <p:cTn id="34" presetID="22" presetClass="entr" presetSubtype="4" fill="hold"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down)">
                                      <p:cBhvr>
                                        <p:cTn id="36" dur="500"/>
                                        <p:tgtEl>
                                          <p:spTgt spid="1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wipe(up)">
                                      <p:cBhvr>
                                        <p:cTn id="41" dur="500"/>
                                        <p:tgtEl>
                                          <p:spTgt spid="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499"/>
                                          </p:stCondLst>
                                        </p:cTn>
                                        <p:tgtEl>
                                          <p:spTgt spid="13"/>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4" presetClass="entr" presetSubtype="16" fill="hold" nodeType="clickEffect">
                                  <p:stCondLst>
                                    <p:cond delay="0"/>
                                  </p:stCondLst>
                                  <p:childTnLst>
                                    <p:set>
                                      <p:cBhvr>
                                        <p:cTn id="49" dur="1" fill="hold">
                                          <p:stCondLst>
                                            <p:cond delay="0"/>
                                          </p:stCondLst>
                                        </p:cTn>
                                        <p:tgtEl>
                                          <p:spTgt spid="52234"/>
                                        </p:tgtEl>
                                        <p:attrNameLst>
                                          <p:attrName>style.visibility</p:attrName>
                                        </p:attrNameLst>
                                      </p:cBhvr>
                                      <p:to>
                                        <p:strVal val="visible"/>
                                      </p:to>
                                    </p:set>
                                    <p:animEffect transition="in" filter="box(in)">
                                      <p:cBhvr>
                                        <p:cTn id="50" dur="500"/>
                                        <p:tgtEl>
                                          <p:spTgt spid="5223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4" presetClass="entr" presetSubtype="16" fill="hold" nodeType="clickEffect">
                                  <p:stCondLst>
                                    <p:cond delay="0"/>
                                  </p:stCondLst>
                                  <p:childTnLst>
                                    <p:set>
                                      <p:cBhvr>
                                        <p:cTn id="54" dur="1" fill="hold">
                                          <p:stCondLst>
                                            <p:cond delay="0"/>
                                          </p:stCondLst>
                                        </p:cTn>
                                        <p:tgtEl>
                                          <p:spTgt spid="52235"/>
                                        </p:tgtEl>
                                        <p:attrNameLst>
                                          <p:attrName>style.visibility</p:attrName>
                                        </p:attrNameLst>
                                      </p:cBhvr>
                                      <p:to>
                                        <p:strVal val="visible"/>
                                      </p:to>
                                    </p:set>
                                    <p:animEffect transition="in" filter="box(in)">
                                      <p:cBhvr>
                                        <p:cTn id="55" dur="500"/>
                                        <p:tgtEl>
                                          <p:spTgt spid="52235"/>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4" presetClass="entr" presetSubtype="16" fill="hold" nodeType="clickEffect">
                                  <p:stCondLst>
                                    <p:cond delay="0"/>
                                  </p:stCondLst>
                                  <p:childTnLst>
                                    <p:set>
                                      <p:cBhvr>
                                        <p:cTn id="59" dur="1" fill="hold">
                                          <p:stCondLst>
                                            <p:cond delay="0"/>
                                          </p:stCondLst>
                                        </p:cTn>
                                        <p:tgtEl>
                                          <p:spTgt spid="52236"/>
                                        </p:tgtEl>
                                        <p:attrNameLst>
                                          <p:attrName>style.visibility</p:attrName>
                                        </p:attrNameLst>
                                      </p:cBhvr>
                                      <p:to>
                                        <p:strVal val="visible"/>
                                      </p:to>
                                    </p:set>
                                    <p:animEffect transition="in" filter="box(in)">
                                      <p:cBhvr>
                                        <p:cTn id="60" dur="500"/>
                                        <p:tgtEl>
                                          <p:spTgt spid="52236"/>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3" presetClass="entr" presetSubtype="16" fill="hold" nodeType="clickEffect">
                                  <p:stCondLst>
                                    <p:cond delay="0"/>
                                  </p:stCondLst>
                                  <p:childTnLst>
                                    <p:set>
                                      <p:cBhvr>
                                        <p:cTn id="64" dur="1" fill="hold">
                                          <p:stCondLst>
                                            <p:cond delay="0"/>
                                          </p:stCondLst>
                                        </p:cTn>
                                        <p:tgtEl>
                                          <p:spTgt spid="15"/>
                                        </p:tgtEl>
                                        <p:attrNameLst>
                                          <p:attrName>style.visibility</p:attrName>
                                        </p:attrNameLst>
                                      </p:cBhvr>
                                      <p:to>
                                        <p:strVal val="visible"/>
                                      </p:to>
                                    </p:set>
                                    <p:anim calcmode="lin" valueType="num">
                                      <p:cBhvr>
                                        <p:cTn id="65" dur="500" fill="hold"/>
                                        <p:tgtEl>
                                          <p:spTgt spid="15"/>
                                        </p:tgtEl>
                                        <p:attrNameLst>
                                          <p:attrName>ppt_w</p:attrName>
                                        </p:attrNameLst>
                                      </p:cBhvr>
                                      <p:tavLst>
                                        <p:tav tm="0">
                                          <p:val>
                                            <p:fltVal val="0"/>
                                          </p:val>
                                        </p:tav>
                                        <p:tav tm="100000">
                                          <p:val>
                                            <p:strVal val="#ppt_w"/>
                                          </p:val>
                                        </p:tav>
                                      </p:tavLst>
                                    </p:anim>
                                    <p:anim calcmode="lin" valueType="num">
                                      <p:cBhvr>
                                        <p:cTn id="66"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52279"/>
                                        </p:tgtEl>
                                        <p:attrNameLst>
                                          <p:attrName>style.visibility</p:attrName>
                                        </p:attrNameLst>
                                      </p:cBhvr>
                                      <p:to>
                                        <p:strVal val="visible"/>
                                      </p:to>
                                    </p:set>
                                    <p:animEffect transition="in" filter="wipe(down)">
                                      <p:cBhvr>
                                        <p:cTn id="71" dur="500"/>
                                        <p:tgtEl>
                                          <p:spTgt spid="52279"/>
                                        </p:tgtEl>
                                      </p:cBhvr>
                                    </p:animEffect>
                                  </p:childTnLst>
                                </p:cTn>
                              </p:par>
                            </p:childTnLst>
                          </p:cTn>
                        </p:par>
                        <p:par>
                          <p:cTn id="72" fill="hold" nodeType="afterGroup">
                            <p:stCondLst>
                              <p:cond delay="500"/>
                            </p:stCondLst>
                            <p:childTnLst>
                              <p:par>
                                <p:cTn id="73" presetID="22" presetClass="entr" presetSubtype="4" fill="hold" grpId="0" nodeType="afterEffect">
                                  <p:stCondLst>
                                    <p:cond delay="0"/>
                                  </p:stCondLst>
                                  <p:childTnLst>
                                    <p:set>
                                      <p:cBhvr>
                                        <p:cTn id="74" dur="1" fill="hold">
                                          <p:stCondLst>
                                            <p:cond delay="0"/>
                                          </p:stCondLst>
                                        </p:cTn>
                                        <p:tgtEl>
                                          <p:spTgt spid="52280"/>
                                        </p:tgtEl>
                                        <p:attrNameLst>
                                          <p:attrName>style.visibility</p:attrName>
                                        </p:attrNameLst>
                                      </p:cBhvr>
                                      <p:to>
                                        <p:strVal val="visible"/>
                                      </p:to>
                                    </p:set>
                                    <p:animEffect transition="in" filter="wipe(down)">
                                      <p:cBhvr>
                                        <p:cTn id="75" dur="500"/>
                                        <p:tgtEl>
                                          <p:spTgt spid="52280"/>
                                        </p:tgtEl>
                                      </p:cBhvr>
                                    </p:animEffect>
                                  </p:childTnLst>
                                </p:cTn>
                              </p:par>
                            </p:childTnLst>
                          </p:cTn>
                        </p:par>
                        <p:par>
                          <p:cTn id="76" fill="hold" nodeType="afterGroup">
                            <p:stCondLst>
                              <p:cond delay="1000"/>
                            </p:stCondLst>
                            <p:childTnLst>
                              <p:par>
                                <p:cTn id="77" presetID="23" presetClass="entr" presetSubtype="16" fill="hold" grpId="0" nodeType="afterEffect">
                                  <p:stCondLst>
                                    <p:cond delay="0"/>
                                  </p:stCondLst>
                                  <p:childTnLst>
                                    <p:set>
                                      <p:cBhvr>
                                        <p:cTn id="78" dur="1" fill="hold">
                                          <p:stCondLst>
                                            <p:cond delay="0"/>
                                          </p:stCondLst>
                                        </p:cTn>
                                        <p:tgtEl>
                                          <p:spTgt spid="52281"/>
                                        </p:tgtEl>
                                        <p:attrNameLst>
                                          <p:attrName>style.visibility</p:attrName>
                                        </p:attrNameLst>
                                      </p:cBhvr>
                                      <p:to>
                                        <p:strVal val="visible"/>
                                      </p:to>
                                    </p:set>
                                    <p:anim calcmode="lin" valueType="num">
                                      <p:cBhvr>
                                        <p:cTn id="79" dur="500" fill="hold"/>
                                        <p:tgtEl>
                                          <p:spTgt spid="52281"/>
                                        </p:tgtEl>
                                        <p:attrNameLst>
                                          <p:attrName>ppt_w</p:attrName>
                                        </p:attrNameLst>
                                      </p:cBhvr>
                                      <p:tavLst>
                                        <p:tav tm="0">
                                          <p:val>
                                            <p:fltVal val="0"/>
                                          </p:val>
                                        </p:tav>
                                        <p:tav tm="100000">
                                          <p:val>
                                            <p:strVal val="#ppt_w"/>
                                          </p:val>
                                        </p:tav>
                                      </p:tavLst>
                                    </p:anim>
                                    <p:anim calcmode="lin" valueType="num">
                                      <p:cBhvr>
                                        <p:cTn id="80" dur="500" fill="hold"/>
                                        <p:tgtEl>
                                          <p:spTgt spid="52281"/>
                                        </p:tgtEl>
                                        <p:attrNameLst>
                                          <p:attrName>ppt_h</p:attrName>
                                        </p:attrNameLst>
                                      </p:cBhvr>
                                      <p:tavLst>
                                        <p:tav tm="0">
                                          <p:val>
                                            <p:fltVal val="0"/>
                                          </p:val>
                                        </p:tav>
                                        <p:tav tm="100000">
                                          <p:val>
                                            <p:strVal val="#ppt_h"/>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3" presetClass="entr" presetSubtype="528" fill="hold" nodeType="clickEffect">
                                  <p:stCondLst>
                                    <p:cond delay="0"/>
                                  </p:stCondLst>
                                  <p:childTnLst>
                                    <p:set>
                                      <p:cBhvr>
                                        <p:cTn id="84" dur="1" fill="hold">
                                          <p:stCondLst>
                                            <p:cond delay="0"/>
                                          </p:stCondLst>
                                        </p:cTn>
                                        <p:tgtEl>
                                          <p:spTgt spid="4"/>
                                        </p:tgtEl>
                                        <p:attrNameLst>
                                          <p:attrName>style.visibility</p:attrName>
                                        </p:attrNameLst>
                                      </p:cBhvr>
                                      <p:to>
                                        <p:strVal val="visible"/>
                                      </p:to>
                                    </p:set>
                                    <p:anim calcmode="lin" valueType="num">
                                      <p:cBhvr>
                                        <p:cTn id="85" dur="500" fill="hold"/>
                                        <p:tgtEl>
                                          <p:spTgt spid="4"/>
                                        </p:tgtEl>
                                        <p:attrNameLst>
                                          <p:attrName>ppt_w</p:attrName>
                                        </p:attrNameLst>
                                      </p:cBhvr>
                                      <p:tavLst>
                                        <p:tav tm="0">
                                          <p:val>
                                            <p:fltVal val="0"/>
                                          </p:val>
                                        </p:tav>
                                        <p:tav tm="100000">
                                          <p:val>
                                            <p:strVal val="#ppt_w"/>
                                          </p:val>
                                        </p:tav>
                                      </p:tavLst>
                                    </p:anim>
                                    <p:anim calcmode="lin" valueType="num">
                                      <p:cBhvr>
                                        <p:cTn id="86" dur="500" fill="hold"/>
                                        <p:tgtEl>
                                          <p:spTgt spid="4"/>
                                        </p:tgtEl>
                                        <p:attrNameLst>
                                          <p:attrName>ppt_h</p:attrName>
                                        </p:attrNameLst>
                                      </p:cBhvr>
                                      <p:tavLst>
                                        <p:tav tm="0">
                                          <p:val>
                                            <p:fltVal val="0"/>
                                          </p:val>
                                        </p:tav>
                                        <p:tav tm="100000">
                                          <p:val>
                                            <p:strVal val="#ppt_h"/>
                                          </p:val>
                                        </p:tav>
                                      </p:tavLst>
                                    </p:anim>
                                    <p:anim calcmode="lin" valueType="num">
                                      <p:cBhvr>
                                        <p:cTn id="87" dur="500" fill="hold"/>
                                        <p:tgtEl>
                                          <p:spTgt spid="4"/>
                                        </p:tgtEl>
                                        <p:attrNameLst>
                                          <p:attrName>ppt_x</p:attrName>
                                        </p:attrNameLst>
                                      </p:cBhvr>
                                      <p:tavLst>
                                        <p:tav tm="0">
                                          <p:val>
                                            <p:fltVal val="0.5"/>
                                          </p:val>
                                        </p:tav>
                                        <p:tav tm="100000">
                                          <p:val>
                                            <p:strVal val="#ppt_x"/>
                                          </p:val>
                                        </p:tav>
                                      </p:tavLst>
                                    </p:anim>
                                    <p:anim calcmode="lin" valueType="num">
                                      <p:cBhvr>
                                        <p:cTn id="88" dur="500" fill="hold"/>
                                        <p:tgtEl>
                                          <p:spTgt spid="4"/>
                                        </p:tgtEl>
                                        <p:attrNameLst>
                                          <p:attrName>ppt_y</p:attrName>
                                        </p:attrNameLst>
                                      </p:cBhvr>
                                      <p:tavLst>
                                        <p:tav tm="0">
                                          <p:val>
                                            <p:fltVal val="0.5"/>
                                          </p:val>
                                        </p:tav>
                                        <p:tav tm="100000">
                                          <p:val>
                                            <p:strVal val="#ppt_y"/>
                                          </p:val>
                                        </p:tav>
                                      </p:tavLst>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4" presetClass="entr" presetSubtype="16" fill="hold" nodeType="clickEffect">
                                  <p:stCondLst>
                                    <p:cond delay="0"/>
                                  </p:stCondLst>
                                  <p:childTnLst>
                                    <p:set>
                                      <p:cBhvr>
                                        <p:cTn id="92" dur="1" fill="hold">
                                          <p:stCondLst>
                                            <p:cond delay="0"/>
                                          </p:stCondLst>
                                        </p:cTn>
                                        <p:tgtEl>
                                          <p:spTgt spid="52237"/>
                                        </p:tgtEl>
                                        <p:attrNameLst>
                                          <p:attrName>style.visibility</p:attrName>
                                        </p:attrNameLst>
                                      </p:cBhvr>
                                      <p:to>
                                        <p:strVal val="visible"/>
                                      </p:to>
                                    </p:set>
                                    <p:animEffect transition="in" filter="box(in)">
                                      <p:cBhvr>
                                        <p:cTn id="93" dur="500"/>
                                        <p:tgtEl>
                                          <p:spTgt spid="52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autoUpdateAnimBg="0"/>
      <p:bldP spid="52238" grpId="0" build="p" autoUpdateAnimBg="0"/>
      <p:bldP spid="52243" grpId="0" animBg="1"/>
      <p:bldP spid="52244" grpId="0" animBg="1"/>
      <p:bldP spid="52258" grpId="0" animBg="1"/>
      <p:bldP spid="52279" grpId="0" animBg="1"/>
      <p:bldP spid="52280" grpId="0" animBg="1"/>
      <p:bldP spid="52281"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365125" y="906463"/>
            <a:ext cx="237807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CC"/>
                </a:solidFill>
                <a:latin typeface="Times New Roman" pitchFamily="18" charset="0"/>
                <a:ea typeface="华文中宋" pitchFamily="2" charset="-122"/>
                <a:sym typeface="Wingdings 2" pitchFamily="18" charset="2"/>
              </a:rPr>
              <a:t>（</a:t>
            </a:r>
            <a:r>
              <a:rPr lang="en-US" altLang="zh-CN" sz="1800">
                <a:solidFill>
                  <a:srgbClr val="0000CC"/>
                </a:solidFill>
                <a:latin typeface="Times New Roman" pitchFamily="18" charset="0"/>
                <a:ea typeface="华文中宋" pitchFamily="2" charset="-122"/>
                <a:sym typeface="Wingdings 2" pitchFamily="18" charset="2"/>
              </a:rPr>
              <a:t>2</a:t>
            </a:r>
            <a:r>
              <a:rPr lang="zh-CN" altLang="en-US" sz="1800">
                <a:solidFill>
                  <a:srgbClr val="0000CC"/>
                </a:solidFill>
                <a:latin typeface="Times New Roman" pitchFamily="18" charset="0"/>
                <a:ea typeface="华文中宋" pitchFamily="2" charset="-122"/>
                <a:sym typeface="Wingdings 2" pitchFamily="18" charset="2"/>
              </a:rPr>
              <a:t>）</a:t>
            </a:r>
            <a:r>
              <a:rPr lang="zh-CN" altLang="en-US" sz="1800">
                <a:solidFill>
                  <a:srgbClr val="0000CC"/>
                </a:solidFill>
                <a:latin typeface="Times New Roman" pitchFamily="18" charset="0"/>
                <a:ea typeface="华文中宋" pitchFamily="2" charset="-122"/>
              </a:rPr>
              <a:t>弹簧弹性力的功</a:t>
            </a:r>
          </a:p>
        </p:txBody>
      </p:sp>
      <p:grpSp>
        <p:nvGrpSpPr>
          <p:cNvPr id="2" name="Group 3"/>
          <p:cNvGrpSpPr>
            <a:grpSpLocks/>
          </p:cNvGrpSpPr>
          <p:nvPr/>
        </p:nvGrpSpPr>
        <p:grpSpPr bwMode="auto">
          <a:xfrm>
            <a:off x="1143000" y="3235325"/>
            <a:ext cx="5654675" cy="473075"/>
            <a:chOff x="0" y="-33"/>
            <a:chExt cx="3562" cy="397"/>
          </a:xfrm>
        </p:grpSpPr>
        <p:grpSp>
          <p:nvGrpSpPr>
            <p:cNvPr id="52384" name="Group 4"/>
            <p:cNvGrpSpPr>
              <a:grpSpLocks/>
            </p:cNvGrpSpPr>
            <p:nvPr/>
          </p:nvGrpSpPr>
          <p:grpSpPr bwMode="auto">
            <a:xfrm>
              <a:off x="0" y="-12"/>
              <a:ext cx="1690" cy="360"/>
              <a:chOff x="0" y="-18"/>
              <a:chExt cx="1690" cy="360"/>
            </a:xfrm>
          </p:grpSpPr>
          <p:sp>
            <p:nvSpPr>
              <p:cNvPr id="52388" name="Text Box 5"/>
              <p:cNvSpPr txBox="1">
                <a:spLocks noChangeArrowheads="1"/>
              </p:cNvSpPr>
              <p:nvPr/>
            </p:nvSpPr>
            <p:spPr bwMode="auto">
              <a:xfrm>
                <a:off x="0" y="32"/>
                <a:ext cx="589"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Times New Roman" pitchFamily="18" charset="0"/>
                    <a:ea typeface="华文中宋" pitchFamily="2" charset="-122"/>
                  </a:rPr>
                  <a:t>力函数 </a:t>
                </a:r>
              </a:p>
            </p:txBody>
          </p:sp>
          <p:graphicFrame>
            <p:nvGraphicFramePr>
              <p:cNvPr id="52389" name="Object 6"/>
              <p:cNvGraphicFramePr>
                <a:graphicFrameLocks noChangeAspect="1"/>
              </p:cNvGraphicFramePr>
              <p:nvPr/>
            </p:nvGraphicFramePr>
            <p:xfrm>
              <a:off x="682" y="-18"/>
              <a:ext cx="1008" cy="332"/>
            </p:xfrm>
            <a:graphic>
              <a:graphicData uri="http://schemas.openxmlformats.org/presentationml/2006/ole">
                <p:oleObj spid="_x0000_s52412" name="Equation" r:id="rId3" imgW="634449" imgH="215713" progId="Equation.DSMT4">
                  <p:embed/>
                </p:oleObj>
              </a:graphicData>
            </a:graphic>
          </p:graphicFrame>
        </p:grpSp>
        <p:grpSp>
          <p:nvGrpSpPr>
            <p:cNvPr id="52385" name="Group 7"/>
            <p:cNvGrpSpPr>
              <a:grpSpLocks/>
            </p:cNvGrpSpPr>
            <p:nvPr/>
          </p:nvGrpSpPr>
          <p:grpSpPr bwMode="auto">
            <a:xfrm>
              <a:off x="1872" y="-33"/>
              <a:ext cx="1690" cy="397"/>
              <a:chOff x="0" y="-33"/>
              <a:chExt cx="1690" cy="397"/>
            </a:xfrm>
          </p:grpSpPr>
          <p:sp>
            <p:nvSpPr>
              <p:cNvPr id="52386" name="Text Box 8"/>
              <p:cNvSpPr txBox="1">
                <a:spLocks noChangeArrowheads="1"/>
              </p:cNvSpPr>
              <p:nvPr/>
            </p:nvSpPr>
            <p:spPr bwMode="auto">
              <a:xfrm>
                <a:off x="0" y="54"/>
                <a:ext cx="589"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Times New Roman" pitchFamily="18" charset="0"/>
                    <a:ea typeface="华文中宋" pitchFamily="2" charset="-122"/>
                  </a:rPr>
                  <a:t>元位移 </a:t>
                </a:r>
              </a:p>
            </p:txBody>
          </p:sp>
          <p:graphicFrame>
            <p:nvGraphicFramePr>
              <p:cNvPr id="52387" name="Object 9"/>
              <p:cNvGraphicFramePr>
                <a:graphicFrameLocks noChangeAspect="1"/>
              </p:cNvGraphicFramePr>
              <p:nvPr/>
            </p:nvGraphicFramePr>
            <p:xfrm>
              <a:off x="682" y="-33"/>
              <a:ext cx="1008" cy="383"/>
            </p:xfrm>
            <a:graphic>
              <a:graphicData uri="http://schemas.openxmlformats.org/presentationml/2006/ole">
                <p:oleObj spid="_x0000_s52413" name="Equation" r:id="rId4" imgW="583693" imgH="215713" progId="Equation.DSMT4">
                  <p:embed/>
                </p:oleObj>
              </a:graphicData>
            </a:graphic>
          </p:graphicFrame>
        </p:grpSp>
      </p:grpSp>
      <p:graphicFrame>
        <p:nvGraphicFramePr>
          <p:cNvPr id="53258" name="Object 10"/>
          <p:cNvGraphicFramePr>
            <a:graphicFrameLocks noChangeAspect="1"/>
          </p:cNvGraphicFramePr>
          <p:nvPr/>
        </p:nvGraphicFramePr>
        <p:xfrm>
          <a:off x="650875" y="3841750"/>
          <a:ext cx="2281238" cy="684213"/>
        </p:xfrm>
        <a:graphic>
          <a:graphicData uri="http://schemas.openxmlformats.org/presentationml/2006/ole">
            <p:oleObj spid="_x0000_s52414" name="Equation" r:id="rId5" imgW="812447" imgH="330057" progId="Equation.DSMT4">
              <p:embed/>
            </p:oleObj>
          </a:graphicData>
        </a:graphic>
      </p:graphicFrame>
      <p:grpSp>
        <p:nvGrpSpPr>
          <p:cNvPr id="5" name="Group 12"/>
          <p:cNvGrpSpPr>
            <a:grpSpLocks/>
          </p:cNvGrpSpPr>
          <p:nvPr/>
        </p:nvGrpSpPr>
        <p:grpSpPr bwMode="auto">
          <a:xfrm>
            <a:off x="3419475" y="2024063"/>
            <a:ext cx="5334000" cy="685800"/>
            <a:chOff x="0" y="0"/>
            <a:chExt cx="3360" cy="576"/>
          </a:xfrm>
        </p:grpSpPr>
        <p:sp>
          <p:nvSpPr>
            <p:cNvPr id="52382" name="Rectangle 13"/>
            <p:cNvSpPr>
              <a:spLocks noChangeArrowheads="1"/>
            </p:cNvSpPr>
            <p:nvPr/>
          </p:nvSpPr>
          <p:spPr bwMode="auto">
            <a:xfrm>
              <a:off x="0" y="0"/>
              <a:ext cx="96" cy="576"/>
            </a:xfrm>
            <a:prstGeom prst="rect">
              <a:avLst/>
            </a:prstGeom>
            <a:solidFill>
              <a:srgbClr val="FFCC99"/>
            </a:solidFill>
            <a:ln w="9525">
              <a:miter lim="800000"/>
              <a:headEnd/>
              <a:tailEnd/>
            </a:ln>
            <a:scene3d>
              <a:camera prst="legacyObliqueTopRight"/>
              <a:lightRig rig="legacyFlat3" dir="b"/>
            </a:scene3d>
            <a:sp3d extrusionH="887400" prstMaterial="legacyMatte">
              <a:bevelT w="13500" h="13500" prst="angle"/>
              <a:bevelB w="13500" h="13500" prst="angle"/>
              <a:extrusionClr>
                <a:srgbClr val="FFCC99"/>
              </a:extrusionClr>
            </a:sp3d>
          </p:spPr>
          <p:txBody>
            <a:bodyPr wrap="none" anchor="ctr">
              <a:flatTx/>
            </a:bodyPr>
            <a:lstStyle/>
            <a:p>
              <a:endParaRPr lang="zh-CN" altLang="en-US"/>
            </a:p>
          </p:txBody>
        </p:sp>
        <p:sp>
          <p:nvSpPr>
            <p:cNvPr id="52383" name="Rectangle 14"/>
            <p:cNvSpPr>
              <a:spLocks noChangeArrowheads="1"/>
            </p:cNvSpPr>
            <p:nvPr/>
          </p:nvSpPr>
          <p:spPr bwMode="auto">
            <a:xfrm>
              <a:off x="96" y="528"/>
              <a:ext cx="3264" cy="48"/>
            </a:xfrm>
            <a:prstGeom prst="rect">
              <a:avLst/>
            </a:prstGeom>
            <a:solidFill>
              <a:srgbClr val="FFCC99"/>
            </a:solidFill>
            <a:ln w="9525">
              <a:miter lim="800000"/>
              <a:headEnd/>
              <a:tailEnd/>
            </a:ln>
            <a:scene3d>
              <a:camera prst="legacyObliqueTopRight"/>
              <a:lightRig rig="legacyFlat4" dir="b"/>
            </a:scene3d>
            <a:sp3d extrusionH="887400" prstMaterial="legacyMatte">
              <a:bevelT w="13500" h="13500" prst="angle"/>
              <a:bevelB w="13500" h="13500" prst="angle"/>
              <a:extrusionClr>
                <a:srgbClr val="FFCC99"/>
              </a:extrusionClr>
            </a:sp3d>
          </p:spPr>
          <p:txBody>
            <a:bodyPr wrap="none" anchor="ctr">
              <a:flatTx/>
            </a:bodyPr>
            <a:lstStyle/>
            <a:p>
              <a:endParaRPr lang="zh-CN" altLang="en-US"/>
            </a:p>
          </p:txBody>
        </p:sp>
      </p:grpSp>
      <p:grpSp>
        <p:nvGrpSpPr>
          <p:cNvPr id="6" name="Group 15"/>
          <p:cNvGrpSpPr>
            <a:grpSpLocks/>
          </p:cNvGrpSpPr>
          <p:nvPr/>
        </p:nvGrpSpPr>
        <p:grpSpPr bwMode="auto">
          <a:xfrm>
            <a:off x="3419475" y="981075"/>
            <a:ext cx="5334000" cy="685800"/>
            <a:chOff x="0" y="0"/>
            <a:chExt cx="3360" cy="576"/>
          </a:xfrm>
        </p:grpSpPr>
        <p:sp>
          <p:nvSpPr>
            <p:cNvPr id="52380" name="Rectangle 16"/>
            <p:cNvSpPr>
              <a:spLocks noChangeArrowheads="1"/>
            </p:cNvSpPr>
            <p:nvPr/>
          </p:nvSpPr>
          <p:spPr bwMode="auto">
            <a:xfrm>
              <a:off x="0" y="0"/>
              <a:ext cx="96" cy="576"/>
            </a:xfrm>
            <a:prstGeom prst="rect">
              <a:avLst/>
            </a:prstGeom>
            <a:solidFill>
              <a:srgbClr val="FFCC99"/>
            </a:solidFill>
            <a:ln w="9525">
              <a:miter lim="800000"/>
              <a:headEnd/>
              <a:tailEnd/>
            </a:ln>
            <a:scene3d>
              <a:camera prst="legacyObliqueTopRight"/>
              <a:lightRig rig="legacyFlat3" dir="b"/>
            </a:scene3d>
            <a:sp3d extrusionH="887400" prstMaterial="legacyMatte">
              <a:bevelT w="13500" h="13500" prst="angle"/>
              <a:bevelB w="13500" h="13500" prst="angle"/>
              <a:extrusionClr>
                <a:srgbClr val="FFCC99"/>
              </a:extrusionClr>
            </a:sp3d>
          </p:spPr>
          <p:txBody>
            <a:bodyPr wrap="none" anchor="ctr">
              <a:flatTx/>
            </a:bodyPr>
            <a:lstStyle/>
            <a:p>
              <a:endParaRPr lang="zh-CN" altLang="en-US"/>
            </a:p>
          </p:txBody>
        </p:sp>
        <p:sp>
          <p:nvSpPr>
            <p:cNvPr id="52381" name="Rectangle 17"/>
            <p:cNvSpPr>
              <a:spLocks noChangeArrowheads="1"/>
            </p:cNvSpPr>
            <p:nvPr/>
          </p:nvSpPr>
          <p:spPr bwMode="auto">
            <a:xfrm>
              <a:off x="96" y="528"/>
              <a:ext cx="3264" cy="48"/>
            </a:xfrm>
            <a:prstGeom prst="rect">
              <a:avLst/>
            </a:prstGeom>
            <a:solidFill>
              <a:srgbClr val="FFCC99"/>
            </a:solidFill>
            <a:ln w="9525">
              <a:miter lim="800000"/>
              <a:headEnd/>
              <a:tailEnd/>
            </a:ln>
            <a:scene3d>
              <a:camera prst="legacyObliqueTopRight"/>
              <a:lightRig rig="legacyFlat4" dir="b"/>
            </a:scene3d>
            <a:sp3d extrusionH="887400" prstMaterial="legacyMatte">
              <a:bevelT w="13500" h="13500" prst="angle"/>
              <a:bevelB w="13500" h="13500" prst="angle"/>
              <a:extrusionClr>
                <a:srgbClr val="FFCC99"/>
              </a:extrusionClr>
            </a:sp3d>
          </p:spPr>
          <p:txBody>
            <a:bodyPr wrap="none" anchor="ctr">
              <a:flatTx/>
            </a:bodyPr>
            <a:lstStyle/>
            <a:p>
              <a:endParaRPr lang="zh-CN" altLang="en-US"/>
            </a:p>
          </p:txBody>
        </p:sp>
      </p:grpSp>
      <p:grpSp>
        <p:nvGrpSpPr>
          <p:cNvPr id="7" name="Group 18"/>
          <p:cNvGrpSpPr>
            <a:grpSpLocks/>
          </p:cNvGrpSpPr>
          <p:nvPr/>
        </p:nvGrpSpPr>
        <p:grpSpPr bwMode="auto">
          <a:xfrm>
            <a:off x="3648075" y="981075"/>
            <a:ext cx="2590800" cy="514350"/>
            <a:chOff x="0" y="0"/>
            <a:chExt cx="1632" cy="432"/>
          </a:xfrm>
        </p:grpSpPr>
        <p:grpSp>
          <p:nvGrpSpPr>
            <p:cNvPr id="52351" name="Group 19"/>
            <p:cNvGrpSpPr>
              <a:grpSpLocks/>
            </p:cNvGrpSpPr>
            <p:nvPr/>
          </p:nvGrpSpPr>
          <p:grpSpPr bwMode="auto">
            <a:xfrm>
              <a:off x="0" y="48"/>
              <a:ext cx="1225" cy="338"/>
              <a:chOff x="0" y="0"/>
              <a:chExt cx="1225" cy="338"/>
            </a:xfrm>
          </p:grpSpPr>
          <p:grpSp>
            <p:nvGrpSpPr>
              <p:cNvPr id="52353" name="Group 20"/>
              <p:cNvGrpSpPr>
                <a:grpSpLocks/>
              </p:cNvGrpSpPr>
              <p:nvPr/>
            </p:nvGrpSpPr>
            <p:grpSpPr bwMode="auto">
              <a:xfrm>
                <a:off x="144" y="0"/>
                <a:ext cx="1008" cy="336"/>
                <a:chOff x="0" y="0"/>
                <a:chExt cx="1008" cy="336"/>
              </a:xfrm>
            </p:grpSpPr>
            <p:grpSp>
              <p:nvGrpSpPr>
                <p:cNvPr id="52356" name="Group 21"/>
                <p:cNvGrpSpPr>
                  <a:grpSpLocks/>
                </p:cNvGrpSpPr>
                <p:nvPr/>
              </p:nvGrpSpPr>
              <p:grpSpPr bwMode="auto">
                <a:xfrm>
                  <a:off x="0" y="0"/>
                  <a:ext cx="384" cy="336"/>
                  <a:chOff x="0" y="0"/>
                  <a:chExt cx="384" cy="336"/>
                </a:xfrm>
              </p:grpSpPr>
              <p:sp>
                <p:nvSpPr>
                  <p:cNvPr id="52373" name="Oval 22"/>
                  <p:cNvSpPr>
                    <a:spLocks noChangeArrowheads="1"/>
                  </p:cNvSpPr>
                  <p:nvPr/>
                </p:nvSpPr>
                <p:spPr bwMode="auto">
                  <a:xfrm>
                    <a:off x="0"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74" name="Oval 23"/>
                  <p:cNvSpPr>
                    <a:spLocks noChangeArrowheads="1"/>
                  </p:cNvSpPr>
                  <p:nvPr/>
                </p:nvSpPr>
                <p:spPr bwMode="auto">
                  <a:xfrm>
                    <a:off x="48"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75" name="Oval 24"/>
                  <p:cNvSpPr>
                    <a:spLocks noChangeArrowheads="1"/>
                  </p:cNvSpPr>
                  <p:nvPr/>
                </p:nvSpPr>
                <p:spPr bwMode="auto">
                  <a:xfrm>
                    <a:off x="96"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76" name="Oval 25"/>
                  <p:cNvSpPr>
                    <a:spLocks noChangeArrowheads="1"/>
                  </p:cNvSpPr>
                  <p:nvPr/>
                </p:nvSpPr>
                <p:spPr bwMode="auto">
                  <a:xfrm>
                    <a:off x="144"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77" name="Oval 26"/>
                  <p:cNvSpPr>
                    <a:spLocks noChangeArrowheads="1"/>
                  </p:cNvSpPr>
                  <p:nvPr/>
                </p:nvSpPr>
                <p:spPr bwMode="auto">
                  <a:xfrm>
                    <a:off x="192"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78" name="Oval 27"/>
                  <p:cNvSpPr>
                    <a:spLocks noChangeArrowheads="1"/>
                  </p:cNvSpPr>
                  <p:nvPr/>
                </p:nvSpPr>
                <p:spPr bwMode="auto">
                  <a:xfrm>
                    <a:off x="240"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79" name="Oval 28"/>
                  <p:cNvSpPr>
                    <a:spLocks noChangeArrowheads="1"/>
                  </p:cNvSpPr>
                  <p:nvPr/>
                </p:nvSpPr>
                <p:spPr bwMode="auto">
                  <a:xfrm>
                    <a:off x="288"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grpSp>
              <p:nvGrpSpPr>
                <p:cNvPr id="52357" name="Group 29"/>
                <p:cNvGrpSpPr>
                  <a:grpSpLocks/>
                </p:cNvGrpSpPr>
                <p:nvPr/>
              </p:nvGrpSpPr>
              <p:grpSpPr bwMode="auto">
                <a:xfrm>
                  <a:off x="288" y="0"/>
                  <a:ext cx="384" cy="336"/>
                  <a:chOff x="0" y="0"/>
                  <a:chExt cx="384" cy="336"/>
                </a:xfrm>
              </p:grpSpPr>
              <p:sp>
                <p:nvSpPr>
                  <p:cNvPr id="52366" name="Oval 30"/>
                  <p:cNvSpPr>
                    <a:spLocks noChangeArrowheads="1"/>
                  </p:cNvSpPr>
                  <p:nvPr/>
                </p:nvSpPr>
                <p:spPr bwMode="auto">
                  <a:xfrm>
                    <a:off x="0"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67" name="Oval 31"/>
                  <p:cNvSpPr>
                    <a:spLocks noChangeArrowheads="1"/>
                  </p:cNvSpPr>
                  <p:nvPr/>
                </p:nvSpPr>
                <p:spPr bwMode="auto">
                  <a:xfrm>
                    <a:off x="48"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68" name="Oval 32"/>
                  <p:cNvSpPr>
                    <a:spLocks noChangeArrowheads="1"/>
                  </p:cNvSpPr>
                  <p:nvPr/>
                </p:nvSpPr>
                <p:spPr bwMode="auto">
                  <a:xfrm>
                    <a:off x="96"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69" name="Oval 33"/>
                  <p:cNvSpPr>
                    <a:spLocks noChangeArrowheads="1"/>
                  </p:cNvSpPr>
                  <p:nvPr/>
                </p:nvSpPr>
                <p:spPr bwMode="auto">
                  <a:xfrm>
                    <a:off x="144"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70" name="Oval 34"/>
                  <p:cNvSpPr>
                    <a:spLocks noChangeArrowheads="1"/>
                  </p:cNvSpPr>
                  <p:nvPr/>
                </p:nvSpPr>
                <p:spPr bwMode="auto">
                  <a:xfrm>
                    <a:off x="192"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71" name="Oval 35"/>
                  <p:cNvSpPr>
                    <a:spLocks noChangeArrowheads="1"/>
                  </p:cNvSpPr>
                  <p:nvPr/>
                </p:nvSpPr>
                <p:spPr bwMode="auto">
                  <a:xfrm>
                    <a:off x="240"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72" name="Oval 36"/>
                  <p:cNvSpPr>
                    <a:spLocks noChangeArrowheads="1"/>
                  </p:cNvSpPr>
                  <p:nvPr/>
                </p:nvSpPr>
                <p:spPr bwMode="auto">
                  <a:xfrm>
                    <a:off x="288"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grpSp>
              <p:nvGrpSpPr>
                <p:cNvPr id="52358" name="Group 37"/>
                <p:cNvGrpSpPr>
                  <a:grpSpLocks/>
                </p:cNvGrpSpPr>
                <p:nvPr/>
              </p:nvGrpSpPr>
              <p:grpSpPr bwMode="auto">
                <a:xfrm>
                  <a:off x="624" y="0"/>
                  <a:ext cx="384" cy="336"/>
                  <a:chOff x="0" y="0"/>
                  <a:chExt cx="384" cy="336"/>
                </a:xfrm>
              </p:grpSpPr>
              <p:sp>
                <p:nvSpPr>
                  <p:cNvPr id="52359" name="Oval 38"/>
                  <p:cNvSpPr>
                    <a:spLocks noChangeArrowheads="1"/>
                  </p:cNvSpPr>
                  <p:nvPr/>
                </p:nvSpPr>
                <p:spPr bwMode="auto">
                  <a:xfrm>
                    <a:off x="0"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60" name="Oval 39"/>
                  <p:cNvSpPr>
                    <a:spLocks noChangeArrowheads="1"/>
                  </p:cNvSpPr>
                  <p:nvPr/>
                </p:nvSpPr>
                <p:spPr bwMode="auto">
                  <a:xfrm>
                    <a:off x="48"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61" name="Oval 40"/>
                  <p:cNvSpPr>
                    <a:spLocks noChangeArrowheads="1"/>
                  </p:cNvSpPr>
                  <p:nvPr/>
                </p:nvSpPr>
                <p:spPr bwMode="auto">
                  <a:xfrm>
                    <a:off x="96"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62" name="Oval 41"/>
                  <p:cNvSpPr>
                    <a:spLocks noChangeArrowheads="1"/>
                  </p:cNvSpPr>
                  <p:nvPr/>
                </p:nvSpPr>
                <p:spPr bwMode="auto">
                  <a:xfrm>
                    <a:off x="144"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63" name="Oval 42"/>
                  <p:cNvSpPr>
                    <a:spLocks noChangeArrowheads="1"/>
                  </p:cNvSpPr>
                  <p:nvPr/>
                </p:nvSpPr>
                <p:spPr bwMode="auto">
                  <a:xfrm>
                    <a:off x="192"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64" name="Oval 43"/>
                  <p:cNvSpPr>
                    <a:spLocks noChangeArrowheads="1"/>
                  </p:cNvSpPr>
                  <p:nvPr/>
                </p:nvSpPr>
                <p:spPr bwMode="auto">
                  <a:xfrm>
                    <a:off x="240"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65" name="Oval 44"/>
                  <p:cNvSpPr>
                    <a:spLocks noChangeArrowheads="1"/>
                  </p:cNvSpPr>
                  <p:nvPr/>
                </p:nvSpPr>
                <p:spPr bwMode="auto">
                  <a:xfrm>
                    <a:off x="288"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grpSp>
          <p:sp>
            <p:nvSpPr>
              <p:cNvPr id="52354" name="未知"/>
              <p:cNvSpPr>
                <a:spLocks/>
              </p:cNvSpPr>
              <p:nvPr/>
            </p:nvSpPr>
            <p:spPr bwMode="auto">
              <a:xfrm>
                <a:off x="0" y="158"/>
                <a:ext cx="186" cy="168"/>
              </a:xfrm>
              <a:custGeom>
                <a:avLst/>
                <a:gdLst>
                  <a:gd name="T0" fmla="*/ 31 w 186"/>
                  <a:gd name="T1" fmla="*/ 4 h 168"/>
                  <a:gd name="T2" fmla="*/ 125 w 186"/>
                  <a:gd name="T3" fmla="*/ 4 h 168"/>
                  <a:gd name="T4" fmla="*/ 172 w 186"/>
                  <a:gd name="T5" fmla="*/ 16 h 168"/>
                  <a:gd name="T6" fmla="*/ 172 w 186"/>
                  <a:gd name="T7" fmla="*/ 168 h 168"/>
                  <a:gd name="T8" fmla="*/ 0 60000 65536"/>
                  <a:gd name="T9" fmla="*/ 0 60000 65536"/>
                  <a:gd name="T10" fmla="*/ 0 60000 65536"/>
                  <a:gd name="T11" fmla="*/ 0 60000 65536"/>
                  <a:gd name="T12" fmla="*/ 0 w 186"/>
                  <a:gd name="T13" fmla="*/ 0 h 168"/>
                  <a:gd name="T14" fmla="*/ 186 w 186"/>
                  <a:gd name="T15" fmla="*/ 168 h 168"/>
                </a:gdLst>
                <a:ahLst/>
                <a:cxnLst>
                  <a:cxn ang="T8">
                    <a:pos x="T0" y="T1"/>
                  </a:cxn>
                  <a:cxn ang="T9">
                    <a:pos x="T2" y="T3"/>
                  </a:cxn>
                  <a:cxn ang="T10">
                    <a:pos x="T4" y="T5"/>
                  </a:cxn>
                  <a:cxn ang="T11">
                    <a:pos x="T6" y="T7"/>
                  </a:cxn>
                </a:cxnLst>
                <a:rect l="T12" t="T13" r="T14" b="T15"/>
                <a:pathLst>
                  <a:path w="186" h="168">
                    <a:moveTo>
                      <a:pt x="31" y="4"/>
                    </a:moveTo>
                    <a:cubicBezTo>
                      <a:pt x="156" y="36"/>
                      <a:pt x="0" y="4"/>
                      <a:pt x="125" y="4"/>
                    </a:cubicBezTo>
                    <a:cubicBezTo>
                      <a:pt x="141" y="4"/>
                      <a:pt x="168" y="0"/>
                      <a:pt x="172" y="16"/>
                    </a:cubicBezTo>
                    <a:cubicBezTo>
                      <a:pt x="186" y="65"/>
                      <a:pt x="172" y="117"/>
                      <a:pt x="172" y="168"/>
                    </a:cubicBezTo>
                  </a:path>
                </a:pathLst>
              </a:custGeom>
              <a:noFill/>
              <a:ln w="12700" cap="sq" cmpd="sng">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55" name="未知"/>
              <p:cNvSpPr>
                <a:spLocks/>
              </p:cNvSpPr>
              <p:nvPr/>
            </p:nvSpPr>
            <p:spPr bwMode="auto">
              <a:xfrm>
                <a:off x="1094" y="180"/>
                <a:ext cx="131" cy="158"/>
              </a:xfrm>
              <a:custGeom>
                <a:avLst/>
                <a:gdLst>
                  <a:gd name="T0" fmla="*/ 26 w 131"/>
                  <a:gd name="T1" fmla="*/ 158 h 158"/>
                  <a:gd name="T2" fmla="*/ 26 w 131"/>
                  <a:gd name="T3" fmla="*/ 17 h 158"/>
                  <a:gd name="T4" fmla="*/ 131 w 131"/>
                  <a:gd name="T5" fmla="*/ 5 h 158"/>
                  <a:gd name="T6" fmla="*/ 0 60000 65536"/>
                  <a:gd name="T7" fmla="*/ 0 60000 65536"/>
                  <a:gd name="T8" fmla="*/ 0 60000 65536"/>
                  <a:gd name="T9" fmla="*/ 0 w 131"/>
                  <a:gd name="T10" fmla="*/ 0 h 158"/>
                  <a:gd name="T11" fmla="*/ 131 w 131"/>
                  <a:gd name="T12" fmla="*/ 158 h 158"/>
                </a:gdLst>
                <a:ahLst/>
                <a:cxnLst>
                  <a:cxn ang="T6">
                    <a:pos x="T0" y="T1"/>
                  </a:cxn>
                  <a:cxn ang="T7">
                    <a:pos x="T2" y="T3"/>
                  </a:cxn>
                  <a:cxn ang="T8">
                    <a:pos x="T4" y="T5"/>
                  </a:cxn>
                </a:cxnLst>
                <a:rect l="T9" t="T10" r="T11" b="T12"/>
                <a:pathLst>
                  <a:path w="131" h="158">
                    <a:moveTo>
                      <a:pt x="26" y="158"/>
                    </a:moveTo>
                    <a:cubicBezTo>
                      <a:pt x="22" y="132"/>
                      <a:pt x="0" y="48"/>
                      <a:pt x="26" y="17"/>
                    </a:cubicBezTo>
                    <a:cubicBezTo>
                      <a:pt x="40" y="0"/>
                      <a:pt x="119" y="5"/>
                      <a:pt x="131" y="5"/>
                    </a:cubicBezTo>
                  </a:path>
                </a:pathLst>
              </a:custGeom>
              <a:noFill/>
              <a:ln w="12700" cap="sq" cmpd="sng">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sp>
          <p:nvSpPr>
            <p:cNvPr id="53295" name="Oval 47"/>
            <p:cNvSpPr>
              <a:spLocks noChangeArrowheads="1"/>
            </p:cNvSpPr>
            <p:nvPr/>
          </p:nvSpPr>
          <p:spPr bwMode="auto">
            <a:xfrm>
              <a:off x="1200" y="0"/>
              <a:ext cx="432" cy="432"/>
            </a:xfrm>
            <a:prstGeom prst="ellipse">
              <a:avLst/>
            </a:prstGeom>
            <a:gradFill rotWithShape="0">
              <a:gsLst>
                <a:gs pos="0">
                  <a:schemeClr val="folHlink"/>
                </a:gs>
                <a:gs pos="100000">
                  <a:schemeClr val="folHlink">
                    <a:gamma/>
                    <a:shade val="76078"/>
                    <a:invGamma/>
                  </a:schemeClr>
                </a:gs>
              </a:gsLst>
              <a:path path="shape">
                <a:fillToRect l="50000" t="50000" r="50000" b="50000"/>
              </a:path>
            </a:gradFill>
            <a:ln w="9525">
              <a:noFill/>
              <a:round/>
              <a:headEnd/>
              <a:tailEnd/>
            </a:ln>
            <a:effectLst/>
          </p:spPr>
          <p:txBody>
            <a:bodyPr wrap="none" anchor="ctr"/>
            <a:lstStyle/>
            <a:p>
              <a:pPr>
                <a:defRPr/>
              </a:pPr>
              <a:endParaRPr lang="zh-CN" altLang="en-US"/>
            </a:p>
          </p:txBody>
        </p:sp>
      </p:grpSp>
      <p:grpSp>
        <p:nvGrpSpPr>
          <p:cNvPr id="13" name="Group 48"/>
          <p:cNvGrpSpPr>
            <a:grpSpLocks/>
          </p:cNvGrpSpPr>
          <p:nvPr/>
        </p:nvGrpSpPr>
        <p:grpSpPr bwMode="auto">
          <a:xfrm>
            <a:off x="5537200" y="1025525"/>
            <a:ext cx="2078038" cy="822325"/>
            <a:chOff x="0" y="1"/>
            <a:chExt cx="1309" cy="690"/>
          </a:xfrm>
        </p:grpSpPr>
        <p:sp>
          <p:nvSpPr>
            <p:cNvPr id="52348" name="Line 49"/>
            <p:cNvSpPr>
              <a:spLocks noChangeShapeType="1"/>
            </p:cNvSpPr>
            <p:nvPr/>
          </p:nvSpPr>
          <p:spPr bwMode="auto">
            <a:xfrm>
              <a:off x="250" y="402"/>
              <a:ext cx="1008" cy="0"/>
            </a:xfrm>
            <a:prstGeom prst="line">
              <a:avLst/>
            </a:prstGeom>
            <a:noFill/>
            <a:ln w="57150" cap="sq">
              <a:solidFill>
                <a:schemeClr val="tx2"/>
              </a:solidFill>
              <a:round/>
              <a:headEnd/>
              <a:tailEnd type="triangle" w="sm" len="sm"/>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52349" name="Text Box 50"/>
            <p:cNvSpPr txBox="1">
              <a:spLocks noChangeArrowheads="1"/>
            </p:cNvSpPr>
            <p:nvPr/>
          </p:nvSpPr>
          <p:spPr bwMode="auto">
            <a:xfrm>
              <a:off x="0" y="252"/>
              <a:ext cx="280" cy="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2800" i="1">
                  <a:solidFill>
                    <a:schemeClr val="tx2"/>
                  </a:solidFill>
                  <a:latin typeface="Times New Roman" pitchFamily="18" charset="0"/>
                  <a:ea typeface="宋体" pitchFamily="2" charset="-122"/>
                </a:rPr>
                <a:t>O</a:t>
              </a:r>
            </a:p>
          </p:txBody>
        </p:sp>
        <p:sp>
          <p:nvSpPr>
            <p:cNvPr id="52350" name="Text Box 51"/>
            <p:cNvSpPr txBox="1">
              <a:spLocks noChangeArrowheads="1"/>
            </p:cNvSpPr>
            <p:nvPr/>
          </p:nvSpPr>
          <p:spPr bwMode="auto">
            <a:xfrm>
              <a:off x="1084" y="1"/>
              <a:ext cx="225" cy="5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3600" i="1">
                  <a:latin typeface="Times New Roman" pitchFamily="18" charset="0"/>
                  <a:ea typeface="宋体" pitchFamily="2" charset="-122"/>
                </a:rPr>
                <a:t>x</a:t>
              </a:r>
            </a:p>
          </p:txBody>
        </p:sp>
      </p:grpSp>
      <p:grpSp>
        <p:nvGrpSpPr>
          <p:cNvPr id="14" name="Group 52"/>
          <p:cNvGrpSpPr>
            <a:grpSpLocks/>
          </p:cNvGrpSpPr>
          <p:nvPr/>
        </p:nvGrpSpPr>
        <p:grpSpPr bwMode="auto">
          <a:xfrm>
            <a:off x="3648075" y="2024063"/>
            <a:ext cx="4903788" cy="514350"/>
            <a:chOff x="0" y="0"/>
            <a:chExt cx="3089" cy="432"/>
          </a:xfrm>
        </p:grpSpPr>
        <p:grpSp>
          <p:nvGrpSpPr>
            <p:cNvPr id="52313" name="Group 53"/>
            <p:cNvGrpSpPr>
              <a:grpSpLocks/>
            </p:cNvGrpSpPr>
            <p:nvPr/>
          </p:nvGrpSpPr>
          <p:grpSpPr bwMode="auto">
            <a:xfrm>
              <a:off x="0" y="48"/>
              <a:ext cx="2692" cy="339"/>
              <a:chOff x="0" y="0"/>
              <a:chExt cx="2692" cy="339"/>
            </a:xfrm>
          </p:grpSpPr>
          <p:grpSp>
            <p:nvGrpSpPr>
              <p:cNvPr id="52315" name="Group 54"/>
              <p:cNvGrpSpPr>
                <a:grpSpLocks/>
              </p:cNvGrpSpPr>
              <p:nvPr/>
            </p:nvGrpSpPr>
            <p:grpSpPr bwMode="auto">
              <a:xfrm>
                <a:off x="161" y="0"/>
                <a:ext cx="2496" cy="336"/>
                <a:chOff x="0" y="0"/>
                <a:chExt cx="2496" cy="336"/>
              </a:xfrm>
            </p:grpSpPr>
            <p:grpSp>
              <p:nvGrpSpPr>
                <p:cNvPr id="52318" name="Group 55"/>
                <p:cNvGrpSpPr>
                  <a:grpSpLocks/>
                </p:cNvGrpSpPr>
                <p:nvPr/>
              </p:nvGrpSpPr>
              <p:grpSpPr bwMode="auto">
                <a:xfrm>
                  <a:off x="0" y="0"/>
                  <a:ext cx="576" cy="336"/>
                  <a:chOff x="0" y="0"/>
                  <a:chExt cx="576" cy="336"/>
                </a:xfrm>
              </p:grpSpPr>
              <p:sp>
                <p:nvSpPr>
                  <p:cNvPr id="52343" name="Oval 56"/>
                  <p:cNvSpPr>
                    <a:spLocks noChangeArrowheads="1"/>
                  </p:cNvSpPr>
                  <p:nvPr/>
                </p:nvSpPr>
                <p:spPr bwMode="auto">
                  <a:xfrm>
                    <a:off x="0"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44" name="Oval 57"/>
                  <p:cNvSpPr>
                    <a:spLocks noChangeArrowheads="1"/>
                  </p:cNvSpPr>
                  <p:nvPr/>
                </p:nvSpPr>
                <p:spPr bwMode="auto">
                  <a:xfrm>
                    <a:off x="96"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45" name="Oval 58"/>
                  <p:cNvSpPr>
                    <a:spLocks noChangeArrowheads="1"/>
                  </p:cNvSpPr>
                  <p:nvPr/>
                </p:nvSpPr>
                <p:spPr bwMode="auto">
                  <a:xfrm>
                    <a:off x="192"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46" name="Oval 59"/>
                  <p:cNvSpPr>
                    <a:spLocks noChangeArrowheads="1"/>
                  </p:cNvSpPr>
                  <p:nvPr/>
                </p:nvSpPr>
                <p:spPr bwMode="auto">
                  <a:xfrm>
                    <a:off x="288"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47" name="Oval 60"/>
                  <p:cNvSpPr>
                    <a:spLocks noChangeArrowheads="1"/>
                  </p:cNvSpPr>
                  <p:nvPr/>
                </p:nvSpPr>
                <p:spPr bwMode="auto">
                  <a:xfrm>
                    <a:off x="384"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grpSp>
              <p:nvGrpSpPr>
                <p:cNvPr id="52319" name="Group 61"/>
                <p:cNvGrpSpPr>
                  <a:grpSpLocks/>
                </p:cNvGrpSpPr>
                <p:nvPr/>
              </p:nvGrpSpPr>
              <p:grpSpPr bwMode="auto">
                <a:xfrm>
                  <a:off x="480" y="0"/>
                  <a:ext cx="576" cy="336"/>
                  <a:chOff x="0" y="0"/>
                  <a:chExt cx="576" cy="336"/>
                </a:xfrm>
              </p:grpSpPr>
              <p:sp>
                <p:nvSpPr>
                  <p:cNvPr id="52338" name="Oval 62"/>
                  <p:cNvSpPr>
                    <a:spLocks noChangeArrowheads="1"/>
                  </p:cNvSpPr>
                  <p:nvPr/>
                </p:nvSpPr>
                <p:spPr bwMode="auto">
                  <a:xfrm>
                    <a:off x="0"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39" name="Oval 63"/>
                  <p:cNvSpPr>
                    <a:spLocks noChangeArrowheads="1"/>
                  </p:cNvSpPr>
                  <p:nvPr/>
                </p:nvSpPr>
                <p:spPr bwMode="auto">
                  <a:xfrm>
                    <a:off x="96"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40" name="Oval 64"/>
                  <p:cNvSpPr>
                    <a:spLocks noChangeArrowheads="1"/>
                  </p:cNvSpPr>
                  <p:nvPr/>
                </p:nvSpPr>
                <p:spPr bwMode="auto">
                  <a:xfrm>
                    <a:off x="192"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41" name="Oval 65"/>
                  <p:cNvSpPr>
                    <a:spLocks noChangeArrowheads="1"/>
                  </p:cNvSpPr>
                  <p:nvPr/>
                </p:nvSpPr>
                <p:spPr bwMode="auto">
                  <a:xfrm>
                    <a:off x="288"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42" name="Oval 66"/>
                  <p:cNvSpPr>
                    <a:spLocks noChangeArrowheads="1"/>
                  </p:cNvSpPr>
                  <p:nvPr/>
                </p:nvSpPr>
                <p:spPr bwMode="auto">
                  <a:xfrm>
                    <a:off x="384"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grpSp>
              <p:nvGrpSpPr>
                <p:cNvPr id="52320" name="Group 67"/>
                <p:cNvGrpSpPr>
                  <a:grpSpLocks/>
                </p:cNvGrpSpPr>
                <p:nvPr/>
              </p:nvGrpSpPr>
              <p:grpSpPr bwMode="auto">
                <a:xfrm>
                  <a:off x="960" y="0"/>
                  <a:ext cx="576" cy="336"/>
                  <a:chOff x="0" y="0"/>
                  <a:chExt cx="576" cy="336"/>
                </a:xfrm>
              </p:grpSpPr>
              <p:sp>
                <p:nvSpPr>
                  <p:cNvPr id="52333" name="Oval 68"/>
                  <p:cNvSpPr>
                    <a:spLocks noChangeArrowheads="1"/>
                  </p:cNvSpPr>
                  <p:nvPr/>
                </p:nvSpPr>
                <p:spPr bwMode="auto">
                  <a:xfrm>
                    <a:off x="0"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34" name="Oval 69"/>
                  <p:cNvSpPr>
                    <a:spLocks noChangeArrowheads="1"/>
                  </p:cNvSpPr>
                  <p:nvPr/>
                </p:nvSpPr>
                <p:spPr bwMode="auto">
                  <a:xfrm>
                    <a:off x="96"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35" name="Oval 70"/>
                  <p:cNvSpPr>
                    <a:spLocks noChangeArrowheads="1"/>
                  </p:cNvSpPr>
                  <p:nvPr/>
                </p:nvSpPr>
                <p:spPr bwMode="auto">
                  <a:xfrm>
                    <a:off x="192"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36" name="Oval 71"/>
                  <p:cNvSpPr>
                    <a:spLocks noChangeArrowheads="1"/>
                  </p:cNvSpPr>
                  <p:nvPr/>
                </p:nvSpPr>
                <p:spPr bwMode="auto">
                  <a:xfrm>
                    <a:off x="288"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37" name="Oval 72"/>
                  <p:cNvSpPr>
                    <a:spLocks noChangeArrowheads="1"/>
                  </p:cNvSpPr>
                  <p:nvPr/>
                </p:nvSpPr>
                <p:spPr bwMode="auto">
                  <a:xfrm>
                    <a:off x="384"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grpSp>
              <p:nvGrpSpPr>
                <p:cNvPr id="52321" name="Group 73"/>
                <p:cNvGrpSpPr>
                  <a:grpSpLocks/>
                </p:cNvGrpSpPr>
                <p:nvPr/>
              </p:nvGrpSpPr>
              <p:grpSpPr bwMode="auto">
                <a:xfrm>
                  <a:off x="1440" y="0"/>
                  <a:ext cx="576" cy="336"/>
                  <a:chOff x="0" y="0"/>
                  <a:chExt cx="576" cy="336"/>
                </a:xfrm>
              </p:grpSpPr>
              <p:sp>
                <p:nvSpPr>
                  <p:cNvPr id="52328" name="Oval 74"/>
                  <p:cNvSpPr>
                    <a:spLocks noChangeArrowheads="1"/>
                  </p:cNvSpPr>
                  <p:nvPr/>
                </p:nvSpPr>
                <p:spPr bwMode="auto">
                  <a:xfrm>
                    <a:off x="0"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29" name="Oval 75"/>
                  <p:cNvSpPr>
                    <a:spLocks noChangeArrowheads="1"/>
                  </p:cNvSpPr>
                  <p:nvPr/>
                </p:nvSpPr>
                <p:spPr bwMode="auto">
                  <a:xfrm>
                    <a:off x="96"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30" name="Oval 76"/>
                  <p:cNvSpPr>
                    <a:spLocks noChangeArrowheads="1"/>
                  </p:cNvSpPr>
                  <p:nvPr/>
                </p:nvSpPr>
                <p:spPr bwMode="auto">
                  <a:xfrm>
                    <a:off x="192"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31" name="Oval 77"/>
                  <p:cNvSpPr>
                    <a:spLocks noChangeArrowheads="1"/>
                  </p:cNvSpPr>
                  <p:nvPr/>
                </p:nvSpPr>
                <p:spPr bwMode="auto">
                  <a:xfrm>
                    <a:off x="288"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32" name="Oval 78"/>
                  <p:cNvSpPr>
                    <a:spLocks noChangeArrowheads="1"/>
                  </p:cNvSpPr>
                  <p:nvPr/>
                </p:nvSpPr>
                <p:spPr bwMode="auto">
                  <a:xfrm>
                    <a:off x="384"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grpSp>
              <p:nvGrpSpPr>
                <p:cNvPr id="52322" name="Group 79"/>
                <p:cNvGrpSpPr>
                  <a:grpSpLocks/>
                </p:cNvGrpSpPr>
                <p:nvPr/>
              </p:nvGrpSpPr>
              <p:grpSpPr bwMode="auto">
                <a:xfrm>
                  <a:off x="1920" y="0"/>
                  <a:ext cx="576" cy="336"/>
                  <a:chOff x="0" y="0"/>
                  <a:chExt cx="576" cy="336"/>
                </a:xfrm>
              </p:grpSpPr>
              <p:sp>
                <p:nvSpPr>
                  <p:cNvPr id="52323" name="Oval 80"/>
                  <p:cNvSpPr>
                    <a:spLocks noChangeArrowheads="1"/>
                  </p:cNvSpPr>
                  <p:nvPr/>
                </p:nvSpPr>
                <p:spPr bwMode="auto">
                  <a:xfrm>
                    <a:off x="0"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24" name="Oval 81"/>
                  <p:cNvSpPr>
                    <a:spLocks noChangeArrowheads="1"/>
                  </p:cNvSpPr>
                  <p:nvPr/>
                </p:nvSpPr>
                <p:spPr bwMode="auto">
                  <a:xfrm>
                    <a:off x="96"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25" name="Oval 82"/>
                  <p:cNvSpPr>
                    <a:spLocks noChangeArrowheads="1"/>
                  </p:cNvSpPr>
                  <p:nvPr/>
                </p:nvSpPr>
                <p:spPr bwMode="auto">
                  <a:xfrm>
                    <a:off x="192"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26" name="Oval 83"/>
                  <p:cNvSpPr>
                    <a:spLocks noChangeArrowheads="1"/>
                  </p:cNvSpPr>
                  <p:nvPr/>
                </p:nvSpPr>
                <p:spPr bwMode="auto">
                  <a:xfrm>
                    <a:off x="288"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27" name="Oval 84"/>
                  <p:cNvSpPr>
                    <a:spLocks noChangeArrowheads="1"/>
                  </p:cNvSpPr>
                  <p:nvPr/>
                </p:nvSpPr>
                <p:spPr bwMode="auto">
                  <a:xfrm>
                    <a:off x="384"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grpSp>
          <p:sp>
            <p:nvSpPr>
              <p:cNvPr id="52316" name="未知"/>
              <p:cNvSpPr>
                <a:spLocks/>
              </p:cNvSpPr>
              <p:nvPr/>
            </p:nvSpPr>
            <p:spPr bwMode="auto">
              <a:xfrm>
                <a:off x="0" y="157"/>
                <a:ext cx="234" cy="182"/>
              </a:xfrm>
              <a:custGeom>
                <a:avLst/>
                <a:gdLst>
                  <a:gd name="T0" fmla="*/ 0 w 234"/>
                  <a:gd name="T1" fmla="*/ 29 h 182"/>
                  <a:gd name="T2" fmla="*/ 211 w 234"/>
                  <a:gd name="T3" fmla="*/ 18 h 182"/>
                  <a:gd name="T4" fmla="*/ 223 w 234"/>
                  <a:gd name="T5" fmla="*/ 76 h 182"/>
                  <a:gd name="T6" fmla="*/ 234 w 234"/>
                  <a:gd name="T7" fmla="*/ 182 h 182"/>
                  <a:gd name="T8" fmla="*/ 0 60000 65536"/>
                  <a:gd name="T9" fmla="*/ 0 60000 65536"/>
                  <a:gd name="T10" fmla="*/ 0 60000 65536"/>
                  <a:gd name="T11" fmla="*/ 0 60000 65536"/>
                  <a:gd name="T12" fmla="*/ 0 w 234"/>
                  <a:gd name="T13" fmla="*/ 0 h 182"/>
                  <a:gd name="T14" fmla="*/ 234 w 234"/>
                  <a:gd name="T15" fmla="*/ 182 h 182"/>
                </a:gdLst>
                <a:ahLst/>
                <a:cxnLst>
                  <a:cxn ang="T8">
                    <a:pos x="T0" y="T1"/>
                  </a:cxn>
                  <a:cxn ang="T9">
                    <a:pos x="T2" y="T3"/>
                  </a:cxn>
                  <a:cxn ang="T10">
                    <a:pos x="T4" y="T5"/>
                  </a:cxn>
                  <a:cxn ang="T11">
                    <a:pos x="T6" y="T7"/>
                  </a:cxn>
                </a:cxnLst>
                <a:rect l="T12" t="T13" r="T14" b="T15"/>
                <a:pathLst>
                  <a:path w="234" h="182">
                    <a:moveTo>
                      <a:pt x="0" y="29"/>
                    </a:moveTo>
                    <a:cubicBezTo>
                      <a:pt x="73" y="21"/>
                      <a:pt x="140" y="0"/>
                      <a:pt x="211" y="18"/>
                    </a:cubicBezTo>
                    <a:cubicBezTo>
                      <a:pt x="215" y="37"/>
                      <a:pt x="220" y="56"/>
                      <a:pt x="223" y="76"/>
                    </a:cubicBezTo>
                    <a:cubicBezTo>
                      <a:pt x="228" y="111"/>
                      <a:pt x="234" y="182"/>
                      <a:pt x="234" y="182"/>
                    </a:cubicBezTo>
                  </a:path>
                </a:pathLst>
              </a:custGeom>
              <a:noFill/>
              <a:ln w="12700" cap="sq" cmpd="sng">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17" name="未知"/>
              <p:cNvSpPr>
                <a:spLocks/>
              </p:cNvSpPr>
              <p:nvPr/>
            </p:nvSpPr>
            <p:spPr bwMode="auto">
              <a:xfrm>
                <a:off x="2561" y="163"/>
                <a:ext cx="131" cy="176"/>
              </a:xfrm>
              <a:custGeom>
                <a:avLst/>
                <a:gdLst>
                  <a:gd name="T0" fmla="*/ 3 w 131"/>
                  <a:gd name="T1" fmla="*/ 176 h 176"/>
                  <a:gd name="T2" fmla="*/ 14 w 131"/>
                  <a:gd name="T3" fmla="*/ 23 h 176"/>
                  <a:gd name="T4" fmla="*/ 49 w 131"/>
                  <a:gd name="T5" fmla="*/ 12 h 176"/>
                  <a:gd name="T6" fmla="*/ 131 w 131"/>
                  <a:gd name="T7" fmla="*/ 0 h 176"/>
                  <a:gd name="T8" fmla="*/ 0 60000 65536"/>
                  <a:gd name="T9" fmla="*/ 0 60000 65536"/>
                  <a:gd name="T10" fmla="*/ 0 60000 65536"/>
                  <a:gd name="T11" fmla="*/ 0 60000 65536"/>
                  <a:gd name="T12" fmla="*/ 0 w 131"/>
                  <a:gd name="T13" fmla="*/ 0 h 176"/>
                  <a:gd name="T14" fmla="*/ 131 w 131"/>
                  <a:gd name="T15" fmla="*/ 176 h 176"/>
                </a:gdLst>
                <a:ahLst/>
                <a:cxnLst>
                  <a:cxn ang="T8">
                    <a:pos x="T0" y="T1"/>
                  </a:cxn>
                  <a:cxn ang="T9">
                    <a:pos x="T2" y="T3"/>
                  </a:cxn>
                  <a:cxn ang="T10">
                    <a:pos x="T4" y="T5"/>
                  </a:cxn>
                  <a:cxn ang="T11">
                    <a:pos x="T6" y="T7"/>
                  </a:cxn>
                </a:cxnLst>
                <a:rect l="T12" t="T13" r="T14" b="T15"/>
                <a:pathLst>
                  <a:path w="131" h="176">
                    <a:moveTo>
                      <a:pt x="3" y="176"/>
                    </a:moveTo>
                    <a:cubicBezTo>
                      <a:pt x="7" y="125"/>
                      <a:pt x="0" y="72"/>
                      <a:pt x="14" y="23"/>
                    </a:cubicBezTo>
                    <a:cubicBezTo>
                      <a:pt x="17" y="11"/>
                      <a:pt x="37" y="14"/>
                      <a:pt x="49" y="12"/>
                    </a:cubicBezTo>
                    <a:cubicBezTo>
                      <a:pt x="76" y="7"/>
                      <a:pt x="131" y="0"/>
                      <a:pt x="131" y="0"/>
                    </a:cubicBezTo>
                  </a:path>
                </a:pathLst>
              </a:custGeom>
              <a:noFill/>
              <a:ln w="12700" cap="sq" cmpd="sng">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sp>
          <p:nvSpPr>
            <p:cNvPr id="53335" name="Oval 87"/>
            <p:cNvSpPr>
              <a:spLocks noChangeArrowheads="1"/>
            </p:cNvSpPr>
            <p:nvPr/>
          </p:nvSpPr>
          <p:spPr bwMode="auto">
            <a:xfrm>
              <a:off x="2657" y="0"/>
              <a:ext cx="432" cy="432"/>
            </a:xfrm>
            <a:prstGeom prst="ellipse">
              <a:avLst/>
            </a:prstGeom>
            <a:gradFill rotWithShape="0">
              <a:gsLst>
                <a:gs pos="0">
                  <a:schemeClr val="folHlink"/>
                </a:gs>
                <a:gs pos="100000">
                  <a:schemeClr val="folHlink">
                    <a:gamma/>
                    <a:shade val="66275"/>
                    <a:invGamma/>
                  </a:schemeClr>
                </a:gs>
              </a:gsLst>
              <a:path path="shape">
                <a:fillToRect l="50000" t="50000" r="50000" b="50000"/>
              </a:path>
            </a:gradFill>
            <a:ln w="12700" cap="sq">
              <a:solidFill>
                <a:schemeClr val="folHlink"/>
              </a:solidFill>
              <a:round/>
              <a:headEnd/>
              <a:tailEnd/>
            </a:ln>
            <a:effectLst/>
          </p:spPr>
          <p:txBody>
            <a:bodyPr wrap="none" anchor="ctr"/>
            <a:lstStyle/>
            <a:p>
              <a:pPr>
                <a:defRPr/>
              </a:pPr>
              <a:endParaRPr lang="zh-CN" altLang="en-US"/>
            </a:p>
          </p:txBody>
        </p:sp>
      </p:grpSp>
      <p:grpSp>
        <p:nvGrpSpPr>
          <p:cNvPr id="22" name="Group 88"/>
          <p:cNvGrpSpPr>
            <a:grpSpLocks/>
          </p:cNvGrpSpPr>
          <p:nvPr/>
        </p:nvGrpSpPr>
        <p:grpSpPr bwMode="auto">
          <a:xfrm>
            <a:off x="6680200" y="2052638"/>
            <a:ext cx="1158875" cy="419100"/>
            <a:chOff x="114" y="132"/>
            <a:chExt cx="894" cy="352"/>
          </a:xfrm>
        </p:grpSpPr>
        <p:sp>
          <p:nvSpPr>
            <p:cNvPr id="52311" name="Line 89"/>
            <p:cNvSpPr>
              <a:spLocks noChangeShapeType="1"/>
            </p:cNvSpPr>
            <p:nvPr/>
          </p:nvSpPr>
          <p:spPr bwMode="auto">
            <a:xfrm flipH="1">
              <a:off x="384" y="336"/>
              <a:ext cx="624" cy="0"/>
            </a:xfrm>
            <a:prstGeom prst="line">
              <a:avLst/>
            </a:prstGeom>
            <a:noFill/>
            <a:ln w="76200" cap="sq">
              <a:solidFill>
                <a:schemeClr val="folHlink"/>
              </a:solidFill>
              <a:round/>
              <a:headEnd/>
              <a:tailEnd type="triangle" w="sm" len="sm"/>
            </a:ln>
            <a:extLst>
              <a:ext uri="{909E8E84-426E-40DD-AFC4-6F175D3DCCD1}">
                <a14:hiddenFill xmlns:a14="http://schemas.microsoft.com/office/drawing/2010/main" xmlns="">
                  <a:noFill/>
                </a14:hiddenFill>
              </a:ext>
            </a:extLst>
          </p:spPr>
          <p:txBody>
            <a:bodyPr wrap="none" anchor="ctr"/>
            <a:lstStyle/>
            <a:p>
              <a:endParaRPr lang="zh-CN" altLang="en-US"/>
            </a:p>
          </p:txBody>
        </p:sp>
        <p:graphicFrame>
          <p:nvGraphicFramePr>
            <p:cNvPr id="52312" name="Object 90"/>
            <p:cNvGraphicFramePr>
              <a:graphicFrameLocks noChangeAspect="1"/>
            </p:cNvGraphicFramePr>
            <p:nvPr/>
          </p:nvGraphicFramePr>
          <p:xfrm>
            <a:off x="114" y="132"/>
            <a:ext cx="291" cy="352"/>
          </p:xfrm>
          <a:graphic>
            <a:graphicData uri="http://schemas.openxmlformats.org/presentationml/2006/ole">
              <p:oleObj spid="_x0000_s52415" name="Equation" r:id="rId6" imgW="126835" imgH="152202" progId="Equation.DSMT4">
                <p:embed/>
              </p:oleObj>
            </a:graphicData>
          </a:graphic>
        </p:graphicFrame>
      </p:grpSp>
      <p:grpSp>
        <p:nvGrpSpPr>
          <p:cNvPr id="23" name="Group 91"/>
          <p:cNvGrpSpPr>
            <a:grpSpLocks/>
          </p:cNvGrpSpPr>
          <p:nvPr/>
        </p:nvGrpSpPr>
        <p:grpSpPr bwMode="auto">
          <a:xfrm>
            <a:off x="3571875" y="2001838"/>
            <a:ext cx="3124200" cy="514350"/>
            <a:chOff x="0" y="0"/>
            <a:chExt cx="1968" cy="432"/>
          </a:xfrm>
        </p:grpSpPr>
        <p:sp>
          <p:nvSpPr>
            <p:cNvPr id="53340" name="Oval 92"/>
            <p:cNvSpPr>
              <a:spLocks noChangeArrowheads="1"/>
            </p:cNvSpPr>
            <p:nvPr/>
          </p:nvSpPr>
          <p:spPr bwMode="auto">
            <a:xfrm>
              <a:off x="1536" y="0"/>
              <a:ext cx="432" cy="432"/>
            </a:xfrm>
            <a:prstGeom prst="ellipse">
              <a:avLst/>
            </a:prstGeom>
            <a:gradFill rotWithShape="0">
              <a:gsLst>
                <a:gs pos="0">
                  <a:schemeClr val="folHlink"/>
                </a:gs>
                <a:gs pos="100000">
                  <a:schemeClr val="folHlink">
                    <a:gamma/>
                    <a:shade val="76078"/>
                    <a:invGamma/>
                  </a:schemeClr>
                </a:gs>
              </a:gsLst>
              <a:path path="shape">
                <a:fillToRect l="50000" t="50000" r="50000" b="50000"/>
              </a:path>
            </a:gradFill>
            <a:ln w="9525">
              <a:noFill/>
              <a:round/>
              <a:headEnd/>
              <a:tailEnd/>
            </a:ln>
            <a:effectLst/>
          </p:spPr>
          <p:txBody>
            <a:bodyPr wrap="none" anchor="ctr"/>
            <a:lstStyle/>
            <a:p>
              <a:pPr>
                <a:defRPr/>
              </a:pPr>
              <a:endParaRPr lang="zh-CN" altLang="en-US"/>
            </a:p>
          </p:txBody>
        </p:sp>
        <p:grpSp>
          <p:nvGrpSpPr>
            <p:cNvPr id="52283" name="Group 93"/>
            <p:cNvGrpSpPr>
              <a:grpSpLocks/>
            </p:cNvGrpSpPr>
            <p:nvPr/>
          </p:nvGrpSpPr>
          <p:grpSpPr bwMode="auto">
            <a:xfrm>
              <a:off x="0" y="48"/>
              <a:ext cx="1584" cy="338"/>
              <a:chOff x="0" y="0"/>
              <a:chExt cx="1225" cy="338"/>
            </a:xfrm>
          </p:grpSpPr>
          <p:grpSp>
            <p:nvGrpSpPr>
              <p:cNvPr id="52284" name="Group 94"/>
              <p:cNvGrpSpPr>
                <a:grpSpLocks/>
              </p:cNvGrpSpPr>
              <p:nvPr/>
            </p:nvGrpSpPr>
            <p:grpSpPr bwMode="auto">
              <a:xfrm>
                <a:off x="144" y="0"/>
                <a:ext cx="1008" cy="336"/>
                <a:chOff x="0" y="0"/>
                <a:chExt cx="1008" cy="336"/>
              </a:xfrm>
            </p:grpSpPr>
            <p:grpSp>
              <p:nvGrpSpPr>
                <p:cNvPr id="52287" name="Group 95"/>
                <p:cNvGrpSpPr>
                  <a:grpSpLocks/>
                </p:cNvGrpSpPr>
                <p:nvPr/>
              </p:nvGrpSpPr>
              <p:grpSpPr bwMode="auto">
                <a:xfrm>
                  <a:off x="0" y="0"/>
                  <a:ext cx="384" cy="336"/>
                  <a:chOff x="0" y="0"/>
                  <a:chExt cx="384" cy="336"/>
                </a:xfrm>
              </p:grpSpPr>
              <p:sp>
                <p:nvSpPr>
                  <p:cNvPr id="52304" name="Oval 96"/>
                  <p:cNvSpPr>
                    <a:spLocks noChangeArrowheads="1"/>
                  </p:cNvSpPr>
                  <p:nvPr/>
                </p:nvSpPr>
                <p:spPr bwMode="auto">
                  <a:xfrm>
                    <a:off x="0"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05" name="Oval 97"/>
                  <p:cNvSpPr>
                    <a:spLocks noChangeArrowheads="1"/>
                  </p:cNvSpPr>
                  <p:nvPr/>
                </p:nvSpPr>
                <p:spPr bwMode="auto">
                  <a:xfrm>
                    <a:off x="48"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06" name="Oval 98"/>
                  <p:cNvSpPr>
                    <a:spLocks noChangeArrowheads="1"/>
                  </p:cNvSpPr>
                  <p:nvPr/>
                </p:nvSpPr>
                <p:spPr bwMode="auto">
                  <a:xfrm>
                    <a:off x="96"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07" name="Oval 99"/>
                  <p:cNvSpPr>
                    <a:spLocks noChangeArrowheads="1"/>
                  </p:cNvSpPr>
                  <p:nvPr/>
                </p:nvSpPr>
                <p:spPr bwMode="auto">
                  <a:xfrm>
                    <a:off x="144"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08" name="Oval 100"/>
                  <p:cNvSpPr>
                    <a:spLocks noChangeArrowheads="1"/>
                  </p:cNvSpPr>
                  <p:nvPr/>
                </p:nvSpPr>
                <p:spPr bwMode="auto">
                  <a:xfrm>
                    <a:off x="192"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09" name="Oval 101"/>
                  <p:cNvSpPr>
                    <a:spLocks noChangeArrowheads="1"/>
                  </p:cNvSpPr>
                  <p:nvPr/>
                </p:nvSpPr>
                <p:spPr bwMode="auto">
                  <a:xfrm>
                    <a:off x="240"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10" name="Oval 102"/>
                  <p:cNvSpPr>
                    <a:spLocks noChangeArrowheads="1"/>
                  </p:cNvSpPr>
                  <p:nvPr/>
                </p:nvSpPr>
                <p:spPr bwMode="auto">
                  <a:xfrm>
                    <a:off x="288"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grpSp>
              <p:nvGrpSpPr>
                <p:cNvPr id="52288" name="Group 103"/>
                <p:cNvGrpSpPr>
                  <a:grpSpLocks/>
                </p:cNvGrpSpPr>
                <p:nvPr/>
              </p:nvGrpSpPr>
              <p:grpSpPr bwMode="auto">
                <a:xfrm>
                  <a:off x="288" y="0"/>
                  <a:ext cx="384" cy="336"/>
                  <a:chOff x="0" y="0"/>
                  <a:chExt cx="384" cy="336"/>
                </a:xfrm>
              </p:grpSpPr>
              <p:sp>
                <p:nvSpPr>
                  <p:cNvPr id="52297" name="Oval 104"/>
                  <p:cNvSpPr>
                    <a:spLocks noChangeArrowheads="1"/>
                  </p:cNvSpPr>
                  <p:nvPr/>
                </p:nvSpPr>
                <p:spPr bwMode="auto">
                  <a:xfrm>
                    <a:off x="0"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298" name="Oval 105"/>
                  <p:cNvSpPr>
                    <a:spLocks noChangeArrowheads="1"/>
                  </p:cNvSpPr>
                  <p:nvPr/>
                </p:nvSpPr>
                <p:spPr bwMode="auto">
                  <a:xfrm>
                    <a:off x="48"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299" name="Oval 106"/>
                  <p:cNvSpPr>
                    <a:spLocks noChangeArrowheads="1"/>
                  </p:cNvSpPr>
                  <p:nvPr/>
                </p:nvSpPr>
                <p:spPr bwMode="auto">
                  <a:xfrm>
                    <a:off x="96"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00" name="Oval 107"/>
                  <p:cNvSpPr>
                    <a:spLocks noChangeArrowheads="1"/>
                  </p:cNvSpPr>
                  <p:nvPr/>
                </p:nvSpPr>
                <p:spPr bwMode="auto">
                  <a:xfrm>
                    <a:off x="144"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01" name="Oval 108"/>
                  <p:cNvSpPr>
                    <a:spLocks noChangeArrowheads="1"/>
                  </p:cNvSpPr>
                  <p:nvPr/>
                </p:nvSpPr>
                <p:spPr bwMode="auto">
                  <a:xfrm>
                    <a:off x="192"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02" name="Oval 109"/>
                  <p:cNvSpPr>
                    <a:spLocks noChangeArrowheads="1"/>
                  </p:cNvSpPr>
                  <p:nvPr/>
                </p:nvSpPr>
                <p:spPr bwMode="auto">
                  <a:xfrm>
                    <a:off x="240"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303" name="Oval 110"/>
                  <p:cNvSpPr>
                    <a:spLocks noChangeArrowheads="1"/>
                  </p:cNvSpPr>
                  <p:nvPr/>
                </p:nvSpPr>
                <p:spPr bwMode="auto">
                  <a:xfrm>
                    <a:off x="288"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grpSp>
              <p:nvGrpSpPr>
                <p:cNvPr id="52289" name="Group 111"/>
                <p:cNvGrpSpPr>
                  <a:grpSpLocks/>
                </p:cNvGrpSpPr>
                <p:nvPr/>
              </p:nvGrpSpPr>
              <p:grpSpPr bwMode="auto">
                <a:xfrm>
                  <a:off x="624" y="0"/>
                  <a:ext cx="384" cy="336"/>
                  <a:chOff x="0" y="0"/>
                  <a:chExt cx="384" cy="336"/>
                </a:xfrm>
              </p:grpSpPr>
              <p:sp>
                <p:nvSpPr>
                  <p:cNvPr id="52290" name="Oval 112"/>
                  <p:cNvSpPr>
                    <a:spLocks noChangeArrowheads="1"/>
                  </p:cNvSpPr>
                  <p:nvPr/>
                </p:nvSpPr>
                <p:spPr bwMode="auto">
                  <a:xfrm>
                    <a:off x="0"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291" name="Oval 113"/>
                  <p:cNvSpPr>
                    <a:spLocks noChangeArrowheads="1"/>
                  </p:cNvSpPr>
                  <p:nvPr/>
                </p:nvSpPr>
                <p:spPr bwMode="auto">
                  <a:xfrm>
                    <a:off x="48"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292" name="Oval 114"/>
                  <p:cNvSpPr>
                    <a:spLocks noChangeArrowheads="1"/>
                  </p:cNvSpPr>
                  <p:nvPr/>
                </p:nvSpPr>
                <p:spPr bwMode="auto">
                  <a:xfrm>
                    <a:off x="96"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293" name="Oval 115"/>
                  <p:cNvSpPr>
                    <a:spLocks noChangeArrowheads="1"/>
                  </p:cNvSpPr>
                  <p:nvPr/>
                </p:nvSpPr>
                <p:spPr bwMode="auto">
                  <a:xfrm>
                    <a:off x="144"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294" name="Oval 116"/>
                  <p:cNvSpPr>
                    <a:spLocks noChangeArrowheads="1"/>
                  </p:cNvSpPr>
                  <p:nvPr/>
                </p:nvSpPr>
                <p:spPr bwMode="auto">
                  <a:xfrm>
                    <a:off x="192"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295" name="Oval 117"/>
                  <p:cNvSpPr>
                    <a:spLocks noChangeArrowheads="1"/>
                  </p:cNvSpPr>
                  <p:nvPr/>
                </p:nvSpPr>
                <p:spPr bwMode="auto">
                  <a:xfrm>
                    <a:off x="240"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296" name="Oval 118"/>
                  <p:cNvSpPr>
                    <a:spLocks noChangeArrowheads="1"/>
                  </p:cNvSpPr>
                  <p:nvPr/>
                </p:nvSpPr>
                <p:spPr bwMode="auto">
                  <a:xfrm>
                    <a:off x="288" y="0"/>
                    <a:ext cx="96"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grpSp>
          <p:sp>
            <p:nvSpPr>
              <p:cNvPr id="52285" name="未知"/>
              <p:cNvSpPr>
                <a:spLocks/>
              </p:cNvSpPr>
              <p:nvPr/>
            </p:nvSpPr>
            <p:spPr bwMode="auto">
              <a:xfrm>
                <a:off x="0" y="158"/>
                <a:ext cx="186" cy="168"/>
              </a:xfrm>
              <a:custGeom>
                <a:avLst/>
                <a:gdLst>
                  <a:gd name="T0" fmla="*/ 31 w 186"/>
                  <a:gd name="T1" fmla="*/ 4 h 168"/>
                  <a:gd name="T2" fmla="*/ 125 w 186"/>
                  <a:gd name="T3" fmla="*/ 4 h 168"/>
                  <a:gd name="T4" fmla="*/ 172 w 186"/>
                  <a:gd name="T5" fmla="*/ 16 h 168"/>
                  <a:gd name="T6" fmla="*/ 172 w 186"/>
                  <a:gd name="T7" fmla="*/ 168 h 168"/>
                  <a:gd name="T8" fmla="*/ 0 60000 65536"/>
                  <a:gd name="T9" fmla="*/ 0 60000 65536"/>
                  <a:gd name="T10" fmla="*/ 0 60000 65536"/>
                  <a:gd name="T11" fmla="*/ 0 60000 65536"/>
                  <a:gd name="T12" fmla="*/ 0 w 186"/>
                  <a:gd name="T13" fmla="*/ 0 h 168"/>
                  <a:gd name="T14" fmla="*/ 186 w 186"/>
                  <a:gd name="T15" fmla="*/ 168 h 168"/>
                </a:gdLst>
                <a:ahLst/>
                <a:cxnLst>
                  <a:cxn ang="T8">
                    <a:pos x="T0" y="T1"/>
                  </a:cxn>
                  <a:cxn ang="T9">
                    <a:pos x="T2" y="T3"/>
                  </a:cxn>
                  <a:cxn ang="T10">
                    <a:pos x="T4" y="T5"/>
                  </a:cxn>
                  <a:cxn ang="T11">
                    <a:pos x="T6" y="T7"/>
                  </a:cxn>
                </a:cxnLst>
                <a:rect l="T12" t="T13" r="T14" b="T15"/>
                <a:pathLst>
                  <a:path w="186" h="168">
                    <a:moveTo>
                      <a:pt x="31" y="4"/>
                    </a:moveTo>
                    <a:cubicBezTo>
                      <a:pt x="156" y="36"/>
                      <a:pt x="0" y="4"/>
                      <a:pt x="125" y="4"/>
                    </a:cubicBezTo>
                    <a:cubicBezTo>
                      <a:pt x="141" y="4"/>
                      <a:pt x="168" y="0"/>
                      <a:pt x="172" y="16"/>
                    </a:cubicBezTo>
                    <a:cubicBezTo>
                      <a:pt x="186" y="65"/>
                      <a:pt x="172" y="117"/>
                      <a:pt x="172" y="168"/>
                    </a:cubicBezTo>
                  </a:path>
                </a:pathLst>
              </a:custGeom>
              <a:noFill/>
              <a:ln w="12700" cap="sq" cmpd="sng">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286" name="未知"/>
              <p:cNvSpPr>
                <a:spLocks/>
              </p:cNvSpPr>
              <p:nvPr/>
            </p:nvSpPr>
            <p:spPr bwMode="auto">
              <a:xfrm>
                <a:off x="1094" y="180"/>
                <a:ext cx="131" cy="158"/>
              </a:xfrm>
              <a:custGeom>
                <a:avLst/>
                <a:gdLst>
                  <a:gd name="T0" fmla="*/ 26 w 131"/>
                  <a:gd name="T1" fmla="*/ 158 h 158"/>
                  <a:gd name="T2" fmla="*/ 26 w 131"/>
                  <a:gd name="T3" fmla="*/ 17 h 158"/>
                  <a:gd name="T4" fmla="*/ 131 w 131"/>
                  <a:gd name="T5" fmla="*/ 5 h 158"/>
                  <a:gd name="T6" fmla="*/ 0 60000 65536"/>
                  <a:gd name="T7" fmla="*/ 0 60000 65536"/>
                  <a:gd name="T8" fmla="*/ 0 60000 65536"/>
                  <a:gd name="T9" fmla="*/ 0 w 131"/>
                  <a:gd name="T10" fmla="*/ 0 h 158"/>
                  <a:gd name="T11" fmla="*/ 131 w 131"/>
                  <a:gd name="T12" fmla="*/ 158 h 158"/>
                </a:gdLst>
                <a:ahLst/>
                <a:cxnLst>
                  <a:cxn ang="T6">
                    <a:pos x="T0" y="T1"/>
                  </a:cxn>
                  <a:cxn ang="T7">
                    <a:pos x="T2" y="T3"/>
                  </a:cxn>
                  <a:cxn ang="T8">
                    <a:pos x="T4" y="T5"/>
                  </a:cxn>
                </a:cxnLst>
                <a:rect l="T9" t="T10" r="T11" b="T12"/>
                <a:pathLst>
                  <a:path w="131" h="158">
                    <a:moveTo>
                      <a:pt x="26" y="158"/>
                    </a:moveTo>
                    <a:cubicBezTo>
                      <a:pt x="22" y="132"/>
                      <a:pt x="0" y="48"/>
                      <a:pt x="26" y="17"/>
                    </a:cubicBezTo>
                    <a:cubicBezTo>
                      <a:pt x="40" y="0"/>
                      <a:pt x="119" y="5"/>
                      <a:pt x="131" y="5"/>
                    </a:cubicBezTo>
                  </a:path>
                </a:pathLst>
              </a:custGeom>
              <a:noFill/>
              <a:ln w="12700" cap="sq" cmpd="sng">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grpSp>
      <p:grpSp>
        <p:nvGrpSpPr>
          <p:cNvPr id="29" name="Group 121"/>
          <p:cNvGrpSpPr>
            <a:grpSpLocks/>
          </p:cNvGrpSpPr>
          <p:nvPr/>
        </p:nvGrpSpPr>
        <p:grpSpPr bwMode="auto">
          <a:xfrm>
            <a:off x="3724275" y="981075"/>
            <a:ext cx="3276600" cy="514350"/>
            <a:chOff x="0" y="0"/>
            <a:chExt cx="2064" cy="432"/>
          </a:xfrm>
        </p:grpSpPr>
        <p:grpSp>
          <p:nvGrpSpPr>
            <p:cNvPr id="52260" name="Group 122"/>
            <p:cNvGrpSpPr>
              <a:grpSpLocks/>
            </p:cNvGrpSpPr>
            <p:nvPr/>
          </p:nvGrpSpPr>
          <p:grpSpPr bwMode="auto">
            <a:xfrm>
              <a:off x="0" y="48"/>
              <a:ext cx="1675" cy="384"/>
              <a:chOff x="0" y="0"/>
              <a:chExt cx="1675" cy="384"/>
            </a:xfrm>
          </p:grpSpPr>
          <p:grpSp>
            <p:nvGrpSpPr>
              <p:cNvPr id="52262" name="Group 123"/>
              <p:cNvGrpSpPr>
                <a:grpSpLocks/>
              </p:cNvGrpSpPr>
              <p:nvPr/>
            </p:nvGrpSpPr>
            <p:grpSpPr bwMode="auto">
              <a:xfrm>
                <a:off x="96" y="0"/>
                <a:ext cx="576" cy="336"/>
                <a:chOff x="0" y="0"/>
                <a:chExt cx="576" cy="336"/>
              </a:xfrm>
            </p:grpSpPr>
            <p:sp>
              <p:nvSpPr>
                <p:cNvPr id="52277" name="Oval 124"/>
                <p:cNvSpPr>
                  <a:spLocks noChangeArrowheads="1"/>
                </p:cNvSpPr>
                <p:nvPr/>
              </p:nvSpPr>
              <p:spPr bwMode="auto">
                <a:xfrm>
                  <a:off x="0"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278" name="Oval 125"/>
                <p:cNvSpPr>
                  <a:spLocks noChangeArrowheads="1"/>
                </p:cNvSpPr>
                <p:nvPr/>
              </p:nvSpPr>
              <p:spPr bwMode="auto">
                <a:xfrm>
                  <a:off x="96"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279" name="Oval 126"/>
                <p:cNvSpPr>
                  <a:spLocks noChangeArrowheads="1"/>
                </p:cNvSpPr>
                <p:nvPr/>
              </p:nvSpPr>
              <p:spPr bwMode="auto">
                <a:xfrm>
                  <a:off x="192"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280" name="Oval 127"/>
                <p:cNvSpPr>
                  <a:spLocks noChangeArrowheads="1"/>
                </p:cNvSpPr>
                <p:nvPr/>
              </p:nvSpPr>
              <p:spPr bwMode="auto">
                <a:xfrm>
                  <a:off x="288"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281" name="Oval 128"/>
                <p:cNvSpPr>
                  <a:spLocks noChangeArrowheads="1"/>
                </p:cNvSpPr>
                <p:nvPr/>
              </p:nvSpPr>
              <p:spPr bwMode="auto">
                <a:xfrm>
                  <a:off x="384"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grpSp>
            <p:nvGrpSpPr>
              <p:cNvPr id="52263" name="Group 129"/>
              <p:cNvGrpSpPr>
                <a:grpSpLocks/>
              </p:cNvGrpSpPr>
              <p:nvPr/>
            </p:nvGrpSpPr>
            <p:grpSpPr bwMode="auto">
              <a:xfrm>
                <a:off x="576" y="0"/>
                <a:ext cx="576" cy="336"/>
                <a:chOff x="0" y="0"/>
                <a:chExt cx="576" cy="336"/>
              </a:xfrm>
            </p:grpSpPr>
            <p:sp>
              <p:nvSpPr>
                <p:cNvPr id="52272" name="Oval 130"/>
                <p:cNvSpPr>
                  <a:spLocks noChangeArrowheads="1"/>
                </p:cNvSpPr>
                <p:nvPr/>
              </p:nvSpPr>
              <p:spPr bwMode="auto">
                <a:xfrm>
                  <a:off x="0"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273" name="Oval 131"/>
                <p:cNvSpPr>
                  <a:spLocks noChangeArrowheads="1"/>
                </p:cNvSpPr>
                <p:nvPr/>
              </p:nvSpPr>
              <p:spPr bwMode="auto">
                <a:xfrm>
                  <a:off x="96"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274" name="Oval 132"/>
                <p:cNvSpPr>
                  <a:spLocks noChangeArrowheads="1"/>
                </p:cNvSpPr>
                <p:nvPr/>
              </p:nvSpPr>
              <p:spPr bwMode="auto">
                <a:xfrm>
                  <a:off x="192"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275" name="Oval 133"/>
                <p:cNvSpPr>
                  <a:spLocks noChangeArrowheads="1"/>
                </p:cNvSpPr>
                <p:nvPr/>
              </p:nvSpPr>
              <p:spPr bwMode="auto">
                <a:xfrm>
                  <a:off x="288"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276" name="Oval 134"/>
                <p:cNvSpPr>
                  <a:spLocks noChangeArrowheads="1"/>
                </p:cNvSpPr>
                <p:nvPr/>
              </p:nvSpPr>
              <p:spPr bwMode="auto">
                <a:xfrm>
                  <a:off x="384"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grpSp>
            <p:nvGrpSpPr>
              <p:cNvPr id="52264" name="Group 135"/>
              <p:cNvGrpSpPr>
                <a:grpSpLocks/>
              </p:cNvGrpSpPr>
              <p:nvPr/>
            </p:nvGrpSpPr>
            <p:grpSpPr bwMode="auto">
              <a:xfrm>
                <a:off x="1056" y="0"/>
                <a:ext cx="576" cy="336"/>
                <a:chOff x="0" y="0"/>
                <a:chExt cx="576" cy="336"/>
              </a:xfrm>
            </p:grpSpPr>
            <p:sp>
              <p:nvSpPr>
                <p:cNvPr id="52267" name="Oval 136"/>
                <p:cNvSpPr>
                  <a:spLocks noChangeArrowheads="1"/>
                </p:cNvSpPr>
                <p:nvPr/>
              </p:nvSpPr>
              <p:spPr bwMode="auto">
                <a:xfrm>
                  <a:off x="0"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268" name="Oval 137"/>
                <p:cNvSpPr>
                  <a:spLocks noChangeArrowheads="1"/>
                </p:cNvSpPr>
                <p:nvPr/>
              </p:nvSpPr>
              <p:spPr bwMode="auto">
                <a:xfrm>
                  <a:off x="96"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269" name="Oval 138"/>
                <p:cNvSpPr>
                  <a:spLocks noChangeArrowheads="1"/>
                </p:cNvSpPr>
                <p:nvPr/>
              </p:nvSpPr>
              <p:spPr bwMode="auto">
                <a:xfrm>
                  <a:off x="192"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270" name="Oval 139"/>
                <p:cNvSpPr>
                  <a:spLocks noChangeArrowheads="1"/>
                </p:cNvSpPr>
                <p:nvPr/>
              </p:nvSpPr>
              <p:spPr bwMode="auto">
                <a:xfrm>
                  <a:off x="288"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271" name="Oval 140"/>
                <p:cNvSpPr>
                  <a:spLocks noChangeArrowheads="1"/>
                </p:cNvSpPr>
                <p:nvPr/>
              </p:nvSpPr>
              <p:spPr bwMode="auto">
                <a:xfrm>
                  <a:off x="384" y="0"/>
                  <a:ext cx="192" cy="336"/>
                </a:xfrm>
                <a:prstGeom prst="ellipse">
                  <a:avLst/>
                </a:prstGeom>
                <a:noFill/>
                <a:ln w="12700" cap="sq">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sp>
            <p:nvSpPr>
              <p:cNvPr id="52265" name="未知"/>
              <p:cNvSpPr>
                <a:spLocks/>
              </p:cNvSpPr>
              <p:nvPr/>
            </p:nvSpPr>
            <p:spPr bwMode="auto">
              <a:xfrm>
                <a:off x="0" y="129"/>
                <a:ext cx="211" cy="255"/>
              </a:xfrm>
              <a:custGeom>
                <a:avLst/>
                <a:gdLst>
                  <a:gd name="T0" fmla="*/ 0 w 211"/>
                  <a:gd name="T1" fmla="*/ 29 h 255"/>
                  <a:gd name="T2" fmla="*/ 59 w 211"/>
                  <a:gd name="T3" fmla="*/ 40 h 255"/>
                  <a:gd name="T4" fmla="*/ 141 w 211"/>
                  <a:gd name="T5" fmla="*/ 64 h 255"/>
                  <a:gd name="T6" fmla="*/ 211 w 211"/>
                  <a:gd name="T7" fmla="*/ 193 h 255"/>
                  <a:gd name="T8" fmla="*/ 0 60000 65536"/>
                  <a:gd name="T9" fmla="*/ 0 60000 65536"/>
                  <a:gd name="T10" fmla="*/ 0 60000 65536"/>
                  <a:gd name="T11" fmla="*/ 0 60000 65536"/>
                  <a:gd name="T12" fmla="*/ 0 w 211"/>
                  <a:gd name="T13" fmla="*/ 0 h 255"/>
                  <a:gd name="T14" fmla="*/ 211 w 211"/>
                  <a:gd name="T15" fmla="*/ 255 h 255"/>
                </a:gdLst>
                <a:ahLst/>
                <a:cxnLst>
                  <a:cxn ang="T8">
                    <a:pos x="T0" y="T1"/>
                  </a:cxn>
                  <a:cxn ang="T9">
                    <a:pos x="T2" y="T3"/>
                  </a:cxn>
                  <a:cxn ang="T10">
                    <a:pos x="T4" y="T5"/>
                  </a:cxn>
                  <a:cxn ang="T11">
                    <a:pos x="T6" y="T7"/>
                  </a:cxn>
                </a:cxnLst>
                <a:rect l="T12" t="T13" r="T14" b="T15"/>
                <a:pathLst>
                  <a:path w="211" h="255">
                    <a:moveTo>
                      <a:pt x="0" y="29"/>
                    </a:moveTo>
                    <a:cubicBezTo>
                      <a:pt x="20" y="33"/>
                      <a:pt x="39" y="40"/>
                      <a:pt x="59" y="40"/>
                    </a:cubicBezTo>
                    <a:cubicBezTo>
                      <a:pt x="146" y="40"/>
                      <a:pt x="119" y="0"/>
                      <a:pt x="141" y="64"/>
                    </a:cubicBezTo>
                    <a:cubicBezTo>
                      <a:pt x="142" y="70"/>
                      <a:pt x="144" y="255"/>
                      <a:pt x="211" y="193"/>
                    </a:cubicBezTo>
                  </a:path>
                </a:pathLst>
              </a:custGeom>
              <a:noFill/>
              <a:ln w="12700" cap="sq" cmpd="sng">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2266" name="未知"/>
              <p:cNvSpPr>
                <a:spLocks/>
              </p:cNvSpPr>
              <p:nvPr/>
            </p:nvSpPr>
            <p:spPr bwMode="auto">
              <a:xfrm>
                <a:off x="1488" y="96"/>
                <a:ext cx="187" cy="213"/>
              </a:xfrm>
              <a:custGeom>
                <a:avLst/>
                <a:gdLst>
                  <a:gd name="T0" fmla="*/ 0 w 187"/>
                  <a:gd name="T1" fmla="*/ 213 h 213"/>
                  <a:gd name="T2" fmla="*/ 11 w 187"/>
                  <a:gd name="T3" fmla="*/ 120 h 213"/>
                  <a:gd name="T4" fmla="*/ 187 w 187"/>
                  <a:gd name="T5" fmla="*/ 38 h 213"/>
                  <a:gd name="T6" fmla="*/ 0 60000 65536"/>
                  <a:gd name="T7" fmla="*/ 0 60000 65536"/>
                  <a:gd name="T8" fmla="*/ 0 60000 65536"/>
                  <a:gd name="T9" fmla="*/ 0 w 187"/>
                  <a:gd name="T10" fmla="*/ 0 h 213"/>
                  <a:gd name="T11" fmla="*/ 187 w 187"/>
                  <a:gd name="T12" fmla="*/ 213 h 213"/>
                </a:gdLst>
                <a:ahLst/>
                <a:cxnLst>
                  <a:cxn ang="T6">
                    <a:pos x="T0" y="T1"/>
                  </a:cxn>
                  <a:cxn ang="T7">
                    <a:pos x="T2" y="T3"/>
                  </a:cxn>
                  <a:cxn ang="T8">
                    <a:pos x="T4" y="T5"/>
                  </a:cxn>
                </a:cxnLst>
                <a:rect l="T9" t="T10" r="T11" b="T12"/>
                <a:pathLst>
                  <a:path w="187" h="213">
                    <a:moveTo>
                      <a:pt x="0" y="213"/>
                    </a:moveTo>
                    <a:cubicBezTo>
                      <a:pt x="4" y="182"/>
                      <a:pt x="7" y="151"/>
                      <a:pt x="11" y="120"/>
                    </a:cubicBezTo>
                    <a:cubicBezTo>
                      <a:pt x="28" y="0"/>
                      <a:pt x="56" y="38"/>
                      <a:pt x="187" y="38"/>
                    </a:cubicBezTo>
                  </a:path>
                </a:pathLst>
              </a:custGeom>
              <a:noFill/>
              <a:ln w="12700" cap="sq" cmpd="sng">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sp>
          <p:nvSpPr>
            <p:cNvPr id="53391" name="Oval 143"/>
            <p:cNvSpPr>
              <a:spLocks noChangeArrowheads="1"/>
            </p:cNvSpPr>
            <p:nvPr/>
          </p:nvSpPr>
          <p:spPr bwMode="auto">
            <a:xfrm>
              <a:off x="1632" y="0"/>
              <a:ext cx="432" cy="432"/>
            </a:xfrm>
            <a:prstGeom prst="ellipse">
              <a:avLst/>
            </a:prstGeom>
            <a:gradFill rotWithShape="0">
              <a:gsLst>
                <a:gs pos="0">
                  <a:schemeClr val="folHlink"/>
                </a:gs>
                <a:gs pos="100000">
                  <a:schemeClr val="folHlink">
                    <a:gamma/>
                    <a:shade val="76078"/>
                    <a:invGamma/>
                  </a:schemeClr>
                </a:gs>
              </a:gsLst>
              <a:path path="shape">
                <a:fillToRect l="50000" t="50000" r="50000" b="50000"/>
              </a:path>
            </a:gradFill>
            <a:ln w="9525">
              <a:noFill/>
              <a:round/>
              <a:headEnd/>
              <a:tailEnd/>
            </a:ln>
            <a:effectLst/>
          </p:spPr>
          <p:txBody>
            <a:bodyPr wrap="none" anchor="ctr"/>
            <a:lstStyle/>
            <a:p>
              <a:pPr>
                <a:defRPr/>
              </a:pPr>
              <a:endParaRPr lang="zh-CN" altLang="en-US"/>
            </a:p>
          </p:txBody>
        </p:sp>
      </p:grpSp>
      <p:grpSp>
        <p:nvGrpSpPr>
          <p:cNvPr id="36866" name="Group 144"/>
          <p:cNvGrpSpPr>
            <a:grpSpLocks/>
          </p:cNvGrpSpPr>
          <p:nvPr/>
        </p:nvGrpSpPr>
        <p:grpSpPr bwMode="auto">
          <a:xfrm>
            <a:off x="6421438" y="1495425"/>
            <a:ext cx="401637" cy="407988"/>
            <a:chOff x="19" y="0"/>
            <a:chExt cx="253" cy="343"/>
          </a:xfrm>
        </p:grpSpPr>
        <p:graphicFrame>
          <p:nvGraphicFramePr>
            <p:cNvPr id="52258" name="Object 145"/>
            <p:cNvGraphicFramePr>
              <a:graphicFrameLocks noChangeAspect="1"/>
            </p:cNvGraphicFramePr>
            <p:nvPr/>
          </p:nvGraphicFramePr>
          <p:xfrm>
            <a:off x="19" y="87"/>
            <a:ext cx="253" cy="256"/>
          </p:xfrm>
          <a:graphic>
            <a:graphicData uri="http://schemas.openxmlformats.org/presentationml/2006/ole">
              <p:oleObj spid="_x0000_s52416" name="公式" r:id="rId7" imgW="114102" imgH="114102" progId="Equation.3">
                <p:embed/>
              </p:oleObj>
            </a:graphicData>
          </a:graphic>
        </p:graphicFrame>
        <p:sp>
          <p:nvSpPr>
            <p:cNvPr id="52259" name="Oval 146"/>
            <p:cNvSpPr>
              <a:spLocks noChangeArrowheads="1"/>
            </p:cNvSpPr>
            <p:nvPr/>
          </p:nvSpPr>
          <p:spPr bwMode="auto">
            <a:xfrm>
              <a:off x="144" y="0"/>
              <a:ext cx="48" cy="48"/>
            </a:xfrm>
            <a:prstGeom prst="ellipse">
              <a:avLst/>
            </a:prstGeom>
            <a:solidFill>
              <a:schemeClr val="accent1"/>
            </a:solidFill>
            <a:ln w="12700" cap="sq">
              <a:solidFill>
                <a:schemeClr val="tx1"/>
              </a:solidFill>
              <a:round/>
              <a:headEnd/>
              <a:tailEnd/>
            </a:ln>
          </p:spPr>
          <p:txBody>
            <a:bodyPr wrap="none" anchor="ctr"/>
            <a:lstStyle/>
            <a:p>
              <a:endParaRPr lang="zh-CN" altLang="en-US"/>
            </a:p>
          </p:txBody>
        </p:sp>
      </p:grpSp>
      <p:grpSp>
        <p:nvGrpSpPr>
          <p:cNvPr id="36867" name="Group 147"/>
          <p:cNvGrpSpPr>
            <a:grpSpLocks/>
          </p:cNvGrpSpPr>
          <p:nvPr/>
        </p:nvGrpSpPr>
        <p:grpSpPr bwMode="auto">
          <a:xfrm>
            <a:off x="4868863" y="2082800"/>
            <a:ext cx="1217612" cy="401638"/>
            <a:chOff x="241" y="97"/>
            <a:chExt cx="767" cy="338"/>
          </a:xfrm>
        </p:grpSpPr>
        <p:sp>
          <p:nvSpPr>
            <p:cNvPr id="52256" name="Line 148"/>
            <p:cNvSpPr>
              <a:spLocks noChangeShapeType="1"/>
            </p:cNvSpPr>
            <p:nvPr/>
          </p:nvSpPr>
          <p:spPr bwMode="auto">
            <a:xfrm flipH="1">
              <a:off x="480" y="288"/>
              <a:ext cx="528" cy="0"/>
            </a:xfrm>
            <a:prstGeom prst="line">
              <a:avLst/>
            </a:prstGeom>
            <a:noFill/>
            <a:ln w="57150" cap="sq">
              <a:solidFill>
                <a:schemeClr val="folHlink"/>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graphicFrame>
          <p:nvGraphicFramePr>
            <p:cNvPr id="52257" name="Object 149"/>
            <p:cNvGraphicFramePr>
              <a:graphicFrameLocks noChangeAspect="1"/>
            </p:cNvGraphicFramePr>
            <p:nvPr/>
          </p:nvGraphicFramePr>
          <p:xfrm>
            <a:off x="241" y="97"/>
            <a:ext cx="278" cy="338"/>
          </p:xfrm>
          <a:graphic>
            <a:graphicData uri="http://schemas.openxmlformats.org/presentationml/2006/ole">
              <p:oleObj spid="_x0000_s52417" name="Equation" r:id="rId8" imgW="126835" imgH="152202" progId="Equation.DSMT4">
                <p:embed/>
              </p:oleObj>
            </a:graphicData>
          </a:graphic>
        </p:graphicFrame>
      </p:grpSp>
      <p:grpSp>
        <p:nvGrpSpPr>
          <p:cNvPr id="36868" name="Group 150"/>
          <p:cNvGrpSpPr>
            <a:grpSpLocks/>
          </p:cNvGrpSpPr>
          <p:nvPr/>
        </p:nvGrpSpPr>
        <p:grpSpPr bwMode="auto">
          <a:xfrm>
            <a:off x="5629275" y="2368550"/>
            <a:ext cx="3200400" cy="522288"/>
            <a:chOff x="0" y="0"/>
            <a:chExt cx="2016" cy="439"/>
          </a:xfrm>
        </p:grpSpPr>
        <p:sp>
          <p:nvSpPr>
            <p:cNvPr id="52254" name="Text Box 151"/>
            <p:cNvSpPr txBox="1">
              <a:spLocks noChangeArrowheads="1"/>
            </p:cNvSpPr>
            <p:nvPr/>
          </p:nvSpPr>
          <p:spPr bwMode="auto">
            <a:xfrm>
              <a:off x="0" y="0"/>
              <a:ext cx="280" cy="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2800" i="1">
                  <a:solidFill>
                    <a:schemeClr val="tx2"/>
                  </a:solidFill>
                  <a:latin typeface="Times New Roman" pitchFamily="18" charset="0"/>
                  <a:ea typeface="宋体" pitchFamily="2" charset="-122"/>
                </a:rPr>
                <a:t>O</a:t>
              </a:r>
            </a:p>
          </p:txBody>
        </p:sp>
        <p:sp>
          <p:nvSpPr>
            <p:cNvPr id="52255" name="Line 152"/>
            <p:cNvSpPr>
              <a:spLocks noChangeShapeType="1"/>
            </p:cNvSpPr>
            <p:nvPr/>
          </p:nvSpPr>
          <p:spPr bwMode="auto">
            <a:xfrm>
              <a:off x="240" y="143"/>
              <a:ext cx="1776" cy="0"/>
            </a:xfrm>
            <a:prstGeom prst="line">
              <a:avLst/>
            </a:prstGeom>
            <a:noFill/>
            <a:ln w="57150" cap="sq">
              <a:solidFill>
                <a:schemeClr val="tx2"/>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grpSp>
      <p:sp>
        <p:nvSpPr>
          <p:cNvPr id="52240" name="Text Box 153"/>
          <p:cNvSpPr txBox="1">
            <a:spLocks noChangeArrowheads="1"/>
          </p:cNvSpPr>
          <p:nvPr/>
        </p:nvSpPr>
        <p:spPr bwMode="auto">
          <a:xfrm>
            <a:off x="6340475" y="2617788"/>
            <a:ext cx="184150"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spcBef>
                <a:spcPct val="50000"/>
              </a:spcBef>
            </a:pPr>
            <a:endParaRPr lang="zh-CN" altLang="en-US" sz="2800">
              <a:latin typeface="Times New Roman" pitchFamily="18" charset="0"/>
              <a:ea typeface="宋体" pitchFamily="2" charset="-122"/>
            </a:endParaRPr>
          </a:p>
        </p:txBody>
      </p:sp>
      <p:grpSp>
        <p:nvGrpSpPr>
          <p:cNvPr id="36877" name="Group 154"/>
          <p:cNvGrpSpPr>
            <a:grpSpLocks/>
          </p:cNvGrpSpPr>
          <p:nvPr/>
        </p:nvGrpSpPr>
        <p:grpSpPr bwMode="auto">
          <a:xfrm>
            <a:off x="4951413" y="985838"/>
            <a:ext cx="1363662" cy="365125"/>
            <a:chOff x="149" y="148"/>
            <a:chExt cx="859" cy="306"/>
          </a:xfrm>
        </p:grpSpPr>
        <p:sp>
          <p:nvSpPr>
            <p:cNvPr id="52252" name="Line 155"/>
            <p:cNvSpPr>
              <a:spLocks noChangeShapeType="1"/>
            </p:cNvSpPr>
            <p:nvPr/>
          </p:nvSpPr>
          <p:spPr bwMode="auto">
            <a:xfrm flipH="1">
              <a:off x="384" y="336"/>
              <a:ext cx="624" cy="0"/>
            </a:xfrm>
            <a:prstGeom prst="line">
              <a:avLst/>
            </a:prstGeom>
            <a:noFill/>
            <a:ln w="76200" cap="sq">
              <a:solidFill>
                <a:schemeClr val="folHlink"/>
              </a:solidFill>
              <a:round/>
              <a:headEnd/>
              <a:tailEnd type="triangle" w="sm" len="sm"/>
            </a:ln>
            <a:extLst>
              <a:ext uri="{909E8E84-426E-40DD-AFC4-6F175D3DCCD1}">
                <a14:hiddenFill xmlns:a14="http://schemas.microsoft.com/office/drawing/2010/main" xmlns="">
                  <a:noFill/>
                </a14:hiddenFill>
              </a:ext>
            </a:extLst>
          </p:spPr>
          <p:txBody>
            <a:bodyPr wrap="none" anchor="ctr"/>
            <a:lstStyle/>
            <a:p>
              <a:endParaRPr lang="zh-CN" altLang="en-US"/>
            </a:p>
          </p:txBody>
        </p:sp>
        <p:graphicFrame>
          <p:nvGraphicFramePr>
            <p:cNvPr id="52253" name="Object 156"/>
            <p:cNvGraphicFramePr>
              <a:graphicFrameLocks noChangeAspect="1"/>
            </p:cNvGraphicFramePr>
            <p:nvPr/>
          </p:nvGraphicFramePr>
          <p:xfrm>
            <a:off x="149" y="148"/>
            <a:ext cx="253" cy="306"/>
          </p:xfrm>
          <a:graphic>
            <a:graphicData uri="http://schemas.openxmlformats.org/presentationml/2006/ole">
              <p:oleObj spid="_x0000_s52418" name="Equation" r:id="rId9" imgW="126835" imgH="152202" progId="Equation.DSMT4">
                <p:embed/>
              </p:oleObj>
            </a:graphicData>
          </a:graphic>
        </p:graphicFrame>
      </p:grpSp>
      <p:grpSp>
        <p:nvGrpSpPr>
          <p:cNvPr id="36878" name="Group 157"/>
          <p:cNvGrpSpPr>
            <a:grpSpLocks/>
          </p:cNvGrpSpPr>
          <p:nvPr/>
        </p:nvGrpSpPr>
        <p:grpSpPr bwMode="auto">
          <a:xfrm>
            <a:off x="6122988" y="2024063"/>
            <a:ext cx="2428875" cy="1052512"/>
            <a:chOff x="0" y="0"/>
            <a:chExt cx="1530" cy="884"/>
          </a:xfrm>
        </p:grpSpPr>
        <p:sp>
          <p:nvSpPr>
            <p:cNvPr id="53406" name="Oval 158"/>
            <p:cNvSpPr>
              <a:spLocks noChangeArrowheads="1"/>
            </p:cNvSpPr>
            <p:nvPr/>
          </p:nvSpPr>
          <p:spPr bwMode="auto">
            <a:xfrm>
              <a:off x="1098" y="0"/>
              <a:ext cx="432" cy="432"/>
            </a:xfrm>
            <a:prstGeom prst="ellipse">
              <a:avLst/>
            </a:prstGeom>
            <a:gradFill rotWithShape="0">
              <a:gsLst>
                <a:gs pos="0">
                  <a:schemeClr val="folHlink"/>
                </a:gs>
                <a:gs pos="100000">
                  <a:schemeClr val="folHlink">
                    <a:gamma/>
                    <a:shade val="66275"/>
                    <a:invGamma/>
                  </a:schemeClr>
                </a:gs>
              </a:gsLst>
              <a:path path="shape">
                <a:fillToRect l="50000" t="50000" r="50000" b="50000"/>
              </a:path>
            </a:gradFill>
            <a:ln w="12700">
              <a:solidFill>
                <a:schemeClr val="folHlink"/>
              </a:solidFill>
              <a:prstDash val="dash"/>
              <a:round/>
              <a:headEnd/>
              <a:tailEnd/>
            </a:ln>
            <a:effectLst/>
          </p:spPr>
          <p:txBody>
            <a:bodyPr wrap="none" anchor="ctr"/>
            <a:lstStyle/>
            <a:p>
              <a:pPr>
                <a:defRPr/>
              </a:pPr>
              <a:endParaRPr lang="zh-CN" altLang="en-US"/>
            </a:p>
          </p:txBody>
        </p:sp>
        <p:grpSp>
          <p:nvGrpSpPr>
            <p:cNvPr id="52246" name="Group 159"/>
            <p:cNvGrpSpPr>
              <a:grpSpLocks/>
            </p:cNvGrpSpPr>
            <p:nvPr/>
          </p:nvGrpSpPr>
          <p:grpSpPr bwMode="auto">
            <a:xfrm>
              <a:off x="0" y="396"/>
              <a:ext cx="1465" cy="488"/>
              <a:chOff x="0" y="0"/>
              <a:chExt cx="1465" cy="488"/>
            </a:xfrm>
          </p:grpSpPr>
          <p:sp>
            <p:nvSpPr>
              <p:cNvPr id="52247" name="Oval 160"/>
              <p:cNvSpPr>
                <a:spLocks noChangeArrowheads="1"/>
              </p:cNvSpPr>
              <p:nvPr/>
            </p:nvSpPr>
            <p:spPr bwMode="auto">
              <a:xfrm>
                <a:off x="109" y="0"/>
                <a:ext cx="48" cy="48"/>
              </a:xfrm>
              <a:prstGeom prst="ellipse">
                <a:avLst/>
              </a:prstGeom>
              <a:solidFill>
                <a:schemeClr val="folHlink"/>
              </a:solidFill>
              <a:ln w="12700" cap="sq">
                <a:solidFill>
                  <a:schemeClr val="tx1"/>
                </a:solidFill>
                <a:round/>
                <a:headEnd/>
                <a:tailEnd/>
              </a:ln>
            </p:spPr>
            <p:txBody>
              <a:bodyPr wrap="none" anchor="ctr"/>
              <a:lstStyle/>
              <a:p>
                <a:endParaRPr lang="zh-CN" altLang="en-US"/>
              </a:p>
            </p:txBody>
          </p:sp>
          <p:sp>
            <p:nvSpPr>
              <p:cNvPr id="52248" name="Line 161"/>
              <p:cNvSpPr>
                <a:spLocks noChangeShapeType="1"/>
              </p:cNvSpPr>
              <p:nvPr/>
            </p:nvSpPr>
            <p:spPr bwMode="auto">
              <a:xfrm flipH="1">
                <a:off x="409" y="312"/>
                <a:ext cx="672" cy="0"/>
              </a:xfrm>
              <a:prstGeom prst="line">
                <a:avLst/>
              </a:prstGeom>
              <a:noFill/>
              <a:ln w="38100">
                <a:solidFill>
                  <a:schemeClr val="tx1"/>
                </a:solidFill>
                <a:prstDash val="dash"/>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graphicFrame>
            <p:nvGraphicFramePr>
              <p:cNvPr id="52249" name="Object 162"/>
              <p:cNvGraphicFramePr>
                <a:graphicFrameLocks noChangeAspect="1"/>
              </p:cNvGraphicFramePr>
              <p:nvPr/>
            </p:nvGraphicFramePr>
            <p:xfrm>
              <a:off x="0" y="74"/>
              <a:ext cx="313" cy="414"/>
            </p:xfrm>
            <a:graphic>
              <a:graphicData uri="http://schemas.openxmlformats.org/presentationml/2006/ole">
                <p:oleObj spid="_x0000_s52419" name="Equation" r:id="rId10" imgW="165172" imgH="215994" progId="Equation.DSMT4">
                  <p:embed/>
                </p:oleObj>
              </a:graphicData>
            </a:graphic>
          </p:graphicFrame>
          <p:graphicFrame>
            <p:nvGraphicFramePr>
              <p:cNvPr id="52250" name="Object 163"/>
              <p:cNvGraphicFramePr>
                <a:graphicFrameLocks noChangeAspect="1"/>
              </p:cNvGraphicFramePr>
              <p:nvPr/>
            </p:nvGraphicFramePr>
            <p:xfrm>
              <a:off x="1176" y="72"/>
              <a:ext cx="289" cy="414"/>
            </p:xfrm>
            <a:graphic>
              <a:graphicData uri="http://schemas.openxmlformats.org/presentationml/2006/ole">
                <p:oleObj spid="_x0000_s52420" r:id="rId11" imgW="152466" imgH="215994" progId="Equation.3">
                  <p:embed/>
                </p:oleObj>
              </a:graphicData>
            </a:graphic>
          </p:graphicFrame>
          <p:sp>
            <p:nvSpPr>
              <p:cNvPr id="52251" name="Oval 164"/>
              <p:cNvSpPr>
                <a:spLocks noChangeArrowheads="1"/>
              </p:cNvSpPr>
              <p:nvPr/>
            </p:nvSpPr>
            <p:spPr bwMode="auto">
              <a:xfrm>
                <a:off x="1277" y="0"/>
                <a:ext cx="48" cy="48"/>
              </a:xfrm>
              <a:prstGeom prst="ellipse">
                <a:avLst/>
              </a:prstGeom>
              <a:solidFill>
                <a:schemeClr val="folHlink"/>
              </a:solidFill>
              <a:ln w="12700" cap="sq">
                <a:solidFill>
                  <a:schemeClr val="tx1"/>
                </a:solidFill>
                <a:round/>
                <a:headEnd/>
                <a:tailEnd/>
              </a:ln>
            </p:spPr>
            <p:txBody>
              <a:bodyPr wrap="none" anchor="ctr"/>
              <a:lstStyle/>
              <a:p>
                <a:endParaRPr lang="zh-CN" altLang="en-US"/>
              </a:p>
            </p:txBody>
          </p:sp>
        </p:grpSp>
      </p:grpSp>
      <p:graphicFrame>
        <p:nvGraphicFramePr>
          <p:cNvPr id="53413" name="Object 165"/>
          <p:cNvGraphicFramePr>
            <a:graphicFrameLocks noChangeAspect="1"/>
          </p:cNvGraphicFramePr>
          <p:nvPr/>
        </p:nvGraphicFramePr>
        <p:xfrm>
          <a:off x="5499100" y="3813175"/>
          <a:ext cx="3071813" cy="758825"/>
        </p:xfrm>
        <a:graphic>
          <a:graphicData uri="http://schemas.openxmlformats.org/presentationml/2006/ole">
            <p:oleObj spid="_x0000_s52421" name="Equation" r:id="rId12" imgW="1180588" imgH="393529" progId="Equation.DSMT4">
              <p:embed/>
            </p:oleObj>
          </a:graphicData>
        </a:graphic>
      </p:graphicFrame>
      <p:graphicFrame>
        <p:nvGraphicFramePr>
          <p:cNvPr id="53414" name="Object 166"/>
          <p:cNvGraphicFramePr>
            <a:graphicFrameLocks noChangeAspect="1"/>
          </p:cNvGraphicFramePr>
          <p:nvPr/>
        </p:nvGraphicFramePr>
        <p:xfrm>
          <a:off x="2878138" y="3822700"/>
          <a:ext cx="2701925" cy="738188"/>
        </p:xfrm>
        <a:graphic>
          <a:graphicData uri="http://schemas.openxmlformats.org/presentationml/2006/ole">
            <p:oleObj spid="_x0000_s52422" name="Equation" r:id="rId13" imgW="977476" imgH="355446"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53250"/>
                                        </p:tgtEl>
                                        <p:attrNameLst>
                                          <p:attrName>style.visibility</p:attrName>
                                        </p:attrNameLst>
                                      </p:cBhvr>
                                      <p:to>
                                        <p:strVal val="visible"/>
                                      </p:to>
                                    </p:set>
                                    <p:anim calcmode="lin" valueType="num">
                                      <p:cBhvr>
                                        <p:cTn id="7" dur="500" fill="hold"/>
                                        <p:tgtEl>
                                          <p:spTgt spid="53250"/>
                                        </p:tgtEl>
                                        <p:attrNameLst>
                                          <p:attrName>ppt_x</p:attrName>
                                        </p:attrNameLst>
                                      </p:cBhvr>
                                      <p:tavLst>
                                        <p:tav tm="0">
                                          <p:val>
                                            <p:strVal val="#ppt_x-#ppt_w/2"/>
                                          </p:val>
                                        </p:tav>
                                        <p:tav tm="100000">
                                          <p:val>
                                            <p:strVal val="#ppt_x"/>
                                          </p:val>
                                        </p:tav>
                                      </p:tavLst>
                                    </p:anim>
                                    <p:anim calcmode="lin" valueType="num">
                                      <p:cBhvr>
                                        <p:cTn id="8" dur="500" fill="hold"/>
                                        <p:tgtEl>
                                          <p:spTgt spid="53250"/>
                                        </p:tgtEl>
                                        <p:attrNameLst>
                                          <p:attrName>ppt_y</p:attrName>
                                        </p:attrNameLst>
                                      </p:cBhvr>
                                      <p:tavLst>
                                        <p:tav tm="0">
                                          <p:val>
                                            <p:strVal val="#ppt_y"/>
                                          </p:val>
                                        </p:tav>
                                        <p:tav tm="100000">
                                          <p:val>
                                            <p:strVal val="#ppt_y"/>
                                          </p:val>
                                        </p:tav>
                                      </p:tavLst>
                                    </p:anim>
                                    <p:anim calcmode="lin" valueType="num">
                                      <p:cBhvr>
                                        <p:cTn id="9" dur="500" fill="hold"/>
                                        <p:tgtEl>
                                          <p:spTgt spid="53250"/>
                                        </p:tgtEl>
                                        <p:attrNameLst>
                                          <p:attrName>ppt_w</p:attrName>
                                        </p:attrNameLst>
                                      </p:cBhvr>
                                      <p:tavLst>
                                        <p:tav tm="0">
                                          <p:val>
                                            <p:fltVal val="0"/>
                                          </p:val>
                                        </p:tav>
                                        <p:tav tm="100000">
                                          <p:val>
                                            <p:strVal val="#ppt_w"/>
                                          </p:val>
                                        </p:tav>
                                      </p:tavLst>
                                    </p:anim>
                                    <p:anim calcmode="lin" valueType="num">
                                      <p:cBhvr>
                                        <p:cTn id="10" dur="500" fill="hold"/>
                                        <p:tgtEl>
                                          <p:spTgt spid="53250"/>
                                        </p:tgtEl>
                                        <p:attrNameLst>
                                          <p:attrName>ppt_h</p:attrName>
                                        </p:attrNameLst>
                                      </p:cBhvr>
                                      <p:tavLst>
                                        <p:tav tm="0">
                                          <p:val>
                                            <p:strVal val="#ppt_h"/>
                                          </p:val>
                                        </p:tav>
                                        <p:tav tm="100000">
                                          <p:val>
                                            <p:strVal val="#ppt_h"/>
                                          </p:val>
                                        </p:tav>
                                      </p:tavLst>
                                    </p:anim>
                                  </p:childTnLst>
                                </p:cTn>
                              </p:par>
                            </p:childTnLst>
                          </p:cTn>
                        </p:par>
                        <p:par>
                          <p:cTn id="11" fill="hold" nodeType="afterGroup">
                            <p:stCondLst>
                              <p:cond delay="500"/>
                            </p:stCondLst>
                            <p:childTnLst>
                              <p:par>
                                <p:cTn id="12" presetID="1" presetClass="entr" presetSubtype="0" fill="hold" nodeType="afterEffect">
                                  <p:stCondLst>
                                    <p:cond delay="0"/>
                                  </p:stCondLst>
                                  <p:childTnLst>
                                    <p:set>
                                      <p:cBhvr>
                                        <p:cTn id="13" dur="1" fill="hold">
                                          <p:stCondLst>
                                            <p:cond delay="499"/>
                                          </p:stCondLst>
                                        </p:cTn>
                                        <p:tgtEl>
                                          <p:spTgt spid="6"/>
                                        </p:tgtEl>
                                        <p:attrNameLst>
                                          <p:attrName>style.visibility</p:attrName>
                                        </p:attrNameLst>
                                      </p:cBhvr>
                                      <p:to>
                                        <p:strVal val="visible"/>
                                      </p:to>
                                    </p:set>
                                  </p:childTnLst>
                                </p:cTn>
                              </p:par>
                            </p:childTnLst>
                          </p:cTn>
                        </p:par>
                        <p:par>
                          <p:cTn id="14" fill="hold" nodeType="afterGroup">
                            <p:stCondLst>
                              <p:cond delay="1000"/>
                            </p:stCondLst>
                            <p:childTnLst>
                              <p:par>
                                <p:cTn id="15" presetID="22" presetClass="entr" presetSubtype="8" fill="hold" nodeType="after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par>
                          <p:cTn id="18" fill="hold" nodeType="afterGroup">
                            <p:stCondLst>
                              <p:cond delay="1500"/>
                            </p:stCondLst>
                            <p:childTnLst>
                              <p:par>
                                <p:cTn id="19" presetID="1" presetClass="entr" presetSubtype="0" fill="hold" nodeType="afterEffect">
                                  <p:stCondLst>
                                    <p:cond delay="0"/>
                                  </p:stCondLst>
                                  <p:childTnLst>
                                    <p:set>
                                      <p:cBhvr>
                                        <p:cTn id="20" dur="1" fill="hold">
                                          <p:stCondLst>
                                            <p:cond delay="499"/>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par>
                          <p:cTn id="21" fill="hold" nodeType="afterGroup">
                            <p:stCondLst>
                              <p:cond delay="2000"/>
                            </p:stCondLst>
                            <p:childTnLst>
                              <p:par>
                                <p:cTn id="22" presetID="1" presetClass="entr" presetSubtype="0" fill="hold" nodeType="afterEffect">
                                  <p:stCondLst>
                                    <p:cond delay="0"/>
                                  </p:stCondLst>
                                  <p:childTnLst>
                                    <p:set>
                                      <p:cBhvr>
                                        <p:cTn id="23" dur="1" fill="hold">
                                          <p:stCondLst>
                                            <p:cond delay="499"/>
                                          </p:stCondLst>
                                        </p:cTn>
                                        <p:tgtEl>
                                          <p:spTgt spid="29"/>
                                        </p:tgtEl>
                                        <p:attrNameLst>
                                          <p:attrName>style.visibility</p:attrName>
                                        </p:attrNameLst>
                                      </p:cBhvr>
                                      <p:to>
                                        <p:strVal val="visible"/>
                                      </p:to>
                                    </p:set>
                                  </p:childTnLst>
                                </p:cTn>
                              </p:par>
                            </p:childTnLst>
                          </p:cTn>
                        </p:par>
                        <p:par>
                          <p:cTn id="24" fill="hold" nodeType="afterGroup">
                            <p:stCondLst>
                              <p:cond delay="2500"/>
                            </p:stCondLst>
                            <p:childTnLst>
                              <p:par>
                                <p:cTn id="25" presetID="22" presetClass="entr" presetSubtype="2" fill="hold" nodeType="afterEffect">
                                  <p:stCondLst>
                                    <p:cond delay="0"/>
                                  </p:stCondLst>
                                  <p:childTnLst>
                                    <p:set>
                                      <p:cBhvr>
                                        <p:cTn id="26" dur="1" fill="hold">
                                          <p:stCondLst>
                                            <p:cond delay="0"/>
                                          </p:stCondLst>
                                        </p:cTn>
                                        <p:tgtEl>
                                          <p:spTgt spid="36877"/>
                                        </p:tgtEl>
                                        <p:attrNameLst>
                                          <p:attrName>style.visibility</p:attrName>
                                        </p:attrNameLst>
                                      </p:cBhvr>
                                      <p:to>
                                        <p:strVal val="visible"/>
                                      </p:to>
                                    </p:set>
                                    <p:animEffect transition="in" filter="wipe(right)">
                                      <p:cBhvr>
                                        <p:cTn id="27" dur="500"/>
                                        <p:tgtEl>
                                          <p:spTgt spid="36877"/>
                                        </p:tgtEl>
                                      </p:cBhvr>
                                    </p:animEffect>
                                  </p:childTnLst>
                                </p:cTn>
                              </p:par>
                            </p:childTnLst>
                          </p:cTn>
                        </p:par>
                        <p:par>
                          <p:cTn id="28" fill="hold" nodeType="afterGroup">
                            <p:stCondLst>
                              <p:cond delay="3000"/>
                            </p:stCondLst>
                            <p:childTnLst>
                              <p:par>
                                <p:cTn id="29" presetID="1" presetClass="entr" presetSubtype="0" fill="hold" nodeType="afterEffect">
                                  <p:stCondLst>
                                    <p:cond delay="0"/>
                                  </p:stCondLst>
                                  <p:childTnLst>
                                    <p:set>
                                      <p:cBhvr>
                                        <p:cTn id="30" dur="1" fill="hold">
                                          <p:stCondLst>
                                            <p:cond delay="499"/>
                                          </p:stCondLst>
                                        </p:cTn>
                                        <p:tgtEl>
                                          <p:spTgt spid="36866"/>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7" presetClass="entr" presetSubtype="8"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p:cTn id="35" dur="500" fill="hold"/>
                                        <p:tgtEl>
                                          <p:spTgt spid="2"/>
                                        </p:tgtEl>
                                        <p:attrNameLst>
                                          <p:attrName>ppt_x</p:attrName>
                                        </p:attrNameLst>
                                      </p:cBhvr>
                                      <p:tavLst>
                                        <p:tav tm="0">
                                          <p:val>
                                            <p:strVal val="#ppt_x-#ppt_w/2"/>
                                          </p:val>
                                        </p:tav>
                                        <p:tav tm="100000">
                                          <p:val>
                                            <p:strVal val="#ppt_x"/>
                                          </p:val>
                                        </p:tav>
                                      </p:tavLst>
                                    </p:anim>
                                    <p:anim calcmode="lin" valueType="num">
                                      <p:cBhvr>
                                        <p:cTn id="36" dur="500" fill="hold"/>
                                        <p:tgtEl>
                                          <p:spTgt spid="2"/>
                                        </p:tgtEl>
                                        <p:attrNameLst>
                                          <p:attrName>ppt_y</p:attrName>
                                        </p:attrNameLst>
                                      </p:cBhvr>
                                      <p:tavLst>
                                        <p:tav tm="0">
                                          <p:val>
                                            <p:strVal val="#ppt_y"/>
                                          </p:val>
                                        </p:tav>
                                        <p:tav tm="100000">
                                          <p:val>
                                            <p:strVal val="#ppt_y"/>
                                          </p:val>
                                        </p:tav>
                                      </p:tavLst>
                                    </p:anim>
                                    <p:anim calcmode="lin" valueType="num">
                                      <p:cBhvr>
                                        <p:cTn id="37" dur="500" fill="hold"/>
                                        <p:tgtEl>
                                          <p:spTgt spid="2"/>
                                        </p:tgtEl>
                                        <p:attrNameLst>
                                          <p:attrName>ppt_w</p:attrName>
                                        </p:attrNameLst>
                                      </p:cBhvr>
                                      <p:tavLst>
                                        <p:tav tm="0">
                                          <p:val>
                                            <p:fltVal val="0"/>
                                          </p:val>
                                        </p:tav>
                                        <p:tav tm="100000">
                                          <p:val>
                                            <p:strVal val="#ppt_w"/>
                                          </p:val>
                                        </p:tav>
                                      </p:tavLst>
                                    </p:anim>
                                    <p:anim calcmode="lin" valueType="num">
                                      <p:cBhvr>
                                        <p:cTn id="38"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5"/>
                                        </p:tgtEl>
                                        <p:attrNameLst>
                                          <p:attrName>style.visibility</p:attrName>
                                        </p:attrNameLst>
                                      </p:cBhvr>
                                      <p:to>
                                        <p:strVal val="visible"/>
                                      </p:to>
                                    </p:set>
                                  </p:childTnLst>
                                </p:cTn>
                              </p:par>
                            </p:childTnLst>
                          </p:cTn>
                        </p:par>
                        <p:par>
                          <p:cTn id="43" fill="hold" nodeType="afterGroup">
                            <p:stCondLst>
                              <p:cond delay="500"/>
                            </p:stCondLst>
                            <p:childTnLst>
                              <p:par>
                                <p:cTn id="44" presetID="22" presetClass="entr" presetSubtype="8" fill="hold" nodeType="afterEffect">
                                  <p:stCondLst>
                                    <p:cond delay="0"/>
                                  </p:stCondLst>
                                  <p:childTnLst>
                                    <p:set>
                                      <p:cBhvr>
                                        <p:cTn id="45" dur="1" fill="hold">
                                          <p:stCondLst>
                                            <p:cond delay="0"/>
                                          </p:stCondLst>
                                        </p:cTn>
                                        <p:tgtEl>
                                          <p:spTgt spid="36868"/>
                                        </p:tgtEl>
                                        <p:attrNameLst>
                                          <p:attrName>style.visibility</p:attrName>
                                        </p:attrNameLst>
                                      </p:cBhvr>
                                      <p:to>
                                        <p:strVal val="visible"/>
                                      </p:to>
                                    </p:set>
                                    <p:animEffect transition="in" filter="wipe(left)">
                                      <p:cBhvr>
                                        <p:cTn id="46" dur="500"/>
                                        <p:tgtEl>
                                          <p:spTgt spid="36868"/>
                                        </p:tgtEl>
                                      </p:cBhvr>
                                    </p:animEffect>
                                  </p:childTnLst>
                                </p:cTn>
                              </p:par>
                            </p:childTnLst>
                          </p:cTn>
                        </p:par>
                        <p:par>
                          <p:cTn id="47" fill="hold" nodeType="afterGroup">
                            <p:stCondLst>
                              <p:cond delay="1000"/>
                            </p:stCondLst>
                            <p:childTnLst>
                              <p:par>
                                <p:cTn id="48" presetID="1" presetClass="entr" presetSubtype="0" fill="hold" nodeType="afterEffect">
                                  <p:stCondLst>
                                    <p:cond delay="0"/>
                                  </p:stCondLst>
                                  <p:childTnLst>
                                    <p:set>
                                      <p:cBhvr>
                                        <p:cTn id="49" dur="1" fill="hold">
                                          <p:stCondLst>
                                            <p:cond delay="499"/>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par>
                          <p:cTn id="50" fill="hold" nodeType="afterGroup">
                            <p:stCondLst>
                              <p:cond delay="1500"/>
                            </p:stCondLst>
                            <p:childTnLst>
                              <p:par>
                                <p:cTn id="51" presetID="22" presetClass="entr" presetSubtype="2" fill="hold" nodeType="after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right)">
                                      <p:cBhvr>
                                        <p:cTn id="53" dur="500"/>
                                        <p:tgtEl>
                                          <p:spTgt spid="22"/>
                                        </p:tgtEl>
                                      </p:cBhvr>
                                    </p:animEffect>
                                  </p:childTnLst>
                                  <p:subTnLst>
                                    <p:set>
                                      <p:cBhvr override="childStyle">
                                        <p:cTn dur="1" fill="hold" display="0" masterRel="nextClick" afterEffect="1"/>
                                        <p:tgtEl>
                                          <p:spTgt spid="22"/>
                                        </p:tgtEl>
                                        <p:attrNameLst>
                                          <p:attrName>style.visibility</p:attrName>
                                        </p:attrNameLst>
                                      </p:cBhvr>
                                      <p:to>
                                        <p:strVal val="hidden"/>
                                      </p:to>
                                    </p:set>
                                  </p:subTnLst>
                                </p:cTn>
                              </p:par>
                            </p:childTnLst>
                          </p:cTn>
                        </p:par>
                        <p:par>
                          <p:cTn id="54" fill="hold" nodeType="afterGroup">
                            <p:stCondLst>
                              <p:cond delay="2000"/>
                            </p:stCondLst>
                            <p:childTnLst>
                              <p:par>
                                <p:cTn id="55" presetID="1" presetClass="entr" presetSubtype="0" fill="hold" nodeType="afterEffect">
                                  <p:stCondLst>
                                    <p:cond delay="0"/>
                                  </p:stCondLst>
                                  <p:childTnLst>
                                    <p:set>
                                      <p:cBhvr>
                                        <p:cTn id="56" dur="1" fill="hold">
                                          <p:stCondLst>
                                            <p:cond delay="499"/>
                                          </p:stCondLst>
                                        </p:cTn>
                                        <p:tgtEl>
                                          <p:spTgt spid="23"/>
                                        </p:tgtEl>
                                        <p:attrNameLst>
                                          <p:attrName>style.visibility</p:attrName>
                                        </p:attrNameLst>
                                      </p:cBhvr>
                                      <p:to>
                                        <p:strVal val="visible"/>
                                      </p:to>
                                    </p:set>
                                  </p:childTnLst>
                                </p:cTn>
                              </p:par>
                            </p:childTnLst>
                          </p:cTn>
                        </p:par>
                        <p:par>
                          <p:cTn id="57" fill="hold" nodeType="afterGroup">
                            <p:stCondLst>
                              <p:cond delay="2500"/>
                            </p:stCondLst>
                            <p:childTnLst>
                              <p:par>
                                <p:cTn id="58" presetID="22" presetClass="entr" presetSubtype="8" fill="hold" nodeType="afterEffect">
                                  <p:stCondLst>
                                    <p:cond delay="0"/>
                                  </p:stCondLst>
                                  <p:childTnLst>
                                    <p:set>
                                      <p:cBhvr>
                                        <p:cTn id="59" dur="1" fill="hold">
                                          <p:stCondLst>
                                            <p:cond delay="0"/>
                                          </p:stCondLst>
                                        </p:cTn>
                                        <p:tgtEl>
                                          <p:spTgt spid="36867"/>
                                        </p:tgtEl>
                                        <p:attrNameLst>
                                          <p:attrName>style.visibility</p:attrName>
                                        </p:attrNameLst>
                                      </p:cBhvr>
                                      <p:to>
                                        <p:strVal val="visible"/>
                                      </p:to>
                                    </p:set>
                                    <p:animEffect transition="in" filter="wipe(left)">
                                      <p:cBhvr>
                                        <p:cTn id="60" dur="500"/>
                                        <p:tgtEl>
                                          <p:spTgt spid="36867"/>
                                        </p:tgtEl>
                                      </p:cBhvr>
                                    </p:animEffect>
                                  </p:childTnLst>
                                </p:cTn>
                              </p:par>
                            </p:childTnLst>
                          </p:cTn>
                        </p:par>
                        <p:par>
                          <p:cTn id="61" fill="hold" nodeType="afterGroup">
                            <p:stCondLst>
                              <p:cond delay="3000"/>
                            </p:stCondLst>
                            <p:childTnLst>
                              <p:par>
                                <p:cTn id="62" presetID="23" presetClass="entr" presetSubtype="16" fill="hold" nodeType="afterEffect">
                                  <p:stCondLst>
                                    <p:cond delay="0"/>
                                  </p:stCondLst>
                                  <p:childTnLst>
                                    <p:set>
                                      <p:cBhvr>
                                        <p:cTn id="63" dur="1" fill="hold">
                                          <p:stCondLst>
                                            <p:cond delay="0"/>
                                          </p:stCondLst>
                                        </p:cTn>
                                        <p:tgtEl>
                                          <p:spTgt spid="36878"/>
                                        </p:tgtEl>
                                        <p:attrNameLst>
                                          <p:attrName>style.visibility</p:attrName>
                                        </p:attrNameLst>
                                      </p:cBhvr>
                                      <p:to>
                                        <p:strVal val="visible"/>
                                      </p:to>
                                    </p:set>
                                    <p:anim calcmode="lin" valueType="num">
                                      <p:cBhvr>
                                        <p:cTn id="64" dur="500" fill="hold"/>
                                        <p:tgtEl>
                                          <p:spTgt spid="36878"/>
                                        </p:tgtEl>
                                        <p:attrNameLst>
                                          <p:attrName>ppt_w</p:attrName>
                                        </p:attrNameLst>
                                      </p:cBhvr>
                                      <p:tavLst>
                                        <p:tav tm="0">
                                          <p:val>
                                            <p:fltVal val="0"/>
                                          </p:val>
                                        </p:tav>
                                        <p:tav tm="100000">
                                          <p:val>
                                            <p:strVal val="#ppt_w"/>
                                          </p:val>
                                        </p:tav>
                                      </p:tavLst>
                                    </p:anim>
                                    <p:anim calcmode="lin" valueType="num">
                                      <p:cBhvr>
                                        <p:cTn id="65" dur="500" fill="hold"/>
                                        <p:tgtEl>
                                          <p:spTgt spid="36878"/>
                                        </p:tgtEl>
                                        <p:attrNameLst>
                                          <p:attrName>ppt_h</p:attrName>
                                        </p:attrNameLst>
                                      </p:cBhvr>
                                      <p:tavLst>
                                        <p:tav tm="0">
                                          <p:val>
                                            <p:fltVal val="0"/>
                                          </p:val>
                                        </p:tav>
                                        <p:tav tm="100000">
                                          <p:val>
                                            <p:strVal val="#ppt_h"/>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17" presetClass="entr" presetSubtype="8" fill="hold" nodeType="clickEffect">
                                  <p:stCondLst>
                                    <p:cond delay="0"/>
                                  </p:stCondLst>
                                  <p:childTnLst>
                                    <p:set>
                                      <p:cBhvr>
                                        <p:cTn id="69" dur="1" fill="hold">
                                          <p:stCondLst>
                                            <p:cond delay="0"/>
                                          </p:stCondLst>
                                        </p:cTn>
                                        <p:tgtEl>
                                          <p:spTgt spid="53258"/>
                                        </p:tgtEl>
                                        <p:attrNameLst>
                                          <p:attrName>style.visibility</p:attrName>
                                        </p:attrNameLst>
                                      </p:cBhvr>
                                      <p:to>
                                        <p:strVal val="visible"/>
                                      </p:to>
                                    </p:set>
                                    <p:anim calcmode="lin" valueType="num">
                                      <p:cBhvr>
                                        <p:cTn id="70" dur="500" fill="hold"/>
                                        <p:tgtEl>
                                          <p:spTgt spid="53258"/>
                                        </p:tgtEl>
                                        <p:attrNameLst>
                                          <p:attrName>ppt_x</p:attrName>
                                        </p:attrNameLst>
                                      </p:cBhvr>
                                      <p:tavLst>
                                        <p:tav tm="0">
                                          <p:val>
                                            <p:strVal val="#ppt_x-#ppt_w/2"/>
                                          </p:val>
                                        </p:tav>
                                        <p:tav tm="100000">
                                          <p:val>
                                            <p:strVal val="#ppt_x"/>
                                          </p:val>
                                        </p:tav>
                                      </p:tavLst>
                                    </p:anim>
                                    <p:anim calcmode="lin" valueType="num">
                                      <p:cBhvr>
                                        <p:cTn id="71" dur="500" fill="hold"/>
                                        <p:tgtEl>
                                          <p:spTgt spid="53258"/>
                                        </p:tgtEl>
                                        <p:attrNameLst>
                                          <p:attrName>ppt_y</p:attrName>
                                        </p:attrNameLst>
                                      </p:cBhvr>
                                      <p:tavLst>
                                        <p:tav tm="0">
                                          <p:val>
                                            <p:strVal val="#ppt_y"/>
                                          </p:val>
                                        </p:tav>
                                        <p:tav tm="100000">
                                          <p:val>
                                            <p:strVal val="#ppt_y"/>
                                          </p:val>
                                        </p:tav>
                                      </p:tavLst>
                                    </p:anim>
                                    <p:anim calcmode="lin" valueType="num">
                                      <p:cBhvr>
                                        <p:cTn id="72" dur="500" fill="hold"/>
                                        <p:tgtEl>
                                          <p:spTgt spid="53258"/>
                                        </p:tgtEl>
                                        <p:attrNameLst>
                                          <p:attrName>ppt_w</p:attrName>
                                        </p:attrNameLst>
                                      </p:cBhvr>
                                      <p:tavLst>
                                        <p:tav tm="0">
                                          <p:val>
                                            <p:fltVal val="0"/>
                                          </p:val>
                                        </p:tav>
                                        <p:tav tm="100000">
                                          <p:val>
                                            <p:strVal val="#ppt_w"/>
                                          </p:val>
                                        </p:tav>
                                      </p:tavLst>
                                    </p:anim>
                                    <p:anim calcmode="lin" valueType="num">
                                      <p:cBhvr>
                                        <p:cTn id="73" dur="500" fill="hold"/>
                                        <p:tgtEl>
                                          <p:spTgt spid="53258"/>
                                        </p:tgtEl>
                                        <p:attrNameLst>
                                          <p:attrName>ppt_h</p:attrName>
                                        </p:attrNameLst>
                                      </p:cBhvr>
                                      <p:tavLst>
                                        <p:tav tm="0">
                                          <p:val>
                                            <p:strVal val="#ppt_h"/>
                                          </p:val>
                                        </p:tav>
                                        <p:tav tm="100000">
                                          <p:val>
                                            <p:strVal val="#ppt_h"/>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17" presetClass="entr" presetSubtype="8" fill="hold" nodeType="clickEffect">
                                  <p:stCondLst>
                                    <p:cond delay="0"/>
                                  </p:stCondLst>
                                  <p:childTnLst>
                                    <p:set>
                                      <p:cBhvr>
                                        <p:cTn id="77" dur="1" fill="hold">
                                          <p:stCondLst>
                                            <p:cond delay="0"/>
                                          </p:stCondLst>
                                        </p:cTn>
                                        <p:tgtEl>
                                          <p:spTgt spid="53414"/>
                                        </p:tgtEl>
                                        <p:attrNameLst>
                                          <p:attrName>style.visibility</p:attrName>
                                        </p:attrNameLst>
                                      </p:cBhvr>
                                      <p:to>
                                        <p:strVal val="visible"/>
                                      </p:to>
                                    </p:set>
                                    <p:anim calcmode="lin" valueType="num">
                                      <p:cBhvr>
                                        <p:cTn id="78" dur="500" fill="hold"/>
                                        <p:tgtEl>
                                          <p:spTgt spid="53414"/>
                                        </p:tgtEl>
                                        <p:attrNameLst>
                                          <p:attrName>ppt_x</p:attrName>
                                        </p:attrNameLst>
                                      </p:cBhvr>
                                      <p:tavLst>
                                        <p:tav tm="0">
                                          <p:val>
                                            <p:strVal val="#ppt_x-#ppt_w/2"/>
                                          </p:val>
                                        </p:tav>
                                        <p:tav tm="100000">
                                          <p:val>
                                            <p:strVal val="#ppt_x"/>
                                          </p:val>
                                        </p:tav>
                                      </p:tavLst>
                                    </p:anim>
                                    <p:anim calcmode="lin" valueType="num">
                                      <p:cBhvr>
                                        <p:cTn id="79" dur="500" fill="hold"/>
                                        <p:tgtEl>
                                          <p:spTgt spid="53414"/>
                                        </p:tgtEl>
                                        <p:attrNameLst>
                                          <p:attrName>ppt_y</p:attrName>
                                        </p:attrNameLst>
                                      </p:cBhvr>
                                      <p:tavLst>
                                        <p:tav tm="0">
                                          <p:val>
                                            <p:strVal val="#ppt_y"/>
                                          </p:val>
                                        </p:tav>
                                        <p:tav tm="100000">
                                          <p:val>
                                            <p:strVal val="#ppt_y"/>
                                          </p:val>
                                        </p:tav>
                                      </p:tavLst>
                                    </p:anim>
                                    <p:anim calcmode="lin" valueType="num">
                                      <p:cBhvr>
                                        <p:cTn id="80" dur="500" fill="hold"/>
                                        <p:tgtEl>
                                          <p:spTgt spid="53414"/>
                                        </p:tgtEl>
                                        <p:attrNameLst>
                                          <p:attrName>ppt_w</p:attrName>
                                        </p:attrNameLst>
                                      </p:cBhvr>
                                      <p:tavLst>
                                        <p:tav tm="0">
                                          <p:val>
                                            <p:fltVal val="0"/>
                                          </p:val>
                                        </p:tav>
                                        <p:tav tm="100000">
                                          <p:val>
                                            <p:strVal val="#ppt_w"/>
                                          </p:val>
                                        </p:tav>
                                      </p:tavLst>
                                    </p:anim>
                                    <p:anim calcmode="lin" valueType="num">
                                      <p:cBhvr>
                                        <p:cTn id="81" dur="500" fill="hold"/>
                                        <p:tgtEl>
                                          <p:spTgt spid="53414"/>
                                        </p:tgtEl>
                                        <p:attrNameLst>
                                          <p:attrName>ppt_h</p:attrName>
                                        </p:attrNameLst>
                                      </p:cBhvr>
                                      <p:tavLst>
                                        <p:tav tm="0">
                                          <p:val>
                                            <p:strVal val="#ppt_h"/>
                                          </p:val>
                                        </p:tav>
                                        <p:tav tm="100000">
                                          <p:val>
                                            <p:strVal val="#ppt_h"/>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17" presetClass="entr" presetSubtype="8" fill="hold" nodeType="clickEffect">
                                  <p:stCondLst>
                                    <p:cond delay="0"/>
                                  </p:stCondLst>
                                  <p:childTnLst>
                                    <p:set>
                                      <p:cBhvr>
                                        <p:cTn id="85" dur="1" fill="hold">
                                          <p:stCondLst>
                                            <p:cond delay="0"/>
                                          </p:stCondLst>
                                        </p:cTn>
                                        <p:tgtEl>
                                          <p:spTgt spid="53413"/>
                                        </p:tgtEl>
                                        <p:attrNameLst>
                                          <p:attrName>style.visibility</p:attrName>
                                        </p:attrNameLst>
                                      </p:cBhvr>
                                      <p:to>
                                        <p:strVal val="visible"/>
                                      </p:to>
                                    </p:set>
                                    <p:anim calcmode="lin" valueType="num">
                                      <p:cBhvr>
                                        <p:cTn id="86" dur="500" fill="hold"/>
                                        <p:tgtEl>
                                          <p:spTgt spid="53413"/>
                                        </p:tgtEl>
                                        <p:attrNameLst>
                                          <p:attrName>ppt_x</p:attrName>
                                        </p:attrNameLst>
                                      </p:cBhvr>
                                      <p:tavLst>
                                        <p:tav tm="0">
                                          <p:val>
                                            <p:strVal val="#ppt_x-#ppt_w/2"/>
                                          </p:val>
                                        </p:tav>
                                        <p:tav tm="100000">
                                          <p:val>
                                            <p:strVal val="#ppt_x"/>
                                          </p:val>
                                        </p:tav>
                                      </p:tavLst>
                                    </p:anim>
                                    <p:anim calcmode="lin" valueType="num">
                                      <p:cBhvr>
                                        <p:cTn id="87" dur="500" fill="hold"/>
                                        <p:tgtEl>
                                          <p:spTgt spid="53413"/>
                                        </p:tgtEl>
                                        <p:attrNameLst>
                                          <p:attrName>ppt_y</p:attrName>
                                        </p:attrNameLst>
                                      </p:cBhvr>
                                      <p:tavLst>
                                        <p:tav tm="0">
                                          <p:val>
                                            <p:strVal val="#ppt_y"/>
                                          </p:val>
                                        </p:tav>
                                        <p:tav tm="100000">
                                          <p:val>
                                            <p:strVal val="#ppt_y"/>
                                          </p:val>
                                        </p:tav>
                                      </p:tavLst>
                                    </p:anim>
                                    <p:anim calcmode="lin" valueType="num">
                                      <p:cBhvr>
                                        <p:cTn id="88" dur="500" fill="hold"/>
                                        <p:tgtEl>
                                          <p:spTgt spid="53413"/>
                                        </p:tgtEl>
                                        <p:attrNameLst>
                                          <p:attrName>ppt_w</p:attrName>
                                        </p:attrNameLst>
                                      </p:cBhvr>
                                      <p:tavLst>
                                        <p:tav tm="0">
                                          <p:val>
                                            <p:fltVal val="0"/>
                                          </p:val>
                                        </p:tav>
                                        <p:tav tm="100000">
                                          <p:val>
                                            <p:strVal val="#ppt_w"/>
                                          </p:val>
                                        </p:tav>
                                      </p:tavLst>
                                    </p:anim>
                                    <p:anim calcmode="lin" valueType="num">
                                      <p:cBhvr>
                                        <p:cTn id="89" dur="500" fill="hold"/>
                                        <p:tgtEl>
                                          <p:spTgt spid="5341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442913" y="835025"/>
            <a:ext cx="261620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buFont typeface="Wingdings 2" pitchFamily="18" charset="2"/>
              <a:buNone/>
            </a:pPr>
            <a:r>
              <a:rPr lang="zh-CN" altLang="en-US" sz="1800">
                <a:solidFill>
                  <a:srgbClr val="0000CC"/>
                </a:solidFill>
                <a:latin typeface="华文中宋" pitchFamily="2" charset="-122"/>
                <a:ea typeface="华文中宋" pitchFamily="2" charset="-122"/>
              </a:rPr>
              <a:t>（</a:t>
            </a:r>
            <a:r>
              <a:rPr lang="en-US" altLang="zh-CN" sz="1800">
                <a:solidFill>
                  <a:srgbClr val="0000CC"/>
                </a:solidFill>
                <a:latin typeface="华文中宋" pitchFamily="2" charset="-122"/>
                <a:ea typeface="华文中宋" pitchFamily="2" charset="-122"/>
              </a:rPr>
              <a:t>3</a:t>
            </a:r>
            <a:r>
              <a:rPr lang="zh-CN" altLang="en-US" sz="1800">
                <a:solidFill>
                  <a:srgbClr val="0000CC"/>
                </a:solidFill>
                <a:latin typeface="华文中宋" pitchFamily="2" charset="-122"/>
                <a:ea typeface="华文中宋" pitchFamily="2" charset="-122"/>
              </a:rPr>
              <a:t>）万有引力的功      </a:t>
            </a:r>
          </a:p>
        </p:txBody>
      </p:sp>
      <p:graphicFrame>
        <p:nvGraphicFramePr>
          <p:cNvPr id="54275" name="Object 3"/>
          <p:cNvGraphicFramePr>
            <a:graphicFrameLocks noChangeAspect="1"/>
          </p:cNvGraphicFramePr>
          <p:nvPr/>
        </p:nvGraphicFramePr>
        <p:xfrm>
          <a:off x="1082675" y="3878263"/>
          <a:ext cx="2738438" cy="639762"/>
        </p:xfrm>
        <a:graphic>
          <a:graphicData uri="http://schemas.openxmlformats.org/presentationml/2006/ole">
            <p:oleObj spid="_x0000_s53336" name="Equation" r:id="rId4" imgW="1282700" imgH="393700" progId="Equation.DSMT4">
              <p:embed/>
            </p:oleObj>
          </a:graphicData>
        </a:graphic>
      </p:graphicFrame>
      <p:grpSp>
        <p:nvGrpSpPr>
          <p:cNvPr id="2" name="Group 57"/>
          <p:cNvGrpSpPr>
            <a:grpSpLocks/>
          </p:cNvGrpSpPr>
          <p:nvPr/>
        </p:nvGrpSpPr>
        <p:grpSpPr bwMode="auto">
          <a:xfrm>
            <a:off x="611188" y="3508375"/>
            <a:ext cx="3330575" cy="431800"/>
            <a:chOff x="476" y="3007"/>
            <a:chExt cx="2098" cy="363"/>
          </a:xfrm>
        </p:grpSpPr>
        <p:graphicFrame>
          <p:nvGraphicFramePr>
            <p:cNvPr id="53300" name="Object 5"/>
            <p:cNvGraphicFramePr>
              <a:graphicFrameLocks noChangeAspect="1"/>
            </p:cNvGraphicFramePr>
            <p:nvPr/>
          </p:nvGraphicFramePr>
          <p:xfrm>
            <a:off x="1202" y="3007"/>
            <a:ext cx="1372" cy="363"/>
          </p:xfrm>
          <a:graphic>
            <a:graphicData uri="http://schemas.openxmlformats.org/presentationml/2006/ole">
              <p:oleObj spid="_x0000_s53337" name="Equation" r:id="rId5" imgW="875920" imgH="253890" progId="Equation.DSMT4">
                <p:embed/>
              </p:oleObj>
            </a:graphicData>
          </a:graphic>
        </p:graphicFrame>
        <p:sp>
          <p:nvSpPr>
            <p:cNvPr id="53301" name="Text Box 6"/>
            <p:cNvSpPr txBox="1">
              <a:spLocks noChangeArrowheads="1"/>
            </p:cNvSpPr>
            <p:nvPr/>
          </p:nvSpPr>
          <p:spPr bwMode="auto">
            <a:xfrm>
              <a:off x="476" y="3058"/>
              <a:ext cx="696" cy="3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000" tIns="46800" rIns="90000" bIns="46800">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latin typeface="华文中宋" pitchFamily="2" charset="-122"/>
                  <a:ea typeface="华文中宋" pitchFamily="2" charset="-122"/>
                </a:rPr>
                <a:t>由图知，</a:t>
              </a:r>
            </a:p>
          </p:txBody>
        </p:sp>
      </p:grpSp>
      <p:graphicFrame>
        <p:nvGraphicFramePr>
          <p:cNvPr id="54279" name="Object 7"/>
          <p:cNvGraphicFramePr>
            <a:graphicFrameLocks noChangeAspect="1"/>
          </p:cNvGraphicFramePr>
          <p:nvPr/>
        </p:nvGraphicFramePr>
        <p:xfrm>
          <a:off x="4716463" y="3292475"/>
          <a:ext cx="2538412" cy="633413"/>
        </p:xfrm>
        <a:graphic>
          <a:graphicData uri="http://schemas.openxmlformats.org/presentationml/2006/ole">
            <p:oleObj spid="_x0000_s53338" name="Equation" r:id="rId6" imgW="1180588" imgH="393529" progId="Equation.DSMT4">
              <p:embed/>
            </p:oleObj>
          </a:graphicData>
        </a:graphic>
      </p:graphicFrame>
      <p:grpSp>
        <p:nvGrpSpPr>
          <p:cNvPr id="3" name="Group 8"/>
          <p:cNvGrpSpPr>
            <a:grpSpLocks/>
          </p:cNvGrpSpPr>
          <p:nvPr/>
        </p:nvGrpSpPr>
        <p:grpSpPr bwMode="auto">
          <a:xfrm>
            <a:off x="250825" y="1627188"/>
            <a:ext cx="1463675" cy="368300"/>
            <a:chOff x="0" y="13"/>
            <a:chExt cx="801" cy="310"/>
          </a:xfrm>
        </p:grpSpPr>
        <p:sp>
          <p:nvSpPr>
            <p:cNvPr id="53298" name="Text Box 9"/>
            <p:cNvSpPr txBox="1">
              <a:spLocks noChangeArrowheads="1"/>
            </p:cNvSpPr>
            <p:nvPr/>
          </p:nvSpPr>
          <p:spPr bwMode="auto">
            <a:xfrm>
              <a:off x="0" y="13"/>
              <a:ext cx="521"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华文中宋" pitchFamily="2" charset="-122"/>
                  <a:ea typeface="华文中宋" pitchFamily="2" charset="-122"/>
                </a:rPr>
                <a:t>元位移</a:t>
              </a:r>
              <a:r>
                <a:rPr lang="zh-CN" altLang="en-US" sz="1800">
                  <a:latin typeface="华文中宋" pitchFamily="2" charset="-122"/>
                  <a:ea typeface="华文中宋" pitchFamily="2" charset="-122"/>
                </a:rPr>
                <a:t> </a:t>
              </a:r>
            </a:p>
          </p:txBody>
        </p:sp>
        <p:graphicFrame>
          <p:nvGraphicFramePr>
            <p:cNvPr id="53299" name="Object 10"/>
            <p:cNvGraphicFramePr>
              <a:graphicFrameLocks noChangeAspect="1"/>
            </p:cNvGraphicFramePr>
            <p:nvPr/>
          </p:nvGraphicFramePr>
          <p:xfrm>
            <a:off x="513" y="26"/>
            <a:ext cx="288" cy="270"/>
          </p:xfrm>
          <a:graphic>
            <a:graphicData uri="http://schemas.openxmlformats.org/presentationml/2006/ole">
              <p:oleObj spid="_x0000_s53339" name="Equation" r:id="rId7" imgW="203112" imgH="190417" progId="Equation.DSMT4">
                <p:embed/>
              </p:oleObj>
            </a:graphicData>
          </a:graphic>
        </p:graphicFrame>
      </p:grpSp>
      <p:grpSp>
        <p:nvGrpSpPr>
          <p:cNvPr id="4" name="Group 11"/>
          <p:cNvGrpSpPr>
            <a:grpSpLocks/>
          </p:cNvGrpSpPr>
          <p:nvPr/>
        </p:nvGrpSpPr>
        <p:grpSpPr bwMode="auto">
          <a:xfrm>
            <a:off x="250825" y="1089025"/>
            <a:ext cx="3600450" cy="619125"/>
            <a:chOff x="-220" y="455"/>
            <a:chExt cx="2060" cy="520"/>
          </a:xfrm>
        </p:grpSpPr>
        <p:graphicFrame>
          <p:nvGraphicFramePr>
            <p:cNvPr id="53296" name="Object 12"/>
            <p:cNvGraphicFramePr>
              <a:graphicFrameLocks noChangeAspect="1"/>
            </p:cNvGraphicFramePr>
            <p:nvPr/>
          </p:nvGraphicFramePr>
          <p:xfrm>
            <a:off x="337" y="470"/>
            <a:ext cx="1503" cy="505"/>
          </p:xfrm>
          <a:graphic>
            <a:graphicData uri="http://schemas.openxmlformats.org/presentationml/2006/ole">
              <p:oleObj spid="_x0000_s53340" name="Equation" r:id="rId8" imgW="990170" imgH="393529" progId="Equation.DSMT4">
                <p:embed/>
              </p:oleObj>
            </a:graphicData>
          </a:graphic>
        </p:graphicFrame>
        <p:sp>
          <p:nvSpPr>
            <p:cNvPr id="53297" name="Rectangle 13"/>
            <p:cNvSpPr>
              <a:spLocks noChangeArrowheads="1"/>
            </p:cNvSpPr>
            <p:nvPr/>
          </p:nvSpPr>
          <p:spPr bwMode="auto">
            <a:xfrm>
              <a:off x="-220" y="455"/>
              <a:ext cx="599" cy="38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lnSpc>
                  <a:spcPct val="150000"/>
                </a:lnSpc>
                <a:buFont typeface="Wingdings 2" pitchFamily="18" charset="2"/>
                <a:buNone/>
              </a:pPr>
              <a:r>
                <a:rPr lang="zh-CN" altLang="en-US" sz="1800">
                  <a:solidFill>
                    <a:srgbClr val="000000"/>
                  </a:solidFill>
                  <a:latin typeface="华文中宋" pitchFamily="2" charset="-122"/>
                  <a:ea typeface="华文中宋" pitchFamily="2" charset="-122"/>
                </a:rPr>
                <a:t>力函数</a:t>
              </a:r>
              <a:r>
                <a:rPr lang="zh-CN" altLang="en-US" sz="1800">
                  <a:latin typeface="华文中宋" pitchFamily="2" charset="-122"/>
                  <a:ea typeface="华文中宋" pitchFamily="2" charset="-122"/>
                </a:rPr>
                <a:t> </a:t>
              </a:r>
            </a:p>
          </p:txBody>
        </p:sp>
      </p:grpSp>
      <p:graphicFrame>
        <p:nvGraphicFramePr>
          <p:cNvPr id="54323" name="Object 51"/>
          <p:cNvGraphicFramePr>
            <a:graphicFrameLocks noChangeAspect="1"/>
          </p:cNvGraphicFramePr>
          <p:nvPr/>
        </p:nvGraphicFramePr>
        <p:xfrm>
          <a:off x="395288" y="2171700"/>
          <a:ext cx="2676525" cy="615950"/>
        </p:xfrm>
        <a:graphic>
          <a:graphicData uri="http://schemas.openxmlformats.org/presentationml/2006/ole">
            <p:oleObj spid="_x0000_s53341" name="Equation" r:id="rId9" imgW="1282700" imgH="393700" progId="Equation.DSMT4">
              <p:embed/>
            </p:oleObj>
          </a:graphicData>
        </a:graphic>
      </p:graphicFrame>
      <p:graphicFrame>
        <p:nvGraphicFramePr>
          <p:cNvPr id="54325" name="Object 53"/>
          <p:cNvGraphicFramePr>
            <a:graphicFrameLocks noChangeAspect="1"/>
          </p:cNvGraphicFramePr>
          <p:nvPr/>
        </p:nvGraphicFramePr>
        <p:xfrm>
          <a:off x="3995738" y="3841750"/>
          <a:ext cx="3744912" cy="763588"/>
        </p:xfrm>
        <a:graphic>
          <a:graphicData uri="http://schemas.openxmlformats.org/presentationml/2006/ole">
            <p:oleObj spid="_x0000_s53342" name="Equation" r:id="rId10" imgW="1866900" imgH="508000" progId="Equation.DSMT4">
              <p:embed/>
            </p:oleObj>
          </a:graphicData>
        </a:graphic>
      </p:graphicFrame>
      <p:grpSp>
        <p:nvGrpSpPr>
          <p:cNvPr id="5" name="Group 56"/>
          <p:cNvGrpSpPr>
            <a:grpSpLocks/>
          </p:cNvGrpSpPr>
          <p:nvPr/>
        </p:nvGrpSpPr>
        <p:grpSpPr bwMode="auto">
          <a:xfrm>
            <a:off x="4003675" y="847725"/>
            <a:ext cx="4978400" cy="2444750"/>
            <a:chOff x="2331" y="142"/>
            <a:chExt cx="3216" cy="2114"/>
          </a:xfrm>
        </p:grpSpPr>
        <p:grpSp>
          <p:nvGrpSpPr>
            <p:cNvPr id="53260" name="Group 14"/>
            <p:cNvGrpSpPr>
              <a:grpSpLocks/>
            </p:cNvGrpSpPr>
            <p:nvPr/>
          </p:nvGrpSpPr>
          <p:grpSpPr bwMode="auto">
            <a:xfrm>
              <a:off x="2331" y="238"/>
              <a:ext cx="3216" cy="2018"/>
              <a:chOff x="0" y="-2"/>
              <a:chExt cx="3216" cy="2018"/>
            </a:xfrm>
          </p:grpSpPr>
          <p:sp>
            <p:nvSpPr>
              <p:cNvPr id="54287" name="Rectangle 15"/>
              <p:cNvSpPr>
                <a:spLocks noChangeArrowheads="1"/>
              </p:cNvSpPr>
              <p:nvPr/>
            </p:nvSpPr>
            <p:spPr bwMode="auto">
              <a:xfrm>
                <a:off x="0" y="-2"/>
                <a:ext cx="3216" cy="2018"/>
              </a:xfrm>
              <a:prstGeom prst="rect">
                <a:avLst/>
              </a:prstGeom>
              <a:gradFill rotWithShape="0">
                <a:gsLst>
                  <a:gs pos="0">
                    <a:schemeClr val="hlink"/>
                  </a:gs>
                  <a:gs pos="100000">
                    <a:schemeClr val="hlink">
                      <a:gamma/>
                      <a:tint val="0"/>
                      <a:invGamma/>
                    </a:schemeClr>
                  </a:gs>
                </a:gsLst>
                <a:path path="rect">
                  <a:fillToRect l="100000" t="100000"/>
                </a:path>
              </a:gradFill>
              <a:ln w="9525">
                <a:noFill/>
                <a:miter lim="800000"/>
                <a:headEnd/>
                <a:tailEnd/>
              </a:ln>
              <a:effectLst/>
            </p:spPr>
            <p:txBody>
              <a:bodyPr wrap="none" anchor="ctr"/>
              <a:lstStyle/>
              <a:p>
                <a:pPr>
                  <a:defRPr/>
                </a:pPr>
                <a:endParaRPr lang="zh-CN" altLang="en-US"/>
              </a:p>
            </p:txBody>
          </p:sp>
          <p:sp>
            <p:nvSpPr>
              <p:cNvPr id="53294" name="Text Box 16"/>
              <p:cNvSpPr txBox="1">
                <a:spLocks noChangeArrowheads="1"/>
              </p:cNvSpPr>
              <p:nvPr/>
            </p:nvSpPr>
            <p:spPr bwMode="auto">
              <a:xfrm>
                <a:off x="2688" y="1456"/>
                <a:ext cx="246"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i="1">
                    <a:latin typeface="Times New Roman" pitchFamily="18" charset="0"/>
                    <a:ea typeface="宋体" pitchFamily="2" charset="-122"/>
                  </a:rPr>
                  <a:t>M</a:t>
                </a:r>
              </a:p>
            </p:txBody>
          </p:sp>
          <p:sp>
            <p:nvSpPr>
              <p:cNvPr id="53295" name="Oval 17"/>
              <p:cNvSpPr>
                <a:spLocks noChangeArrowheads="1"/>
              </p:cNvSpPr>
              <p:nvPr/>
            </p:nvSpPr>
            <p:spPr bwMode="auto">
              <a:xfrm>
                <a:off x="2513" y="1432"/>
                <a:ext cx="215" cy="216"/>
              </a:xfrm>
              <a:prstGeom prst="ellipse">
                <a:avLst/>
              </a:prstGeom>
              <a:gradFill rotWithShape="0">
                <a:gsLst>
                  <a:gs pos="0">
                    <a:srgbClr val="FFFFFF"/>
                  </a:gs>
                  <a:gs pos="100000">
                    <a:srgbClr val="FF3300"/>
                  </a:gs>
                </a:gsLst>
                <a:path path="shape">
                  <a:fillToRect l="50000" t="50000" r="50000" b="50000"/>
                </a:path>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grpSp>
        <p:grpSp>
          <p:nvGrpSpPr>
            <p:cNvPr id="53261" name="Group 18"/>
            <p:cNvGrpSpPr>
              <a:grpSpLocks/>
            </p:cNvGrpSpPr>
            <p:nvPr/>
          </p:nvGrpSpPr>
          <p:grpSpPr bwMode="auto">
            <a:xfrm>
              <a:off x="3648" y="432"/>
              <a:ext cx="1296" cy="1344"/>
              <a:chOff x="0" y="0"/>
              <a:chExt cx="1248" cy="1440"/>
            </a:xfrm>
          </p:grpSpPr>
          <p:graphicFrame>
            <p:nvGraphicFramePr>
              <p:cNvPr id="53291" name="Object 19"/>
              <p:cNvGraphicFramePr>
                <a:graphicFrameLocks noChangeAspect="1"/>
              </p:cNvGraphicFramePr>
              <p:nvPr/>
            </p:nvGraphicFramePr>
            <p:xfrm>
              <a:off x="635" y="493"/>
              <a:ext cx="312" cy="361"/>
            </p:xfrm>
            <a:graphic>
              <a:graphicData uri="http://schemas.openxmlformats.org/presentationml/2006/ole">
                <p:oleObj spid="_x0000_s53343" name="Equation" r:id="rId11" imgW="152202" imgH="177569" progId="Equation.DSMT4">
                  <p:embed/>
                </p:oleObj>
              </a:graphicData>
            </a:graphic>
          </p:graphicFrame>
          <p:sp>
            <p:nvSpPr>
              <p:cNvPr id="53292" name="未知"/>
              <p:cNvSpPr>
                <a:spLocks/>
              </p:cNvSpPr>
              <p:nvPr/>
            </p:nvSpPr>
            <p:spPr bwMode="auto">
              <a:xfrm>
                <a:off x="0" y="0"/>
                <a:ext cx="1248" cy="1440"/>
              </a:xfrm>
              <a:custGeom>
                <a:avLst/>
                <a:gdLst>
                  <a:gd name="T0" fmla="*/ 37442 w 708"/>
                  <a:gd name="T1" fmla="*/ 95 h 2268"/>
                  <a:gd name="T2" fmla="*/ 0 w 708"/>
                  <a:gd name="T3" fmla="*/ 0 h 2268"/>
                  <a:gd name="T4" fmla="*/ 0 60000 65536"/>
                  <a:gd name="T5" fmla="*/ 0 60000 65536"/>
                  <a:gd name="T6" fmla="*/ 0 w 708"/>
                  <a:gd name="T7" fmla="*/ 0 h 2268"/>
                  <a:gd name="T8" fmla="*/ 708 w 708"/>
                  <a:gd name="T9" fmla="*/ 2268 h 2268"/>
                </a:gdLst>
                <a:ahLst/>
                <a:cxnLst>
                  <a:cxn ang="T4">
                    <a:pos x="T0" y="T1"/>
                  </a:cxn>
                  <a:cxn ang="T5">
                    <a:pos x="T2" y="T3"/>
                  </a:cxn>
                </a:cxnLst>
                <a:rect l="T6" t="T7" r="T8" b="T9"/>
                <a:pathLst>
                  <a:path w="708" h="2268">
                    <a:moveTo>
                      <a:pt x="708" y="2268"/>
                    </a:moveTo>
                    <a:lnTo>
                      <a:pt x="0" y="0"/>
                    </a:lnTo>
                  </a:path>
                </a:pathLst>
              </a:custGeom>
              <a:noFill/>
              <a:ln w="28575" cap="flat" cmpd="sng">
                <a:solidFill>
                  <a:srgbClr val="0000FF"/>
                </a:solidFill>
                <a:round/>
                <a:headEnd/>
                <a:tailEnd type="triangle" w="med" len="me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grpSp>
        <p:grpSp>
          <p:nvGrpSpPr>
            <p:cNvPr id="53262" name="Group 21"/>
            <p:cNvGrpSpPr>
              <a:grpSpLocks/>
            </p:cNvGrpSpPr>
            <p:nvPr/>
          </p:nvGrpSpPr>
          <p:grpSpPr bwMode="auto">
            <a:xfrm>
              <a:off x="2448" y="743"/>
              <a:ext cx="3024" cy="1355"/>
              <a:chOff x="0" y="0"/>
              <a:chExt cx="3024" cy="1355"/>
            </a:xfrm>
          </p:grpSpPr>
          <p:sp>
            <p:nvSpPr>
              <p:cNvPr id="53287" name="Line 22"/>
              <p:cNvSpPr>
                <a:spLocks noChangeShapeType="1"/>
              </p:cNvSpPr>
              <p:nvPr/>
            </p:nvSpPr>
            <p:spPr bwMode="auto">
              <a:xfrm flipH="1" flipV="1">
                <a:off x="0" y="945"/>
                <a:ext cx="2544" cy="112"/>
              </a:xfrm>
              <a:prstGeom prst="line">
                <a:avLst/>
              </a:prstGeom>
              <a:noFill/>
              <a:ln w="28575">
                <a:solidFill>
                  <a:srgbClr val="000000"/>
                </a:solidFill>
                <a:round/>
                <a:headEnd/>
                <a:tailEnd type="triangle" w="sm" len="med"/>
              </a:ln>
              <a:extLst>
                <a:ext uri="{909E8E84-426E-40DD-AFC4-6F175D3DCCD1}">
                  <a14:hiddenFill xmlns:a14="http://schemas.microsoft.com/office/drawing/2010/main" xmlns="">
                    <a:noFill/>
                  </a14:hiddenFill>
                </a:ext>
              </a:extLst>
            </p:spPr>
            <p:txBody>
              <a:bodyPr/>
              <a:lstStyle/>
              <a:p>
                <a:endParaRPr lang="zh-CN" altLang="en-US"/>
              </a:p>
            </p:txBody>
          </p:sp>
          <p:sp>
            <p:nvSpPr>
              <p:cNvPr id="53288" name="Line 23"/>
              <p:cNvSpPr>
                <a:spLocks noChangeShapeType="1"/>
              </p:cNvSpPr>
              <p:nvPr/>
            </p:nvSpPr>
            <p:spPr bwMode="auto">
              <a:xfrm flipV="1">
                <a:off x="2496" y="0"/>
                <a:ext cx="528" cy="1057"/>
              </a:xfrm>
              <a:prstGeom prst="line">
                <a:avLst/>
              </a:prstGeom>
              <a:noFill/>
              <a:ln w="28575">
                <a:solidFill>
                  <a:srgbClr val="000000"/>
                </a:solidFill>
                <a:round/>
                <a:headEnd/>
                <a:tailEnd type="triangle" w="sm" len="med"/>
              </a:ln>
              <a:extLst>
                <a:ext uri="{909E8E84-426E-40DD-AFC4-6F175D3DCCD1}">
                  <a14:hiddenFill xmlns:a14="http://schemas.microsoft.com/office/drawing/2010/main" xmlns="">
                    <a:noFill/>
                  </a14:hiddenFill>
                </a:ext>
              </a:extLst>
            </p:spPr>
            <p:txBody>
              <a:bodyPr/>
              <a:lstStyle/>
              <a:p>
                <a:endParaRPr lang="zh-CN" altLang="en-US"/>
              </a:p>
            </p:txBody>
          </p:sp>
          <p:graphicFrame>
            <p:nvGraphicFramePr>
              <p:cNvPr id="53289" name="Object 24"/>
              <p:cNvGraphicFramePr>
                <a:graphicFrameLocks noChangeAspect="1"/>
              </p:cNvGraphicFramePr>
              <p:nvPr/>
            </p:nvGraphicFramePr>
            <p:xfrm>
              <a:off x="336" y="999"/>
              <a:ext cx="329" cy="356"/>
            </p:xfrm>
            <a:graphic>
              <a:graphicData uri="http://schemas.openxmlformats.org/presentationml/2006/ole">
                <p:oleObj spid="_x0000_s53344" name="Equation" r:id="rId12" imgW="126890" imgH="228402" progId="Equation.DSMT4">
                  <p:embed/>
                </p:oleObj>
              </a:graphicData>
            </a:graphic>
          </p:graphicFrame>
          <p:graphicFrame>
            <p:nvGraphicFramePr>
              <p:cNvPr id="53290" name="Object 25"/>
              <p:cNvGraphicFramePr>
                <a:graphicFrameLocks noChangeAspect="1"/>
              </p:cNvGraphicFramePr>
              <p:nvPr/>
            </p:nvGraphicFramePr>
            <p:xfrm>
              <a:off x="2544" y="135"/>
              <a:ext cx="336" cy="373"/>
            </p:xfrm>
            <a:graphic>
              <a:graphicData uri="http://schemas.openxmlformats.org/presentationml/2006/ole">
                <p:oleObj spid="_x0000_s53345" name="Equation" r:id="rId13" imgW="139700" imgH="228600" progId="Equation.DSMT4">
                  <p:embed/>
                </p:oleObj>
              </a:graphicData>
            </a:graphic>
          </p:graphicFrame>
        </p:grpSp>
        <p:grpSp>
          <p:nvGrpSpPr>
            <p:cNvPr id="53263" name="Group 26"/>
            <p:cNvGrpSpPr>
              <a:grpSpLocks/>
            </p:cNvGrpSpPr>
            <p:nvPr/>
          </p:nvGrpSpPr>
          <p:grpSpPr bwMode="auto">
            <a:xfrm>
              <a:off x="3417" y="1095"/>
              <a:ext cx="624" cy="472"/>
              <a:chOff x="0" y="0"/>
              <a:chExt cx="624" cy="472"/>
            </a:xfrm>
          </p:grpSpPr>
          <p:graphicFrame>
            <p:nvGraphicFramePr>
              <p:cNvPr id="53285" name="Object 27"/>
              <p:cNvGraphicFramePr>
                <a:graphicFrameLocks noChangeAspect="1"/>
              </p:cNvGraphicFramePr>
              <p:nvPr/>
            </p:nvGraphicFramePr>
            <p:xfrm>
              <a:off x="288" y="216"/>
              <a:ext cx="208" cy="256"/>
            </p:xfrm>
            <a:graphic>
              <a:graphicData uri="http://schemas.openxmlformats.org/presentationml/2006/ole">
                <p:oleObj spid="_x0000_s53346" name="Equation" r:id="rId14" imgW="164957" imgH="203024" progId="Equation.DSMT4">
                  <p:embed/>
                </p:oleObj>
              </a:graphicData>
            </a:graphic>
          </p:graphicFrame>
          <p:sp>
            <p:nvSpPr>
              <p:cNvPr id="53286" name="Line 28"/>
              <p:cNvSpPr>
                <a:spLocks noChangeShapeType="1"/>
              </p:cNvSpPr>
              <p:nvPr/>
            </p:nvSpPr>
            <p:spPr bwMode="auto">
              <a:xfrm>
                <a:off x="0" y="0"/>
                <a:ext cx="624" cy="288"/>
              </a:xfrm>
              <a:prstGeom prst="line">
                <a:avLst/>
              </a:prstGeom>
              <a:noFill/>
              <a:ln w="57150">
                <a:solidFill>
                  <a:srgbClr val="333399"/>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grpSp>
        <p:grpSp>
          <p:nvGrpSpPr>
            <p:cNvPr id="53264" name="Group 31"/>
            <p:cNvGrpSpPr>
              <a:grpSpLocks/>
            </p:cNvGrpSpPr>
            <p:nvPr/>
          </p:nvGrpSpPr>
          <p:grpSpPr bwMode="auto">
            <a:xfrm>
              <a:off x="2472" y="738"/>
              <a:ext cx="2472" cy="1062"/>
              <a:chOff x="0" y="0"/>
              <a:chExt cx="2472" cy="1062"/>
            </a:xfrm>
          </p:grpSpPr>
          <p:sp>
            <p:nvSpPr>
              <p:cNvPr id="53281" name="Line 32"/>
              <p:cNvSpPr>
                <a:spLocks noChangeShapeType="1"/>
              </p:cNvSpPr>
              <p:nvPr/>
            </p:nvSpPr>
            <p:spPr bwMode="auto">
              <a:xfrm flipH="1" flipV="1">
                <a:off x="0" y="0"/>
                <a:ext cx="707" cy="266"/>
              </a:xfrm>
              <a:prstGeom prst="line">
                <a:avLst/>
              </a:prstGeom>
              <a:noFill/>
              <a:ln w="12700">
                <a:solidFill>
                  <a:schemeClr val="accent2"/>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graphicFrame>
            <p:nvGraphicFramePr>
              <p:cNvPr id="53282" name="Object 33"/>
              <p:cNvGraphicFramePr>
                <a:graphicFrameLocks noChangeAspect="1"/>
              </p:cNvGraphicFramePr>
              <p:nvPr/>
            </p:nvGraphicFramePr>
            <p:xfrm>
              <a:off x="1542" y="363"/>
              <a:ext cx="206" cy="287"/>
            </p:xfrm>
            <a:graphic>
              <a:graphicData uri="http://schemas.openxmlformats.org/presentationml/2006/ole">
                <p:oleObj spid="_x0000_s53347" name="Equation" r:id="rId15" imgW="126725" imgH="177415" progId="Equation.DSMT4">
                  <p:embed/>
                </p:oleObj>
              </a:graphicData>
            </a:graphic>
          </p:graphicFrame>
          <p:sp>
            <p:nvSpPr>
              <p:cNvPr id="53283" name="未知"/>
              <p:cNvSpPr>
                <a:spLocks/>
              </p:cNvSpPr>
              <p:nvPr/>
            </p:nvSpPr>
            <p:spPr bwMode="auto">
              <a:xfrm>
                <a:off x="664" y="232"/>
                <a:ext cx="1808" cy="830"/>
              </a:xfrm>
              <a:custGeom>
                <a:avLst/>
                <a:gdLst>
                  <a:gd name="T0" fmla="*/ 9145 w 1380"/>
                  <a:gd name="T1" fmla="*/ 43 h 1356"/>
                  <a:gd name="T2" fmla="*/ 0 w 1380"/>
                  <a:gd name="T3" fmla="*/ 0 h 1356"/>
                  <a:gd name="T4" fmla="*/ 0 60000 65536"/>
                  <a:gd name="T5" fmla="*/ 0 60000 65536"/>
                  <a:gd name="T6" fmla="*/ 0 w 1380"/>
                  <a:gd name="T7" fmla="*/ 0 h 1356"/>
                  <a:gd name="T8" fmla="*/ 1380 w 1380"/>
                  <a:gd name="T9" fmla="*/ 1356 h 1356"/>
                </a:gdLst>
                <a:ahLst/>
                <a:cxnLst>
                  <a:cxn ang="T4">
                    <a:pos x="T0" y="T1"/>
                  </a:cxn>
                  <a:cxn ang="T5">
                    <a:pos x="T2" y="T3"/>
                  </a:cxn>
                </a:cxnLst>
                <a:rect l="T6" t="T7" r="T8" b="T9"/>
                <a:pathLst>
                  <a:path w="1380" h="1356">
                    <a:moveTo>
                      <a:pt x="1380" y="1356"/>
                    </a:moveTo>
                    <a:lnTo>
                      <a:pt x="0" y="0"/>
                    </a:lnTo>
                  </a:path>
                </a:pathLst>
              </a:custGeom>
              <a:noFill/>
              <a:ln w="28575" cap="flat" cmpd="sng">
                <a:solidFill>
                  <a:schemeClr val="accent2"/>
                </a:solidFill>
                <a:round/>
                <a:headEnd/>
                <a:tailEnd type="triangle" w="sm" len="me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53284" name="Line 35"/>
              <p:cNvSpPr>
                <a:spLocks noChangeShapeType="1"/>
              </p:cNvSpPr>
              <p:nvPr/>
            </p:nvSpPr>
            <p:spPr bwMode="auto">
              <a:xfrm flipH="1" flipV="1">
                <a:off x="240" y="72"/>
                <a:ext cx="240" cy="96"/>
              </a:xfrm>
              <a:prstGeom prst="line">
                <a:avLst/>
              </a:prstGeom>
              <a:noFill/>
              <a:ln w="38100">
                <a:solidFill>
                  <a:schemeClr val="accent2"/>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grpSp>
        <p:sp>
          <p:nvSpPr>
            <p:cNvPr id="53265" name="Oval 36"/>
            <p:cNvSpPr>
              <a:spLocks noChangeArrowheads="1"/>
            </p:cNvSpPr>
            <p:nvPr/>
          </p:nvSpPr>
          <p:spPr bwMode="auto">
            <a:xfrm>
              <a:off x="3358" y="1032"/>
              <a:ext cx="112" cy="112"/>
            </a:xfrm>
            <a:prstGeom prst="ellipse">
              <a:avLst/>
            </a:prstGeom>
            <a:gradFill rotWithShape="0">
              <a:gsLst>
                <a:gs pos="0">
                  <a:srgbClr val="FFFF00"/>
                </a:gs>
                <a:gs pos="100000">
                  <a:srgbClr val="767600"/>
                </a:gs>
              </a:gsLst>
              <a:path path="shape">
                <a:fillToRect l="50000" t="50000" r="50000" b="50000"/>
              </a:path>
            </a:gradFill>
            <a:ln w="9525">
              <a:solidFill>
                <a:srgbClr val="000000"/>
              </a:solidFill>
              <a:round/>
              <a:headEnd/>
              <a:tailEnd/>
            </a:ln>
          </p:spPr>
          <p:txBody>
            <a:bodyPr/>
            <a:lstStyle/>
            <a:p>
              <a:endParaRPr lang="zh-CN" altLang="en-US"/>
            </a:p>
          </p:txBody>
        </p:sp>
        <p:grpSp>
          <p:nvGrpSpPr>
            <p:cNvPr id="53266" name="Group 37"/>
            <p:cNvGrpSpPr>
              <a:grpSpLocks/>
            </p:cNvGrpSpPr>
            <p:nvPr/>
          </p:nvGrpSpPr>
          <p:grpSpPr bwMode="auto">
            <a:xfrm>
              <a:off x="3426" y="336"/>
              <a:ext cx="415" cy="774"/>
              <a:chOff x="0" y="0"/>
              <a:chExt cx="415" cy="774"/>
            </a:xfrm>
          </p:grpSpPr>
          <p:sp>
            <p:nvSpPr>
              <p:cNvPr id="53279" name="未知"/>
              <p:cNvSpPr>
                <a:spLocks/>
              </p:cNvSpPr>
              <p:nvPr/>
            </p:nvSpPr>
            <p:spPr bwMode="auto">
              <a:xfrm>
                <a:off x="0" y="0"/>
                <a:ext cx="188" cy="774"/>
              </a:xfrm>
              <a:custGeom>
                <a:avLst/>
                <a:gdLst>
                  <a:gd name="T0" fmla="*/ 0 w 660"/>
                  <a:gd name="T1" fmla="*/ 289 h 912"/>
                  <a:gd name="T2" fmla="*/ 0 w 660"/>
                  <a:gd name="T3" fmla="*/ 0 h 912"/>
                  <a:gd name="T4" fmla="*/ 0 60000 65536"/>
                  <a:gd name="T5" fmla="*/ 0 60000 65536"/>
                  <a:gd name="T6" fmla="*/ 0 w 660"/>
                  <a:gd name="T7" fmla="*/ 0 h 912"/>
                  <a:gd name="T8" fmla="*/ 660 w 660"/>
                  <a:gd name="T9" fmla="*/ 912 h 912"/>
                </a:gdLst>
                <a:ahLst/>
                <a:cxnLst>
                  <a:cxn ang="T4">
                    <a:pos x="T0" y="T1"/>
                  </a:cxn>
                  <a:cxn ang="T5">
                    <a:pos x="T2" y="T3"/>
                  </a:cxn>
                </a:cxnLst>
                <a:rect l="T6" t="T7" r="T8" b="T9"/>
                <a:pathLst>
                  <a:path w="660" h="912">
                    <a:moveTo>
                      <a:pt x="0" y="912"/>
                    </a:moveTo>
                    <a:lnTo>
                      <a:pt x="660" y="0"/>
                    </a:lnTo>
                  </a:path>
                </a:pathLst>
              </a:custGeom>
              <a:noFill/>
              <a:ln w="57150" cap="flat" cmpd="sng">
                <a:solidFill>
                  <a:srgbClr val="FF0000"/>
                </a:solidFill>
                <a:round/>
                <a:headEnd/>
                <a:tailEnd type="triangle" w="sm" len="me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graphicFrame>
            <p:nvGraphicFramePr>
              <p:cNvPr id="53280" name="Object 39"/>
              <p:cNvGraphicFramePr>
                <a:graphicFrameLocks noChangeAspect="1"/>
              </p:cNvGraphicFramePr>
              <p:nvPr/>
            </p:nvGraphicFramePr>
            <p:xfrm>
              <a:off x="96" y="382"/>
              <a:ext cx="319" cy="259"/>
            </p:xfrm>
            <a:graphic>
              <a:graphicData uri="http://schemas.openxmlformats.org/presentationml/2006/ole">
                <p:oleObj spid="_x0000_s53348" name="Equation" r:id="rId16" imgW="203112" imgH="190417" progId="Equation.DSMT4">
                  <p:embed/>
                </p:oleObj>
              </a:graphicData>
            </a:graphic>
          </p:graphicFrame>
        </p:grpSp>
        <p:sp>
          <p:nvSpPr>
            <p:cNvPr id="53267" name="未知"/>
            <p:cNvSpPr>
              <a:spLocks/>
            </p:cNvSpPr>
            <p:nvPr/>
          </p:nvSpPr>
          <p:spPr bwMode="auto">
            <a:xfrm>
              <a:off x="2469" y="243"/>
              <a:ext cx="2998" cy="1458"/>
            </a:xfrm>
            <a:custGeom>
              <a:avLst/>
              <a:gdLst>
                <a:gd name="T0" fmla="*/ 0 w 2998"/>
                <a:gd name="T1" fmla="*/ 1458 h 1458"/>
                <a:gd name="T2" fmla="*/ 697 w 2998"/>
                <a:gd name="T3" fmla="*/ 1309 h 1458"/>
                <a:gd name="T4" fmla="*/ 949 w 2998"/>
                <a:gd name="T5" fmla="*/ 965 h 1458"/>
                <a:gd name="T6" fmla="*/ 1076 w 2998"/>
                <a:gd name="T7" fmla="*/ 375 h 1458"/>
                <a:gd name="T8" fmla="*/ 1302 w 2998"/>
                <a:gd name="T9" fmla="*/ 86 h 1458"/>
                <a:gd name="T10" fmla="*/ 1912 w 2998"/>
                <a:gd name="T11" fmla="*/ 1 h 1458"/>
                <a:gd name="T12" fmla="*/ 2454 w 2998"/>
                <a:gd name="T13" fmla="*/ 98 h 1458"/>
                <a:gd name="T14" fmla="*/ 2775 w 2998"/>
                <a:gd name="T15" fmla="*/ 180 h 1458"/>
                <a:gd name="T16" fmla="*/ 2998 w 2998"/>
                <a:gd name="T17" fmla="*/ 543 h 145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98"/>
                <a:gd name="T28" fmla="*/ 0 h 1458"/>
                <a:gd name="T29" fmla="*/ 2998 w 2998"/>
                <a:gd name="T30" fmla="*/ 1458 h 145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98" h="1458">
                  <a:moveTo>
                    <a:pt x="0" y="1458"/>
                  </a:moveTo>
                  <a:cubicBezTo>
                    <a:pt x="116" y="1435"/>
                    <a:pt x="539" y="1391"/>
                    <a:pt x="697" y="1309"/>
                  </a:cubicBezTo>
                  <a:cubicBezTo>
                    <a:pt x="855" y="1227"/>
                    <a:pt x="886" y="1121"/>
                    <a:pt x="949" y="965"/>
                  </a:cubicBezTo>
                  <a:cubicBezTo>
                    <a:pt x="1012" y="809"/>
                    <a:pt x="1017" y="521"/>
                    <a:pt x="1076" y="375"/>
                  </a:cubicBezTo>
                  <a:cubicBezTo>
                    <a:pt x="1135" y="229"/>
                    <a:pt x="1163" y="148"/>
                    <a:pt x="1302" y="86"/>
                  </a:cubicBezTo>
                  <a:cubicBezTo>
                    <a:pt x="1441" y="24"/>
                    <a:pt x="1720" y="0"/>
                    <a:pt x="1912" y="1"/>
                  </a:cubicBezTo>
                  <a:cubicBezTo>
                    <a:pt x="2103" y="3"/>
                    <a:pt x="2310" y="69"/>
                    <a:pt x="2454" y="98"/>
                  </a:cubicBezTo>
                  <a:cubicBezTo>
                    <a:pt x="2598" y="129"/>
                    <a:pt x="2684" y="106"/>
                    <a:pt x="2775" y="180"/>
                  </a:cubicBezTo>
                  <a:cubicBezTo>
                    <a:pt x="2866" y="254"/>
                    <a:pt x="2952" y="467"/>
                    <a:pt x="2998" y="543"/>
                  </a:cubicBezTo>
                </a:path>
              </a:pathLst>
            </a:custGeom>
            <a:noFill/>
            <a:ln w="28575" cap="flat" cmpd="sng">
              <a:solidFill>
                <a:srgbClr val="FF66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grpSp>
          <p:nvGrpSpPr>
            <p:cNvPr id="53268" name="Group 41"/>
            <p:cNvGrpSpPr>
              <a:grpSpLocks/>
            </p:cNvGrpSpPr>
            <p:nvPr/>
          </p:nvGrpSpPr>
          <p:grpSpPr bwMode="auto">
            <a:xfrm>
              <a:off x="3552" y="142"/>
              <a:ext cx="436" cy="439"/>
              <a:chOff x="0" y="0"/>
              <a:chExt cx="436" cy="439"/>
            </a:xfrm>
          </p:grpSpPr>
          <p:sp>
            <p:nvSpPr>
              <p:cNvPr id="53277" name="Text Box 42"/>
              <p:cNvSpPr txBox="1">
                <a:spLocks noChangeArrowheads="1"/>
              </p:cNvSpPr>
              <p:nvPr/>
            </p:nvSpPr>
            <p:spPr bwMode="auto">
              <a:xfrm>
                <a:off x="144" y="0"/>
                <a:ext cx="292" cy="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2800" i="1">
                    <a:latin typeface="Times New Roman" pitchFamily="18" charset="0"/>
                    <a:ea typeface="宋体" pitchFamily="2" charset="-122"/>
                  </a:rPr>
                  <a:t>m</a:t>
                </a:r>
              </a:p>
            </p:txBody>
          </p:sp>
          <p:sp>
            <p:nvSpPr>
              <p:cNvPr id="53278" name="Oval 43"/>
              <p:cNvSpPr>
                <a:spLocks noChangeArrowheads="1"/>
              </p:cNvSpPr>
              <p:nvPr/>
            </p:nvSpPr>
            <p:spPr bwMode="auto">
              <a:xfrm>
                <a:off x="0" y="224"/>
                <a:ext cx="112" cy="112"/>
              </a:xfrm>
              <a:prstGeom prst="ellipse">
                <a:avLst/>
              </a:prstGeom>
              <a:gradFill rotWithShape="0">
                <a:gsLst>
                  <a:gs pos="0">
                    <a:srgbClr val="FFFF00"/>
                  </a:gs>
                  <a:gs pos="100000">
                    <a:srgbClr val="767600"/>
                  </a:gs>
                </a:gsLst>
                <a:path path="shape">
                  <a:fillToRect l="50000" t="50000" r="50000" b="50000"/>
                </a:path>
              </a:gradFill>
              <a:ln w="9525">
                <a:solidFill>
                  <a:srgbClr val="000000"/>
                </a:solidFill>
                <a:round/>
                <a:headEnd/>
                <a:tailEnd/>
              </a:ln>
            </p:spPr>
            <p:txBody>
              <a:bodyPr/>
              <a:lstStyle/>
              <a:p>
                <a:endParaRPr lang="zh-CN" altLang="en-US"/>
              </a:p>
            </p:txBody>
          </p:sp>
        </p:grpSp>
        <p:grpSp>
          <p:nvGrpSpPr>
            <p:cNvPr id="53269" name="Group 44"/>
            <p:cNvGrpSpPr>
              <a:grpSpLocks/>
            </p:cNvGrpSpPr>
            <p:nvPr/>
          </p:nvGrpSpPr>
          <p:grpSpPr bwMode="auto">
            <a:xfrm>
              <a:off x="3089" y="421"/>
              <a:ext cx="453" cy="912"/>
              <a:chOff x="0" y="0"/>
              <a:chExt cx="453" cy="912"/>
            </a:xfrm>
          </p:grpSpPr>
          <p:sp>
            <p:nvSpPr>
              <p:cNvPr id="53271" name="未知"/>
              <p:cNvSpPr>
                <a:spLocks/>
              </p:cNvSpPr>
              <p:nvPr/>
            </p:nvSpPr>
            <p:spPr bwMode="auto">
              <a:xfrm rot="1900529">
                <a:off x="153" y="513"/>
                <a:ext cx="215" cy="157"/>
              </a:xfrm>
              <a:custGeom>
                <a:avLst/>
                <a:gdLst>
                  <a:gd name="T0" fmla="*/ 45 w 279"/>
                  <a:gd name="T1" fmla="*/ 19 h 154"/>
                  <a:gd name="T2" fmla="*/ 19 w 279"/>
                  <a:gd name="T3" fmla="*/ 34 h 154"/>
                  <a:gd name="T4" fmla="*/ 11 w 279"/>
                  <a:gd name="T5" fmla="*/ 68 h 154"/>
                  <a:gd name="T6" fmla="*/ 3 w 279"/>
                  <a:gd name="T7" fmla="*/ 109 h 154"/>
                  <a:gd name="T8" fmla="*/ 0 w 279"/>
                  <a:gd name="T9" fmla="*/ 175 h 154"/>
                  <a:gd name="T10" fmla="*/ 0 60000 65536"/>
                  <a:gd name="T11" fmla="*/ 0 60000 65536"/>
                  <a:gd name="T12" fmla="*/ 0 60000 65536"/>
                  <a:gd name="T13" fmla="*/ 0 60000 65536"/>
                  <a:gd name="T14" fmla="*/ 0 60000 65536"/>
                  <a:gd name="T15" fmla="*/ 0 w 279"/>
                  <a:gd name="T16" fmla="*/ 0 h 154"/>
                  <a:gd name="T17" fmla="*/ 279 w 279"/>
                  <a:gd name="T18" fmla="*/ 154 h 154"/>
                </a:gdLst>
                <a:ahLst/>
                <a:cxnLst>
                  <a:cxn ang="T10">
                    <a:pos x="T0" y="T1"/>
                  </a:cxn>
                  <a:cxn ang="T11">
                    <a:pos x="T2" y="T3"/>
                  </a:cxn>
                  <a:cxn ang="T12">
                    <a:pos x="T4" y="T5"/>
                  </a:cxn>
                  <a:cxn ang="T13">
                    <a:pos x="T6" y="T7"/>
                  </a:cxn>
                  <a:cxn ang="T14">
                    <a:pos x="T8" y="T9"/>
                  </a:cxn>
                </a:cxnLst>
                <a:rect l="T15" t="T16" r="T17" b="T18"/>
                <a:pathLst>
                  <a:path w="279" h="154">
                    <a:moveTo>
                      <a:pt x="279" y="19"/>
                    </a:moveTo>
                    <a:cubicBezTo>
                      <a:pt x="226" y="0"/>
                      <a:pt x="171" y="14"/>
                      <a:pt x="118" y="27"/>
                    </a:cubicBezTo>
                    <a:cubicBezTo>
                      <a:pt x="87" y="77"/>
                      <a:pt x="122" y="34"/>
                      <a:pt x="68" y="61"/>
                    </a:cubicBezTo>
                    <a:cubicBezTo>
                      <a:pt x="50" y="70"/>
                      <a:pt x="17" y="95"/>
                      <a:pt x="17" y="95"/>
                    </a:cubicBezTo>
                    <a:cubicBezTo>
                      <a:pt x="10" y="114"/>
                      <a:pt x="0" y="134"/>
                      <a:pt x="0" y="154"/>
                    </a:cubicBezTo>
                  </a:path>
                </a:pathLst>
              </a:custGeom>
              <a:noFill/>
              <a:ln w="9525" cap="flat" cmpd="sng">
                <a:solidFill>
                  <a:srgbClr val="333399"/>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nvGrpSpPr>
              <p:cNvPr id="53272" name="Group 46"/>
              <p:cNvGrpSpPr>
                <a:grpSpLocks/>
              </p:cNvGrpSpPr>
              <p:nvPr/>
            </p:nvGrpSpPr>
            <p:grpSpPr bwMode="auto">
              <a:xfrm>
                <a:off x="0" y="0"/>
                <a:ext cx="453" cy="912"/>
                <a:chOff x="0" y="0"/>
                <a:chExt cx="453" cy="912"/>
              </a:xfrm>
            </p:grpSpPr>
            <p:graphicFrame>
              <p:nvGraphicFramePr>
                <p:cNvPr id="53273" name="Object 47"/>
                <p:cNvGraphicFramePr>
                  <a:graphicFrameLocks noChangeAspect="1"/>
                </p:cNvGraphicFramePr>
                <p:nvPr/>
              </p:nvGraphicFramePr>
              <p:xfrm>
                <a:off x="0" y="688"/>
                <a:ext cx="192" cy="224"/>
              </p:xfrm>
              <a:graphic>
                <a:graphicData uri="http://schemas.openxmlformats.org/presentationml/2006/ole">
                  <p:oleObj spid="_x0000_s53349" name="Equation" r:id="rId17" imgW="190335" imgH="177646" progId="Equation.DSMT4">
                    <p:embed/>
                  </p:oleObj>
                </a:graphicData>
              </a:graphic>
            </p:graphicFrame>
            <p:sp>
              <p:nvSpPr>
                <p:cNvPr id="53274" name="Line 48"/>
                <p:cNvSpPr>
                  <a:spLocks noChangeShapeType="1"/>
                </p:cNvSpPr>
                <p:nvPr/>
              </p:nvSpPr>
              <p:spPr bwMode="auto">
                <a:xfrm flipH="1">
                  <a:off x="78" y="0"/>
                  <a:ext cx="375" cy="576"/>
                </a:xfrm>
                <a:prstGeom prst="line">
                  <a:avLst/>
                </a:prstGeom>
                <a:noFill/>
                <a:ln w="19050">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endParaRPr lang="zh-CN" altLang="en-US"/>
                </a:p>
              </p:txBody>
            </p:sp>
            <p:graphicFrame>
              <p:nvGraphicFramePr>
                <p:cNvPr id="53275" name="Object 49"/>
                <p:cNvGraphicFramePr>
                  <a:graphicFrameLocks noChangeAspect="1"/>
                </p:cNvGraphicFramePr>
                <p:nvPr/>
              </p:nvGraphicFramePr>
              <p:xfrm>
                <a:off x="163" y="393"/>
                <a:ext cx="121" cy="204"/>
              </p:xfrm>
              <a:graphic>
                <a:graphicData uri="http://schemas.openxmlformats.org/presentationml/2006/ole">
                  <p:oleObj spid="_x0000_s53350" name="公式" r:id="rId18" imgW="139579" imgH="177646" progId="Equation.3">
                    <p:embed/>
                  </p:oleObj>
                </a:graphicData>
              </a:graphic>
            </p:graphicFrame>
            <p:sp>
              <p:nvSpPr>
                <p:cNvPr id="53276" name="Line 50"/>
                <p:cNvSpPr>
                  <a:spLocks noChangeShapeType="1"/>
                </p:cNvSpPr>
                <p:nvPr/>
              </p:nvSpPr>
              <p:spPr bwMode="auto">
                <a:xfrm>
                  <a:off x="87" y="585"/>
                  <a:ext cx="144" cy="48"/>
                </a:xfrm>
                <a:prstGeom prst="line">
                  <a:avLst/>
                </a:prstGeom>
                <a:noFill/>
                <a:ln w="38100">
                  <a:solidFill>
                    <a:srgbClr val="FF33CC"/>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grpSp>
        </p:grpSp>
        <p:graphicFrame>
          <p:nvGraphicFramePr>
            <p:cNvPr id="53270" name="Object 54"/>
            <p:cNvGraphicFramePr>
              <a:graphicFrameLocks noChangeAspect="1"/>
            </p:cNvGraphicFramePr>
            <p:nvPr/>
          </p:nvGraphicFramePr>
          <p:xfrm>
            <a:off x="2789" y="504"/>
            <a:ext cx="321" cy="341"/>
          </p:xfrm>
          <a:graphic>
            <a:graphicData uri="http://schemas.openxmlformats.org/presentationml/2006/ole">
              <p:oleObj spid="_x0000_s53351" name="Equation" r:id="rId19" imgW="215806" imgH="228501" progId="Equation.DSMT4">
                <p:embed/>
              </p:oleObj>
            </a:graphicData>
          </a:graphic>
        </p:graphicFrame>
      </p:grpSp>
      <p:graphicFrame>
        <p:nvGraphicFramePr>
          <p:cNvPr id="54324" name="Object 52"/>
          <p:cNvGraphicFramePr>
            <a:graphicFrameLocks noChangeAspect="1"/>
          </p:cNvGraphicFramePr>
          <p:nvPr/>
        </p:nvGraphicFramePr>
        <p:xfrm>
          <a:off x="717550" y="2849563"/>
          <a:ext cx="3422650" cy="658812"/>
        </p:xfrm>
        <a:graphic>
          <a:graphicData uri="http://schemas.openxmlformats.org/presentationml/2006/ole">
            <p:oleObj spid="_x0000_s53352" name="Equation" r:id="rId20" imgW="1536033" imgH="393529"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274"/>
                                        </p:tgtEl>
                                        <p:attrNameLst>
                                          <p:attrName>style.visibility</p:attrName>
                                        </p:attrNameLst>
                                      </p:cBhvr>
                                      <p:to>
                                        <p:strVal val="visible"/>
                                      </p:to>
                                    </p:set>
                                    <p:animEffect transition="in" filter="wipe(left)">
                                      <p:cBhvr>
                                        <p:cTn id="7" dur="500"/>
                                        <p:tgtEl>
                                          <p:spTgt spid="542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4323"/>
                                        </p:tgtEl>
                                        <p:attrNameLst>
                                          <p:attrName>style.visibility</p:attrName>
                                        </p:attrNameLst>
                                      </p:cBhvr>
                                      <p:to>
                                        <p:strVal val="visible"/>
                                      </p:to>
                                    </p:set>
                                    <p:animEffect transition="in" filter="wipe(left)">
                                      <p:cBhvr>
                                        <p:cTn id="27" dur="500"/>
                                        <p:tgtEl>
                                          <p:spTgt spid="5432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4324"/>
                                        </p:tgtEl>
                                        <p:attrNameLst>
                                          <p:attrName>style.visibility</p:attrName>
                                        </p:attrNameLst>
                                      </p:cBhvr>
                                      <p:to>
                                        <p:strVal val="visible"/>
                                      </p:to>
                                    </p:set>
                                    <p:animEffect transition="in" filter="wipe(left)">
                                      <p:cBhvr>
                                        <p:cTn id="32" dur="500"/>
                                        <p:tgtEl>
                                          <p:spTgt spid="5432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linds(horizontal)">
                                      <p:cBhvr>
                                        <p:cTn id="37" dur="500"/>
                                        <p:tgtEl>
                                          <p:spTgt spid="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nodeType="clickEffect">
                                  <p:stCondLst>
                                    <p:cond delay="0"/>
                                  </p:stCondLst>
                                  <p:childTnLst>
                                    <p:set>
                                      <p:cBhvr>
                                        <p:cTn id="41" dur="1" fill="hold">
                                          <p:stCondLst>
                                            <p:cond delay="0"/>
                                          </p:stCondLst>
                                        </p:cTn>
                                        <p:tgtEl>
                                          <p:spTgt spid="54279"/>
                                        </p:tgtEl>
                                        <p:attrNameLst>
                                          <p:attrName>style.visibility</p:attrName>
                                        </p:attrNameLst>
                                      </p:cBhvr>
                                      <p:to>
                                        <p:strVal val="visible"/>
                                      </p:to>
                                    </p:set>
                                    <p:animEffect transition="in" filter="box(out)">
                                      <p:cBhvr>
                                        <p:cTn id="42" dur="500"/>
                                        <p:tgtEl>
                                          <p:spTgt spid="54279"/>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54275"/>
                                        </p:tgtEl>
                                        <p:attrNameLst>
                                          <p:attrName>style.visibility</p:attrName>
                                        </p:attrNameLst>
                                      </p:cBhvr>
                                      <p:to>
                                        <p:strVal val="visible"/>
                                      </p:to>
                                    </p:set>
                                    <p:animEffect transition="in" filter="wipe(left)">
                                      <p:cBhvr>
                                        <p:cTn id="47" dur="500"/>
                                        <p:tgtEl>
                                          <p:spTgt spid="5427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54325"/>
                                        </p:tgtEl>
                                        <p:attrNameLst>
                                          <p:attrName>style.visibility</p:attrName>
                                        </p:attrNameLst>
                                      </p:cBhvr>
                                      <p:to>
                                        <p:strVal val="visible"/>
                                      </p:to>
                                    </p:set>
                                    <p:animEffect transition="in" filter="wipe(left)">
                                      <p:cBhvr>
                                        <p:cTn id="52" dur="500"/>
                                        <p:tgtEl>
                                          <p:spTgt spid="54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4"/>
          <p:cNvGrpSpPr>
            <a:grpSpLocks/>
          </p:cNvGrpSpPr>
          <p:nvPr/>
        </p:nvGrpSpPr>
        <p:grpSpPr bwMode="auto">
          <a:xfrm>
            <a:off x="5940425" y="1087438"/>
            <a:ext cx="3124200" cy="1771650"/>
            <a:chOff x="3606" y="754"/>
            <a:chExt cx="1968" cy="1488"/>
          </a:xfrm>
        </p:grpSpPr>
        <p:sp>
          <p:nvSpPr>
            <p:cNvPr id="55307" name="Rectangle 11"/>
            <p:cNvSpPr>
              <a:spLocks noChangeArrowheads="1"/>
            </p:cNvSpPr>
            <p:nvPr/>
          </p:nvSpPr>
          <p:spPr bwMode="auto">
            <a:xfrm>
              <a:off x="3606" y="754"/>
              <a:ext cx="1968" cy="1488"/>
            </a:xfrm>
            <a:prstGeom prst="rect">
              <a:avLst/>
            </a:prstGeom>
            <a:gradFill rotWithShape="0">
              <a:gsLst>
                <a:gs pos="0">
                  <a:schemeClr val="hlink"/>
                </a:gs>
                <a:gs pos="100000">
                  <a:schemeClr val="hlink">
                    <a:gamma/>
                    <a:tint val="43137"/>
                    <a:invGamma/>
                  </a:schemeClr>
                </a:gs>
              </a:gsLst>
              <a:path path="shape">
                <a:fillToRect l="50000" t="50000" r="50000" b="50000"/>
              </a:path>
            </a:gradFill>
            <a:ln w="9525">
              <a:solidFill>
                <a:schemeClr val="bg1"/>
              </a:solidFill>
              <a:miter lim="800000"/>
              <a:headEnd/>
              <a:tailEnd/>
            </a:ln>
            <a:effectLst/>
          </p:spPr>
          <p:txBody>
            <a:bodyPr wrap="none" anchor="ctr"/>
            <a:lstStyle/>
            <a:p>
              <a:pPr>
                <a:defRPr/>
              </a:pPr>
              <a:endParaRPr lang="zh-CN" altLang="en-US"/>
            </a:p>
          </p:txBody>
        </p:sp>
        <p:sp>
          <p:nvSpPr>
            <p:cNvPr id="54293" name="Text Box 12"/>
            <p:cNvSpPr txBox="1">
              <a:spLocks noChangeArrowheads="1"/>
            </p:cNvSpPr>
            <p:nvPr/>
          </p:nvSpPr>
          <p:spPr bwMode="auto">
            <a:xfrm>
              <a:off x="3928" y="1792"/>
              <a:ext cx="216" cy="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2800" b="0">
                  <a:latin typeface="Times New Roman" pitchFamily="18" charset="0"/>
                  <a:ea typeface="宋体" pitchFamily="2" charset="-122"/>
                </a:rPr>
                <a:t>a</a:t>
              </a:r>
            </a:p>
          </p:txBody>
        </p:sp>
        <p:sp>
          <p:nvSpPr>
            <p:cNvPr id="54294" name="Text Box 13"/>
            <p:cNvSpPr txBox="1">
              <a:spLocks noChangeArrowheads="1"/>
            </p:cNvSpPr>
            <p:nvPr/>
          </p:nvSpPr>
          <p:spPr bwMode="auto">
            <a:xfrm>
              <a:off x="5224" y="832"/>
              <a:ext cx="229" cy="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2800" b="0">
                  <a:latin typeface="Times New Roman" pitchFamily="18" charset="0"/>
                  <a:ea typeface="宋体" pitchFamily="2" charset="-122"/>
                </a:rPr>
                <a:t>b</a:t>
              </a:r>
            </a:p>
          </p:txBody>
        </p:sp>
        <p:sp>
          <p:nvSpPr>
            <p:cNvPr id="54295" name="Oval 18"/>
            <p:cNvSpPr>
              <a:spLocks noChangeArrowheads="1"/>
            </p:cNvSpPr>
            <p:nvPr/>
          </p:nvSpPr>
          <p:spPr bwMode="auto">
            <a:xfrm>
              <a:off x="5032" y="1008"/>
              <a:ext cx="48" cy="48"/>
            </a:xfrm>
            <a:prstGeom prst="ellipse">
              <a:avLst/>
            </a:prstGeom>
            <a:solidFill>
              <a:srgbClr val="99FF66"/>
            </a:solidFill>
            <a:ln w="12700" cap="sq">
              <a:solidFill>
                <a:srgbClr val="99FF66"/>
              </a:solidFill>
              <a:round/>
              <a:headEnd/>
              <a:tailEnd/>
            </a:ln>
          </p:spPr>
          <p:txBody>
            <a:bodyPr wrap="none" anchor="ctr"/>
            <a:lstStyle/>
            <a:p>
              <a:endParaRPr lang="zh-CN" altLang="en-US"/>
            </a:p>
          </p:txBody>
        </p:sp>
        <p:sp>
          <p:nvSpPr>
            <p:cNvPr id="54296" name="Oval 19"/>
            <p:cNvSpPr>
              <a:spLocks noChangeArrowheads="1"/>
            </p:cNvSpPr>
            <p:nvPr/>
          </p:nvSpPr>
          <p:spPr bwMode="auto">
            <a:xfrm>
              <a:off x="4120" y="1872"/>
              <a:ext cx="48" cy="48"/>
            </a:xfrm>
            <a:prstGeom prst="ellipse">
              <a:avLst/>
            </a:prstGeom>
            <a:solidFill>
              <a:srgbClr val="99FF66"/>
            </a:solidFill>
            <a:ln w="12700" cap="sq">
              <a:solidFill>
                <a:srgbClr val="99FF66"/>
              </a:solidFill>
              <a:round/>
              <a:headEnd/>
              <a:tailEnd/>
            </a:ln>
          </p:spPr>
          <p:txBody>
            <a:bodyPr wrap="none" anchor="ctr"/>
            <a:lstStyle/>
            <a:p>
              <a:endParaRPr lang="zh-CN" altLang="en-US"/>
            </a:p>
          </p:txBody>
        </p:sp>
      </p:grpSp>
      <p:sp>
        <p:nvSpPr>
          <p:cNvPr id="55298" name="Text Box 2"/>
          <p:cNvSpPr txBox="1">
            <a:spLocks noChangeArrowheads="1"/>
          </p:cNvSpPr>
          <p:nvPr/>
        </p:nvSpPr>
        <p:spPr bwMode="auto">
          <a:xfrm>
            <a:off x="155575" y="850900"/>
            <a:ext cx="253047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chemeClr val="accent2"/>
                </a:solidFill>
                <a:latin typeface="华文中宋" pitchFamily="2" charset="-122"/>
                <a:ea typeface="华文中宋" pitchFamily="2" charset="-122"/>
              </a:rPr>
              <a:t>（</a:t>
            </a:r>
            <a:r>
              <a:rPr lang="en-US" altLang="zh-CN" sz="1800">
                <a:solidFill>
                  <a:schemeClr val="accent2"/>
                </a:solidFill>
                <a:latin typeface="华文中宋" pitchFamily="2" charset="-122"/>
                <a:ea typeface="华文中宋" pitchFamily="2" charset="-122"/>
              </a:rPr>
              <a:t>4</a:t>
            </a:r>
            <a:r>
              <a:rPr lang="zh-CN" altLang="en-US" sz="1800">
                <a:solidFill>
                  <a:schemeClr val="accent2"/>
                </a:solidFill>
                <a:latin typeface="华文中宋" pitchFamily="2" charset="-122"/>
                <a:ea typeface="华文中宋" pitchFamily="2" charset="-122"/>
              </a:rPr>
              <a:t>）保守力</a:t>
            </a:r>
            <a:endParaRPr lang="zh-CN" altLang="en-US" sz="1800">
              <a:latin typeface="华文中宋" pitchFamily="2" charset="-122"/>
              <a:ea typeface="华文中宋" pitchFamily="2" charset="-122"/>
            </a:endParaRPr>
          </a:p>
        </p:txBody>
      </p:sp>
      <p:graphicFrame>
        <p:nvGraphicFramePr>
          <p:cNvPr id="55299" name="Object 3"/>
          <p:cNvGraphicFramePr>
            <a:graphicFrameLocks noChangeAspect="1"/>
          </p:cNvGraphicFramePr>
          <p:nvPr/>
        </p:nvGraphicFramePr>
        <p:xfrm>
          <a:off x="739775" y="1741488"/>
          <a:ext cx="3328988" cy="542925"/>
        </p:xfrm>
        <a:graphic>
          <a:graphicData uri="http://schemas.openxmlformats.org/presentationml/2006/ole">
            <p:oleObj spid="_x0000_s54305" name="Equation" r:id="rId3" imgW="1346200" imgH="292100" progId="Equation.DSMT4">
              <p:embed/>
            </p:oleObj>
          </a:graphicData>
        </a:graphic>
      </p:graphicFrame>
      <p:graphicFrame>
        <p:nvGraphicFramePr>
          <p:cNvPr id="55300" name="Object 4"/>
          <p:cNvGraphicFramePr>
            <a:graphicFrameLocks noChangeAspect="1"/>
          </p:cNvGraphicFramePr>
          <p:nvPr/>
        </p:nvGraphicFramePr>
        <p:xfrm>
          <a:off x="684213" y="2278063"/>
          <a:ext cx="4754562" cy="523875"/>
        </p:xfrm>
        <a:graphic>
          <a:graphicData uri="http://schemas.openxmlformats.org/presentationml/2006/ole">
            <p:oleObj spid="_x0000_s54306" name="Equation" r:id="rId4" imgW="1981200" imgH="292100" progId="Equation.DSMT4">
              <p:embed/>
            </p:oleObj>
          </a:graphicData>
        </a:graphic>
      </p:graphicFrame>
      <p:graphicFrame>
        <p:nvGraphicFramePr>
          <p:cNvPr id="55301" name="Object 5"/>
          <p:cNvGraphicFramePr>
            <a:graphicFrameLocks noChangeAspect="1"/>
          </p:cNvGraphicFramePr>
          <p:nvPr/>
        </p:nvGraphicFramePr>
        <p:xfrm>
          <a:off x="684213" y="2797175"/>
          <a:ext cx="5130800" cy="509588"/>
        </p:xfrm>
        <a:graphic>
          <a:graphicData uri="http://schemas.openxmlformats.org/presentationml/2006/ole">
            <p:oleObj spid="_x0000_s54307" name="Equation" r:id="rId5" imgW="2197100" imgH="292100" progId="Equation.DSMT4">
              <p:embed/>
            </p:oleObj>
          </a:graphicData>
        </a:graphic>
      </p:graphicFrame>
      <p:sp>
        <p:nvSpPr>
          <p:cNvPr id="55302" name="Text Box 6"/>
          <p:cNvSpPr txBox="1">
            <a:spLocks noChangeArrowheads="1"/>
          </p:cNvSpPr>
          <p:nvPr/>
        </p:nvSpPr>
        <p:spPr bwMode="auto">
          <a:xfrm>
            <a:off x="323850" y="3827463"/>
            <a:ext cx="83820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FF"/>
                </a:solidFill>
                <a:latin typeface="华文中宋" pitchFamily="2" charset="-122"/>
                <a:ea typeface="华文中宋" pitchFamily="2" charset="-122"/>
              </a:rPr>
              <a:t>   如重力、弹簧弹性力、万有引力、静电力、分子作用力等均为保守力，</a:t>
            </a:r>
          </a:p>
        </p:txBody>
      </p:sp>
      <p:grpSp>
        <p:nvGrpSpPr>
          <p:cNvPr id="3" name="Group 23"/>
          <p:cNvGrpSpPr>
            <a:grpSpLocks/>
          </p:cNvGrpSpPr>
          <p:nvPr/>
        </p:nvGrpSpPr>
        <p:grpSpPr bwMode="auto">
          <a:xfrm>
            <a:off x="674688" y="3302000"/>
            <a:ext cx="6119812" cy="531813"/>
            <a:chOff x="363" y="2523"/>
            <a:chExt cx="3855" cy="445"/>
          </a:xfrm>
        </p:grpSpPr>
        <p:graphicFrame>
          <p:nvGraphicFramePr>
            <p:cNvPr id="54290" name="Object 8"/>
            <p:cNvGraphicFramePr>
              <a:graphicFrameLocks noChangeAspect="1"/>
            </p:cNvGraphicFramePr>
            <p:nvPr/>
          </p:nvGraphicFramePr>
          <p:xfrm>
            <a:off x="363" y="2523"/>
            <a:ext cx="1309" cy="445"/>
          </p:xfrm>
          <a:graphic>
            <a:graphicData uri="http://schemas.openxmlformats.org/presentationml/2006/ole">
              <p:oleObj spid="_x0000_s54308" name="Equation" r:id="rId6" imgW="774364" imgH="291973" progId="Equation.DSMT4">
                <p:embed/>
              </p:oleObj>
            </a:graphicData>
          </a:graphic>
        </p:graphicFrame>
        <p:sp>
          <p:nvSpPr>
            <p:cNvPr id="54291" name="Text Box 9"/>
            <p:cNvSpPr txBox="1">
              <a:spLocks noChangeArrowheads="1"/>
            </p:cNvSpPr>
            <p:nvPr/>
          </p:nvSpPr>
          <p:spPr bwMode="auto">
            <a:xfrm>
              <a:off x="1775" y="2576"/>
              <a:ext cx="2443"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即保守力沿任一闭合路径的功为零。</a:t>
              </a:r>
            </a:p>
          </p:txBody>
        </p:sp>
      </p:grpSp>
      <p:grpSp>
        <p:nvGrpSpPr>
          <p:cNvPr id="4" name="Group 26"/>
          <p:cNvGrpSpPr>
            <a:grpSpLocks/>
          </p:cNvGrpSpPr>
          <p:nvPr/>
        </p:nvGrpSpPr>
        <p:grpSpPr bwMode="auto">
          <a:xfrm>
            <a:off x="6456363" y="1257300"/>
            <a:ext cx="1804987" cy="1220788"/>
            <a:chOff x="3931" y="896"/>
            <a:chExt cx="1137" cy="1025"/>
          </a:xfrm>
        </p:grpSpPr>
        <p:sp>
          <p:nvSpPr>
            <p:cNvPr id="54288" name="Text Box 14"/>
            <p:cNvSpPr txBox="1">
              <a:spLocks noChangeArrowheads="1"/>
            </p:cNvSpPr>
            <p:nvPr/>
          </p:nvSpPr>
          <p:spPr bwMode="auto">
            <a:xfrm>
              <a:off x="4216" y="976"/>
              <a:ext cx="216" cy="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2800" b="0">
                  <a:latin typeface="Times New Roman" pitchFamily="18" charset="0"/>
                  <a:ea typeface="宋体" pitchFamily="2" charset="-122"/>
                </a:rPr>
                <a:t>c</a:t>
              </a:r>
            </a:p>
          </p:txBody>
        </p:sp>
        <p:sp>
          <p:nvSpPr>
            <p:cNvPr id="54289" name="未知"/>
            <p:cNvSpPr>
              <a:spLocks/>
            </p:cNvSpPr>
            <p:nvPr/>
          </p:nvSpPr>
          <p:spPr bwMode="auto">
            <a:xfrm>
              <a:off x="3931" y="896"/>
              <a:ext cx="1137" cy="1025"/>
            </a:xfrm>
            <a:custGeom>
              <a:avLst/>
              <a:gdLst>
                <a:gd name="T0" fmla="*/ 212 w 1137"/>
                <a:gd name="T1" fmla="*/ 1025 h 1025"/>
                <a:gd name="T2" fmla="*/ 90 w 1137"/>
                <a:gd name="T3" fmla="*/ 339 h 1025"/>
                <a:gd name="T4" fmla="*/ 752 w 1137"/>
                <a:gd name="T5" fmla="*/ 32 h 1025"/>
                <a:gd name="T6" fmla="*/ 1137 w 1137"/>
                <a:gd name="T7" fmla="*/ 146 h 1025"/>
                <a:gd name="T8" fmla="*/ 0 60000 65536"/>
                <a:gd name="T9" fmla="*/ 0 60000 65536"/>
                <a:gd name="T10" fmla="*/ 0 60000 65536"/>
                <a:gd name="T11" fmla="*/ 0 60000 65536"/>
                <a:gd name="T12" fmla="*/ 0 w 1137"/>
                <a:gd name="T13" fmla="*/ 0 h 1025"/>
                <a:gd name="T14" fmla="*/ 1137 w 1137"/>
                <a:gd name="T15" fmla="*/ 1025 h 1025"/>
              </a:gdLst>
              <a:ahLst/>
              <a:cxnLst>
                <a:cxn ang="T8">
                  <a:pos x="T0" y="T1"/>
                </a:cxn>
                <a:cxn ang="T9">
                  <a:pos x="T2" y="T3"/>
                </a:cxn>
                <a:cxn ang="T10">
                  <a:pos x="T4" y="T5"/>
                </a:cxn>
                <a:cxn ang="T11">
                  <a:pos x="T6" y="T7"/>
                </a:cxn>
              </a:cxnLst>
              <a:rect l="T12" t="T13" r="T14" b="T15"/>
              <a:pathLst>
                <a:path w="1137" h="1025">
                  <a:moveTo>
                    <a:pt x="212" y="1025"/>
                  </a:moveTo>
                  <a:cubicBezTo>
                    <a:pt x="192" y="911"/>
                    <a:pt x="0" y="504"/>
                    <a:pt x="90" y="339"/>
                  </a:cubicBezTo>
                  <a:cubicBezTo>
                    <a:pt x="180" y="174"/>
                    <a:pt x="578" y="64"/>
                    <a:pt x="752" y="32"/>
                  </a:cubicBezTo>
                  <a:cubicBezTo>
                    <a:pt x="926" y="0"/>
                    <a:pt x="1057" y="122"/>
                    <a:pt x="1137" y="146"/>
                  </a:cubicBezTo>
                </a:path>
              </a:pathLst>
            </a:custGeom>
            <a:noFill/>
            <a:ln w="38100" cap="sq" cmpd="sng">
              <a:solidFill>
                <a:srgbClr val="FF3300"/>
              </a:solidFill>
              <a:round/>
              <a:headEnd/>
              <a:tailEnd/>
            </a:ln>
            <a:extLst>
              <a:ext uri="{909E8E84-426E-40DD-AFC4-6F175D3DCCD1}">
                <a14:hiddenFill xmlns:a14="http://schemas.microsoft.com/office/drawing/2010/main" xmlns="">
                  <a:solidFill>
                    <a:srgbClr val="FFFFFF"/>
                  </a:solidFill>
                </a14:hiddenFill>
              </a:ext>
            </a:extLst>
          </p:spPr>
          <p:txBody>
            <a:bodyPr wrap="none"/>
            <a:lstStyle/>
            <a:p>
              <a:endParaRPr lang="zh-CN" altLang="en-US"/>
            </a:p>
          </p:txBody>
        </p:sp>
      </p:grpSp>
      <p:grpSp>
        <p:nvGrpSpPr>
          <p:cNvPr id="5" name="Group 25"/>
          <p:cNvGrpSpPr>
            <a:grpSpLocks/>
          </p:cNvGrpSpPr>
          <p:nvPr/>
        </p:nvGrpSpPr>
        <p:grpSpPr bwMode="auto">
          <a:xfrm>
            <a:off x="6832600" y="1427163"/>
            <a:ext cx="1857375" cy="1292225"/>
            <a:chOff x="4168" y="1039"/>
            <a:chExt cx="1170" cy="1085"/>
          </a:xfrm>
        </p:grpSpPr>
        <p:sp>
          <p:nvSpPr>
            <p:cNvPr id="54286" name="Text Box 15"/>
            <p:cNvSpPr txBox="1">
              <a:spLocks noChangeArrowheads="1"/>
            </p:cNvSpPr>
            <p:nvPr/>
          </p:nvSpPr>
          <p:spPr bwMode="auto">
            <a:xfrm>
              <a:off x="5080" y="1648"/>
              <a:ext cx="258" cy="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2800" b="0">
                  <a:latin typeface="Times New Roman" pitchFamily="18" charset="0"/>
                  <a:ea typeface="宋体" pitchFamily="2" charset="-122"/>
                </a:rPr>
                <a:t>c</a:t>
              </a:r>
              <a:r>
                <a:rPr lang="en-US" altLang="zh-CN" sz="2800" b="0" baseline="30000">
                  <a:latin typeface="Times New Roman" pitchFamily="18" charset="0"/>
                  <a:ea typeface="宋体" pitchFamily="2" charset="-122"/>
                </a:rPr>
                <a:t>/</a:t>
              </a:r>
              <a:endParaRPr lang="en-US" altLang="zh-CN" sz="2800" b="0">
                <a:latin typeface="Times New Roman" pitchFamily="18" charset="0"/>
                <a:ea typeface="宋体" pitchFamily="2" charset="-122"/>
              </a:endParaRPr>
            </a:p>
          </p:txBody>
        </p:sp>
        <p:sp>
          <p:nvSpPr>
            <p:cNvPr id="54287" name="未知"/>
            <p:cNvSpPr>
              <a:spLocks/>
            </p:cNvSpPr>
            <p:nvPr/>
          </p:nvSpPr>
          <p:spPr bwMode="auto">
            <a:xfrm>
              <a:off x="4168" y="1039"/>
              <a:ext cx="1048" cy="1085"/>
            </a:xfrm>
            <a:custGeom>
              <a:avLst/>
              <a:gdLst>
                <a:gd name="T0" fmla="*/ 0 w 1048"/>
                <a:gd name="T1" fmla="*/ 881 h 1085"/>
                <a:gd name="T2" fmla="*/ 564 w 1048"/>
                <a:gd name="T3" fmla="*/ 1005 h 1085"/>
                <a:gd name="T4" fmla="*/ 993 w 1048"/>
                <a:gd name="T5" fmla="*/ 404 h 1085"/>
                <a:gd name="T6" fmla="*/ 895 w 1048"/>
                <a:gd name="T7" fmla="*/ 0 h 1085"/>
                <a:gd name="T8" fmla="*/ 0 60000 65536"/>
                <a:gd name="T9" fmla="*/ 0 60000 65536"/>
                <a:gd name="T10" fmla="*/ 0 60000 65536"/>
                <a:gd name="T11" fmla="*/ 0 60000 65536"/>
                <a:gd name="T12" fmla="*/ 0 w 1048"/>
                <a:gd name="T13" fmla="*/ 0 h 1085"/>
                <a:gd name="T14" fmla="*/ 1048 w 1048"/>
                <a:gd name="T15" fmla="*/ 1085 h 1085"/>
              </a:gdLst>
              <a:ahLst/>
              <a:cxnLst>
                <a:cxn ang="T8">
                  <a:pos x="T0" y="T1"/>
                </a:cxn>
                <a:cxn ang="T9">
                  <a:pos x="T2" y="T3"/>
                </a:cxn>
                <a:cxn ang="T10">
                  <a:pos x="T4" y="T5"/>
                </a:cxn>
                <a:cxn ang="T11">
                  <a:pos x="T6" y="T7"/>
                </a:cxn>
              </a:cxnLst>
              <a:rect l="T12" t="T13" r="T14" b="T15"/>
              <a:pathLst>
                <a:path w="1048" h="1085">
                  <a:moveTo>
                    <a:pt x="0" y="881"/>
                  </a:moveTo>
                  <a:cubicBezTo>
                    <a:pt x="94" y="902"/>
                    <a:pt x="398" y="1085"/>
                    <a:pt x="564" y="1005"/>
                  </a:cubicBezTo>
                  <a:cubicBezTo>
                    <a:pt x="730" y="925"/>
                    <a:pt x="938" y="572"/>
                    <a:pt x="993" y="404"/>
                  </a:cubicBezTo>
                  <a:cubicBezTo>
                    <a:pt x="1048" y="236"/>
                    <a:pt x="915" y="84"/>
                    <a:pt x="895" y="0"/>
                  </a:cubicBezTo>
                </a:path>
              </a:pathLst>
            </a:custGeom>
            <a:noFill/>
            <a:ln w="38100" cap="sq" cmpd="sng">
              <a:solidFill>
                <a:schemeClr val="accent2"/>
              </a:solidFill>
              <a:round/>
              <a:headEnd/>
              <a:tailEnd/>
            </a:ln>
            <a:extLst>
              <a:ext uri="{909E8E84-426E-40DD-AFC4-6F175D3DCCD1}">
                <a14:hiddenFill xmlns:a14="http://schemas.microsoft.com/office/drawing/2010/main" xmlns="">
                  <a:solidFill>
                    <a:srgbClr val="FFFFFF"/>
                  </a:solidFill>
                </a14:hiddenFill>
              </a:ext>
            </a:extLst>
          </p:spPr>
          <p:txBody>
            <a:bodyPr wrap="none"/>
            <a:lstStyle/>
            <a:p>
              <a:endParaRPr lang="zh-CN" altLang="en-US"/>
            </a:p>
          </p:txBody>
        </p:sp>
      </p:grpSp>
      <p:sp>
        <p:nvSpPr>
          <p:cNvPr id="55316" name="Text Box 20"/>
          <p:cNvSpPr txBox="1">
            <a:spLocks noChangeArrowheads="1"/>
          </p:cNvSpPr>
          <p:nvPr/>
        </p:nvSpPr>
        <p:spPr bwMode="auto">
          <a:xfrm>
            <a:off x="247650" y="1193800"/>
            <a:ext cx="5403850" cy="5857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600">
                <a:solidFill>
                  <a:srgbClr val="FF0000"/>
                </a:solidFill>
                <a:latin typeface="华文中宋" pitchFamily="2" charset="-122"/>
                <a:ea typeface="华文中宋" pitchFamily="2" charset="-122"/>
              </a:rPr>
              <a:t>     </a:t>
            </a:r>
            <a:r>
              <a:rPr lang="zh-CN" altLang="en-US" sz="1600" u="sng">
                <a:solidFill>
                  <a:srgbClr val="FF0000"/>
                </a:solidFill>
                <a:latin typeface="华文中宋" pitchFamily="2" charset="-122"/>
                <a:ea typeface="华文中宋" pitchFamily="2" charset="-122"/>
              </a:rPr>
              <a:t>如果某力的功只与始末位置有关而与具体路径无关，则该力谓之保守力。</a:t>
            </a:r>
          </a:p>
        </p:txBody>
      </p:sp>
      <p:sp>
        <p:nvSpPr>
          <p:cNvPr id="55317" name="Text Box 21"/>
          <p:cNvSpPr txBox="1">
            <a:spLocks noChangeArrowheads="1"/>
          </p:cNvSpPr>
          <p:nvPr/>
        </p:nvSpPr>
        <p:spPr bwMode="auto">
          <a:xfrm>
            <a:off x="611188" y="4192588"/>
            <a:ext cx="78486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u="sng">
                <a:solidFill>
                  <a:srgbClr val="FF0000"/>
                </a:solidFill>
                <a:latin typeface="华文中宋" pitchFamily="2" charset="-122"/>
                <a:ea typeface="华文中宋" pitchFamily="2" charset="-122"/>
              </a:rPr>
              <a:t>若力的功值与具体路径有关</a:t>
            </a:r>
            <a:r>
              <a:rPr lang="en-US" altLang="zh-CN" sz="1800" u="sng">
                <a:solidFill>
                  <a:srgbClr val="FF0000"/>
                </a:solidFill>
                <a:latin typeface="华文中宋" pitchFamily="2" charset="-122"/>
                <a:ea typeface="华文中宋" pitchFamily="2" charset="-122"/>
              </a:rPr>
              <a:t>,</a:t>
            </a:r>
            <a:r>
              <a:rPr lang="zh-CN" altLang="en-US" sz="1800" u="sng">
                <a:solidFill>
                  <a:srgbClr val="FF0000"/>
                </a:solidFill>
                <a:latin typeface="华文中宋" pitchFamily="2" charset="-122"/>
                <a:ea typeface="华文中宋" pitchFamily="2" charset="-122"/>
              </a:rPr>
              <a:t>则为非保守力。</a:t>
            </a:r>
          </a:p>
        </p:txBody>
      </p:sp>
      <p:sp>
        <p:nvSpPr>
          <p:cNvPr id="55318" name="Rectangle 22"/>
          <p:cNvSpPr>
            <a:spLocks noChangeArrowheads="1"/>
          </p:cNvSpPr>
          <p:nvPr/>
        </p:nvSpPr>
        <p:spPr bwMode="auto">
          <a:xfrm>
            <a:off x="5103813" y="4156075"/>
            <a:ext cx="249237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lang="zh-CN" altLang="en-US" sz="1800">
                <a:solidFill>
                  <a:srgbClr val="0000CC"/>
                </a:solidFill>
                <a:latin typeface="华文中宋" pitchFamily="2" charset="-122"/>
                <a:ea typeface="华文中宋" pitchFamily="2" charset="-122"/>
              </a:rPr>
              <a:t>如摩擦力、爆炸力等。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5298"/>
                                        </p:tgtEl>
                                        <p:attrNameLst>
                                          <p:attrName>style.visibility</p:attrName>
                                        </p:attrNameLst>
                                      </p:cBhvr>
                                      <p:to>
                                        <p:strVal val="visible"/>
                                      </p:to>
                                    </p:set>
                                    <p:animEffect transition="in" filter="box(in)">
                                      <p:cBhvr>
                                        <p:cTn id="7" dur="500"/>
                                        <p:tgtEl>
                                          <p:spTgt spid="552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5316"/>
                                        </p:tgtEl>
                                        <p:attrNameLst>
                                          <p:attrName>style.visibility</p:attrName>
                                        </p:attrNameLst>
                                      </p:cBhvr>
                                      <p:to>
                                        <p:strVal val="visible"/>
                                      </p:to>
                                    </p:set>
                                    <p:animEffect transition="in" filter="box(in)">
                                      <p:cBhvr>
                                        <p:cTn id="12" dur="500"/>
                                        <p:tgtEl>
                                          <p:spTgt spid="553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horizontal)">
                                      <p:cBhvr>
                                        <p:cTn id="27" dur="5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55299"/>
                                        </p:tgtEl>
                                        <p:attrNameLst>
                                          <p:attrName>style.visibility</p:attrName>
                                        </p:attrNameLst>
                                      </p:cBhvr>
                                      <p:to>
                                        <p:strVal val="visible"/>
                                      </p:to>
                                    </p:set>
                                    <p:animEffect transition="in" filter="box(in)">
                                      <p:cBhvr>
                                        <p:cTn id="32" dur="500"/>
                                        <p:tgtEl>
                                          <p:spTgt spid="5529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55300"/>
                                        </p:tgtEl>
                                        <p:attrNameLst>
                                          <p:attrName>style.visibility</p:attrName>
                                        </p:attrNameLst>
                                      </p:cBhvr>
                                      <p:to>
                                        <p:strVal val="visible"/>
                                      </p:to>
                                    </p:set>
                                    <p:animEffect transition="in" filter="box(in)">
                                      <p:cBhvr>
                                        <p:cTn id="37" dur="500"/>
                                        <p:tgtEl>
                                          <p:spTgt spid="5530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55301"/>
                                        </p:tgtEl>
                                        <p:attrNameLst>
                                          <p:attrName>style.visibility</p:attrName>
                                        </p:attrNameLst>
                                      </p:cBhvr>
                                      <p:to>
                                        <p:strVal val="visible"/>
                                      </p:to>
                                    </p:set>
                                    <p:animEffect transition="in" filter="box(in)">
                                      <p:cBhvr>
                                        <p:cTn id="42" dur="500"/>
                                        <p:tgtEl>
                                          <p:spTgt spid="5530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blinds(horizontal)">
                                      <p:cBhvr>
                                        <p:cTn id="47" dur="500"/>
                                        <p:tgtEl>
                                          <p:spTgt spid="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55302"/>
                                        </p:tgtEl>
                                        <p:attrNameLst>
                                          <p:attrName>style.visibility</p:attrName>
                                        </p:attrNameLst>
                                      </p:cBhvr>
                                      <p:to>
                                        <p:strVal val="visible"/>
                                      </p:to>
                                    </p:set>
                                    <p:animEffect transition="in" filter="box(in)">
                                      <p:cBhvr>
                                        <p:cTn id="52" dur="500"/>
                                        <p:tgtEl>
                                          <p:spTgt spid="5530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55317"/>
                                        </p:tgtEl>
                                        <p:attrNameLst>
                                          <p:attrName>style.visibility</p:attrName>
                                        </p:attrNameLst>
                                      </p:cBhvr>
                                      <p:to>
                                        <p:strVal val="visible"/>
                                      </p:to>
                                    </p:set>
                                    <p:animEffect transition="in" filter="box(in)">
                                      <p:cBhvr>
                                        <p:cTn id="57" dur="500"/>
                                        <p:tgtEl>
                                          <p:spTgt spid="5531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4" presetClass="entr" presetSubtype="16" fill="hold" grpId="0" nodeType="clickEffect">
                                  <p:stCondLst>
                                    <p:cond delay="0"/>
                                  </p:stCondLst>
                                  <p:childTnLst>
                                    <p:set>
                                      <p:cBhvr>
                                        <p:cTn id="61" dur="1" fill="hold">
                                          <p:stCondLst>
                                            <p:cond delay="0"/>
                                          </p:stCondLst>
                                        </p:cTn>
                                        <p:tgtEl>
                                          <p:spTgt spid="55318"/>
                                        </p:tgtEl>
                                        <p:attrNameLst>
                                          <p:attrName>style.visibility</p:attrName>
                                        </p:attrNameLst>
                                      </p:cBhvr>
                                      <p:to>
                                        <p:strVal val="visible"/>
                                      </p:to>
                                    </p:set>
                                    <p:animEffect transition="in" filter="box(in)">
                                      <p:cBhvr>
                                        <p:cTn id="62" dur="500"/>
                                        <p:tgtEl>
                                          <p:spTgt spid="553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autoUpdateAnimBg="0"/>
      <p:bldP spid="55302" grpId="0" autoUpdateAnimBg="0"/>
      <p:bldP spid="55316" grpId="0" autoUpdateAnimBg="0"/>
      <p:bldP spid="55317" grpId="0" autoUpdateAnimBg="0"/>
      <p:bldP spid="55318"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420" name="Object 4"/>
          <p:cNvGraphicFramePr>
            <a:graphicFrameLocks noChangeAspect="1"/>
          </p:cNvGraphicFramePr>
          <p:nvPr/>
        </p:nvGraphicFramePr>
        <p:xfrm>
          <a:off x="900113" y="1960563"/>
          <a:ext cx="3152775" cy="684212"/>
        </p:xfrm>
        <a:graphic>
          <a:graphicData uri="http://schemas.openxmlformats.org/presentationml/2006/ole">
            <p:oleObj spid="_x0000_s55339" name="Equation" r:id="rId5" imgW="1333500" imgH="393700" progId="Equation.DSMT4">
              <p:embed/>
            </p:oleObj>
          </a:graphicData>
        </a:graphic>
      </p:graphicFrame>
      <p:graphicFrame>
        <p:nvGraphicFramePr>
          <p:cNvPr id="60421" name="Object 5"/>
          <p:cNvGraphicFramePr>
            <a:graphicFrameLocks noChangeAspect="1"/>
          </p:cNvGraphicFramePr>
          <p:nvPr/>
        </p:nvGraphicFramePr>
        <p:xfrm>
          <a:off x="4067175" y="2020888"/>
          <a:ext cx="2911475" cy="406400"/>
        </p:xfrm>
        <a:graphic>
          <a:graphicData uri="http://schemas.openxmlformats.org/presentationml/2006/ole">
            <p:oleObj spid="_x0000_s55340" name="Equation" r:id="rId6" imgW="1180588" imgH="215806" progId="Equation.DSMT4">
              <p:embed/>
            </p:oleObj>
          </a:graphicData>
        </a:graphic>
      </p:graphicFrame>
      <p:graphicFrame>
        <p:nvGraphicFramePr>
          <p:cNvPr id="60422" name="Object 6"/>
          <p:cNvGraphicFramePr>
            <a:graphicFrameLocks noChangeAspect="1"/>
          </p:cNvGraphicFramePr>
          <p:nvPr/>
        </p:nvGraphicFramePr>
        <p:xfrm>
          <a:off x="611188" y="2605088"/>
          <a:ext cx="2776537" cy="433387"/>
        </p:xfrm>
        <a:graphic>
          <a:graphicData uri="http://schemas.openxmlformats.org/presentationml/2006/ole">
            <p:oleObj spid="_x0000_s55341" name="Equation" r:id="rId7" imgW="1079500" imgH="228600" progId="Equation.DSMT4">
              <p:embed/>
            </p:oleObj>
          </a:graphicData>
        </a:graphic>
      </p:graphicFrame>
      <p:graphicFrame>
        <p:nvGraphicFramePr>
          <p:cNvPr id="60423" name="Object 7"/>
          <p:cNvGraphicFramePr>
            <a:graphicFrameLocks noChangeAspect="1"/>
          </p:cNvGraphicFramePr>
          <p:nvPr/>
        </p:nvGraphicFramePr>
        <p:xfrm>
          <a:off x="623888" y="3144838"/>
          <a:ext cx="2571750" cy="706437"/>
        </p:xfrm>
        <a:graphic>
          <a:graphicData uri="http://schemas.openxmlformats.org/presentationml/2006/ole">
            <p:oleObj spid="_x0000_s55342" name="Equation" r:id="rId8" imgW="1079032" imgH="393529" progId="Equation.DSMT4">
              <p:embed/>
            </p:oleObj>
          </a:graphicData>
        </a:graphic>
      </p:graphicFrame>
      <p:graphicFrame>
        <p:nvGraphicFramePr>
          <p:cNvPr id="60424" name="Object 8"/>
          <p:cNvGraphicFramePr>
            <a:graphicFrameLocks noChangeAspect="1"/>
          </p:cNvGraphicFramePr>
          <p:nvPr/>
        </p:nvGraphicFramePr>
        <p:xfrm>
          <a:off x="6227763" y="3127375"/>
          <a:ext cx="2986087" cy="668338"/>
        </p:xfrm>
        <a:graphic>
          <a:graphicData uri="http://schemas.openxmlformats.org/presentationml/2006/ole">
            <p:oleObj spid="_x0000_s55343" name="Equation" r:id="rId9" imgW="1307532" imgH="393529" progId="Equation.DSMT4">
              <p:embed/>
            </p:oleObj>
          </a:graphicData>
        </a:graphic>
      </p:graphicFrame>
      <p:sp>
        <p:nvSpPr>
          <p:cNvPr id="60425" name="Rectangle 9"/>
          <p:cNvSpPr>
            <a:spLocks noChangeArrowheads="1"/>
          </p:cNvSpPr>
          <p:nvPr/>
        </p:nvSpPr>
        <p:spPr bwMode="auto">
          <a:xfrm>
            <a:off x="723900" y="1482725"/>
            <a:ext cx="1184275"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r>
              <a:rPr lang="en-US" altLang="zh-CN" sz="1800">
                <a:solidFill>
                  <a:schemeClr val="accent2"/>
                </a:solidFill>
                <a:latin typeface="华文中宋" pitchFamily="2" charset="-122"/>
                <a:ea typeface="华文中宋" pitchFamily="2" charset="-122"/>
              </a:rPr>
              <a:t>1</a:t>
            </a:r>
            <a:r>
              <a:rPr lang="zh-CN" altLang="en-US" sz="1800">
                <a:solidFill>
                  <a:schemeClr val="accent2"/>
                </a:solidFill>
                <a:latin typeface="华文中宋" pitchFamily="2" charset="-122"/>
                <a:ea typeface="华文中宋" pitchFamily="2" charset="-122"/>
              </a:rPr>
              <a:t>、动能</a:t>
            </a:r>
          </a:p>
        </p:txBody>
      </p:sp>
      <p:sp>
        <p:nvSpPr>
          <p:cNvPr id="60426" name="Text Box 10"/>
          <p:cNvSpPr txBox="1">
            <a:spLocks noChangeArrowheads="1"/>
          </p:cNvSpPr>
          <p:nvPr/>
        </p:nvSpPr>
        <p:spPr bwMode="auto">
          <a:xfrm>
            <a:off x="3622675" y="3916363"/>
            <a:ext cx="3244850" cy="371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chemeClr val="accent2"/>
                </a:solidFill>
                <a:latin typeface="华文中宋" pitchFamily="2" charset="-122"/>
                <a:ea typeface="华文中宋" pitchFamily="2" charset="-122"/>
              </a:rPr>
              <a:t>是一个独立的物理量</a:t>
            </a:r>
            <a:r>
              <a:rPr lang="zh-CN" altLang="en-US" sz="1800">
                <a:solidFill>
                  <a:srgbClr val="0000CC"/>
                </a:solidFill>
                <a:latin typeface="华文中宋" pitchFamily="2" charset="-122"/>
                <a:ea typeface="华文中宋" pitchFamily="2" charset="-122"/>
              </a:rPr>
              <a:t>，</a:t>
            </a:r>
          </a:p>
        </p:txBody>
      </p:sp>
      <p:sp>
        <p:nvSpPr>
          <p:cNvPr id="60427" name="Text Box 11"/>
          <p:cNvSpPr txBox="1">
            <a:spLocks noChangeArrowheads="1"/>
          </p:cNvSpPr>
          <p:nvPr/>
        </p:nvSpPr>
        <p:spPr bwMode="auto">
          <a:xfrm>
            <a:off x="3632200" y="4219575"/>
            <a:ext cx="4470400" cy="371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chemeClr val="accent2"/>
                </a:solidFill>
                <a:latin typeface="华文中宋" pitchFamily="2" charset="-122"/>
                <a:ea typeface="华文中宋" pitchFamily="2" charset="-122"/>
              </a:rPr>
              <a:t>与力在空间上的积累效应对应。</a:t>
            </a:r>
            <a:endParaRPr lang="zh-CN" altLang="en-US" sz="1800">
              <a:latin typeface="华文中宋" pitchFamily="2" charset="-122"/>
              <a:ea typeface="华文中宋" pitchFamily="2" charset="-122"/>
            </a:endParaRPr>
          </a:p>
        </p:txBody>
      </p:sp>
      <p:sp>
        <p:nvSpPr>
          <p:cNvPr id="60428" name="Text Box 12"/>
          <p:cNvSpPr txBox="1">
            <a:spLocks noChangeArrowheads="1"/>
          </p:cNvSpPr>
          <p:nvPr/>
        </p:nvSpPr>
        <p:spPr bwMode="auto">
          <a:xfrm>
            <a:off x="558800" y="4060825"/>
            <a:ext cx="1406525" cy="371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eaLnBrk="1" hangingPunct="1"/>
            <a:r>
              <a:rPr lang="zh-CN" altLang="en-US" sz="1800">
                <a:solidFill>
                  <a:srgbClr val="000000"/>
                </a:solidFill>
                <a:latin typeface="华文中宋" pitchFamily="2" charset="-122"/>
                <a:ea typeface="华文中宋" pitchFamily="2" charset="-122"/>
              </a:rPr>
              <a:t>★</a:t>
            </a:r>
            <a:r>
              <a:rPr lang="zh-CN" altLang="en-US" sz="1800">
                <a:latin typeface="华文中宋" pitchFamily="2" charset="-122"/>
                <a:ea typeface="华文中宋" pitchFamily="2" charset="-122"/>
                <a:sym typeface="Monotype Sorts" pitchFamily="2" charset="2"/>
              </a:rPr>
              <a:t>这说明</a:t>
            </a:r>
          </a:p>
        </p:txBody>
      </p:sp>
      <p:graphicFrame>
        <p:nvGraphicFramePr>
          <p:cNvPr id="60429" name="Object 13"/>
          <p:cNvGraphicFramePr>
            <a:graphicFrameLocks noChangeAspect="1"/>
          </p:cNvGraphicFramePr>
          <p:nvPr/>
        </p:nvGraphicFramePr>
        <p:xfrm>
          <a:off x="2219325" y="3937000"/>
          <a:ext cx="912813" cy="661988"/>
        </p:xfrm>
        <a:graphic>
          <a:graphicData uri="http://schemas.openxmlformats.org/presentationml/2006/ole">
            <p:oleObj spid="_x0000_s55344" name="Equation" r:id="rId10" imgW="418918" imgH="406224" progId="Equation.DSMT4">
              <p:embed/>
            </p:oleObj>
          </a:graphicData>
        </a:graphic>
      </p:graphicFrame>
      <p:graphicFrame>
        <p:nvGraphicFramePr>
          <p:cNvPr id="60430" name="Object 14"/>
          <p:cNvGraphicFramePr>
            <a:graphicFrameLocks noChangeAspect="1"/>
          </p:cNvGraphicFramePr>
          <p:nvPr/>
        </p:nvGraphicFramePr>
        <p:xfrm>
          <a:off x="3441700" y="2617788"/>
          <a:ext cx="2466975" cy="365125"/>
        </p:xfrm>
        <a:graphic>
          <a:graphicData uri="http://schemas.openxmlformats.org/presentationml/2006/ole">
            <p:oleObj spid="_x0000_s55345" name="Equation" r:id="rId11" imgW="939392" imgH="190417" progId="Equation.DSMT4">
              <p:embed/>
            </p:oleObj>
          </a:graphicData>
        </a:graphic>
      </p:graphicFrame>
      <p:graphicFrame>
        <p:nvGraphicFramePr>
          <p:cNvPr id="60431" name="Object 15"/>
          <p:cNvGraphicFramePr>
            <a:graphicFrameLocks noChangeAspect="1"/>
          </p:cNvGraphicFramePr>
          <p:nvPr/>
        </p:nvGraphicFramePr>
        <p:xfrm>
          <a:off x="5954713" y="2638425"/>
          <a:ext cx="1379537" cy="344488"/>
        </p:xfrm>
        <a:graphic>
          <a:graphicData uri="http://schemas.openxmlformats.org/presentationml/2006/ole">
            <p:oleObj spid="_x0000_s55346" name="Equation" r:id="rId12" imgW="558800" imgH="190500" progId="Equation.DSMT4">
              <p:embed/>
            </p:oleObj>
          </a:graphicData>
        </a:graphic>
      </p:graphicFrame>
      <p:sp>
        <p:nvSpPr>
          <p:cNvPr id="60432" name="Text Box 16"/>
          <p:cNvSpPr txBox="1">
            <a:spLocks noChangeArrowheads="1"/>
          </p:cNvSpPr>
          <p:nvPr/>
        </p:nvSpPr>
        <p:spPr bwMode="auto">
          <a:xfrm>
            <a:off x="4657725" y="3314700"/>
            <a:ext cx="224948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Times New Roman" pitchFamily="18" charset="0"/>
                <a:ea typeface="华文中宋" pitchFamily="2" charset="-122"/>
              </a:rPr>
              <a:t>又，</a:t>
            </a:r>
            <a:r>
              <a:rPr lang="en-US" altLang="zh-CN" sz="1800" i="1">
                <a:latin typeface="Times New Roman" pitchFamily="18" charset="0"/>
                <a:ea typeface="华文中宋" pitchFamily="2" charset="-122"/>
              </a:rPr>
              <a:t>m</a:t>
            </a:r>
            <a:r>
              <a:rPr lang="zh-CN" altLang="en-US" sz="1800">
                <a:latin typeface="Times New Roman" pitchFamily="18" charset="0"/>
                <a:ea typeface="华文中宋" pitchFamily="2" charset="-122"/>
              </a:rPr>
              <a:t>为常数　</a:t>
            </a:r>
          </a:p>
        </p:txBody>
      </p:sp>
      <p:graphicFrame>
        <p:nvGraphicFramePr>
          <p:cNvPr id="60444" name="Object 28"/>
          <p:cNvGraphicFramePr>
            <a:graphicFrameLocks noChangeAspect="1"/>
          </p:cNvGraphicFramePr>
          <p:nvPr/>
        </p:nvGraphicFramePr>
        <p:xfrm>
          <a:off x="3186113" y="3160713"/>
          <a:ext cx="1484312" cy="706437"/>
        </p:xfrm>
        <a:graphic>
          <a:graphicData uri="http://schemas.openxmlformats.org/presentationml/2006/ole">
            <p:oleObj spid="_x0000_s55347" name="Equation" r:id="rId13" imgW="622030" imgH="393529" progId="Equation.DSMT4">
              <p:embed/>
            </p:oleObj>
          </a:graphicData>
        </a:graphic>
      </p:graphicFrame>
      <p:grpSp>
        <p:nvGrpSpPr>
          <p:cNvPr id="2" name="Group 31"/>
          <p:cNvGrpSpPr>
            <a:grpSpLocks/>
          </p:cNvGrpSpPr>
          <p:nvPr/>
        </p:nvGrpSpPr>
        <p:grpSpPr bwMode="auto">
          <a:xfrm>
            <a:off x="2051050" y="1355725"/>
            <a:ext cx="6337300" cy="663575"/>
            <a:chOff x="295" y="581"/>
            <a:chExt cx="3992" cy="557"/>
          </a:xfrm>
        </p:grpSpPr>
        <p:graphicFrame>
          <p:nvGraphicFramePr>
            <p:cNvPr id="55314" name="Object 3"/>
            <p:cNvGraphicFramePr>
              <a:graphicFrameLocks noChangeAspect="1"/>
            </p:cNvGraphicFramePr>
            <p:nvPr/>
          </p:nvGraphicFramePr>
          <p:xfrm>
            <a:off x="1266" y="581"/>
            <a:ext cx="934" cy="557"/>
          </p:xfrm>
          <a:graphic>
            <a:graphicData uri="http://schemas.openxmlformats.org/presentationml/2006/ole">
              <p:oleObj spid="_x0000_s55348" name="Equation" r:id="rId14" imgW="647419" imgH="393529" progId="Equation.DSMT4">
                <p:embed/>
              </p:oleObj>
            </a:graphicData>
          </a:graphic>
        </p:graphicFrame>
        <p:graphicFrame>
          <p:nvGraphicFramePr>
            <p:cNvPr id="55315" name="Object 29"/>
            <p:cNvGraphicFramePr>
              <a:graphicFrameLocks noChangeAspect="1"/>
            </p:cNvGraphicFramePr>
            <p:nvPr/>
          </p:nvGraphicFramePr>
          <p:xfrm>
            <a:off x="3424" y="700"/>
            <a:ext cx="841" cy="293"/>
          </p:xfrm>
          <a:graphic>
            <a:graphicData uri="http://schemas.openxmlformats.org/presentationml/2006/ole">
              <p:oleObj spid="_x0000_s55349" name="Equation" r:id="rId15" imgW="545863" imgH="190417" progId="Equation.DSMT4">
                <p:embed/>
              </p:oleObj>
            </a:graphicData>
          </a:graphic>
        </p:graphicFrame>
        <p:sp>
          <p:nvSpPr>
            <p:cNvPr id="55316" name="Text Box 30"/>
            <p:cNvSpPr txBox="1">
              <a:spLocks noChangeArrowheads="1"/>
            </p:cNvSpPr>
            <p:nvPr/>
          </p:nvSpPr>
          <p:spPr bwMode="auto">
            <a:xfrm>
              <a:off x="295" y="684"/>
              <a:ext cx="3992" cy="3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chemeClr val="accent2"/>
                  </a:solidFill>
                  <a:latin typeface="华文中宋" pitchFamily="2" charset="-122"/>
                  <a:ea typeface="华文中宋" pitchFamily="2" charset="-122"/>
                </a:rPr>
                <a:t>牛顿第二定律</a:t>
              </a:r>
              <a:r>
                <a:rPr lang="en-US" altLang="zh-CN" sz="1800">
                  <a:solidFill>
                    <a:schemeClr val="accent2"/>
                  </a:solidFill>
                  <a:latin typeface="华文中宋" pitchFamily="2" charset="-122"/>
                  <a:ea typeface="华文中宋" pitchFamily="2" charset="-122"/>
                </a:rPr>
                <a:t>                          </a:t>
              </a:r>
              <a:r>
                <a:rPr lang="zh-CN" altLang="en-US" sz="1800">
                  <a:solidFill>
                    <a:schemeClr val="accent2"/>
                  </a:solidFill>
                  <a:latin typeface="华文中宋" pitchFamily="2" charset="-122"/>
                  <a:ea typeface="华文中宋" pitchFamily="2" charset="-122"/>
                </a:rPr>
                <a:t>两边同时点乘</a:t>
              </a:r>
              <a:endParaRPr lang="zh-CN" altLang="en-US" sz="1800">
                <a:latin typeface="华文中宋" pitchFamily="2" charset="-122"/>
                <a:ea typeface="华文中宋" pitchFamily="2" charset="-122"/>
              </a:endParaRPr>
            </a:p>
          </p:txBody>
        </p:sp>
      </p:grpSp>
      <p:sp>
        <p:nvSpPr>
          <p:cNvPr id="21" name="Text Box 2"/>
          <p:cNvSpPr>
            <a:spLocks noChangeArrowheads="1"/>
          </p:cNvSpPr>
          <p:nvPr/>
        </p:nvSpPr>
        <p:spPr bwMode="auto">
          <a:xfrm>
            <a:off x="593725" y="874713"/>
            <a:ext cx="1889125" cy="401637"/>
          </a:xfrm>
          <a:prstGeom prst="homePlate">
            <a:avLst>
              <a:gd name="adj" fmla="val 49845"/>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buFont typeface="Arial" charset="0"/>
              <a:buNone/>
            </a:pPr>
            <a:r>
              <a:rPr lang="zh-CN" altLang="en-US" sz="2000">
                <a:solidFill>
                  <a:srgbClr val="FFFFFF"/>
                </a:solidFill>
                <a:latin typeface="微软雅黑" pitchFamily="34" charset="-122"/>
                <a:ea typeface="微软雅黑" pitchFamily="34" charset="-122"/>
              </a:rPr>
              <a:t>二、动能定理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down)">
                                      <p:cBhvr>
                                        <p:cTn id="7" dur="500"/>
                                        <p:tgtEl>
                                          <p:spTgt spid="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0425"/>
                                        </p:tgtEl>
                                        <p:attrNameLst>
                                          <p:attrName>style.visibility</p:attrName>
                                        </p:attrNameLst>
                                      </p:cBhvr>
                                      <p:to>
                                        <p:strVal val="visible"/>
                                      </p:to>
                                    </p:set>
                                    <p:animEffect transition="in" filter="box(in)">
                                      <p:cBhvr>
                                        <p:cTn id="12" dur="500"/>
                                        <p:tgtEl>
                                          <p:spTgt spid="60425"/>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60420"/>
                                        </p:tgtEl>
                                        <p:attrNameLst>
                                          <p:attrName>style.visibility</p:attrName>
                                        </p:attrNameLst>
                                      </p:cBhvr>
                                      <p:to>
                                        <p:strVal val="visible"/>
                                      </p:to>
                                    </p:set>
                                    <p:animEffect transition="in" filter="box(in)">
                                      <p:cBhvr>
                                        <p:cTn id="22" dur="500"/>
                                        <p:tgtEl>
                                          <p:spTgt spid="604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60421"/>
                                        </p:tgtEl>
                                        <p:attrNameLst>
                                          <p:attrName>style.visibility</p:attrName>
                                        </p:attrNameLst>
                                      </p:cBhvr>
                                      <p:to>
                                        <p:strVal val="visible"/>
                                      </p:to>
                                    </p:set>
                                    <p:animEffect transition="in" filter="box(in)">
                                      <p:cBhvr>
                                        <p:cTn id="27" dur="500"/>
                                        <p:tgtEl>
                                          <p:spTgt spid="6042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60422"/>
                                        </p:tgtEl>
                                        <p:attrNameLst>
                                          <p:attrName>style.visibility</p:attrName>
                                        </p:attrNameLst>
                                      </p:cBhvr>
                                      <p:to>
                                        <p:strVal val="visible"/>
                                      </p:to>
                                    </p:set>
                                    <p:animEffect transition="in" filter="box(in)">
                                      <p:cBhvr>
                                        <p:cTn id="32" dur="500"/>
                                        <p:tgtEl>
                                          <p:spTgt spid="6042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60430"/>
                                        </p:tgtEl>
                                        <p:attrNameLst>
                                          <p:attrName>style.visibility</p:attrName>
                                        </p:attrNameLst>
                                      </p:cBhvr>
                                      <p:to>
                                        <p:strVal val="visible"/>
                                      </p:to>
                                    </p:set>
                                    <p:animEffect transition="in" filter="box(in)">
                                      <p:cBhvr>
                                        <p:cTn id="37" dur="500"/>
                                        <p:tgtEl>
                                          <p:spTgt spid="6043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60431"/>
                                        </p:tgtEl>
                                        <p:attrNameLst>
                                          <p:attrName>style.visibility</p:attrName>
                                        </p:attrNameLst>
                                      </p:cBhvr>
                                      <p:to>
                                        <p:strVal val="visible"/>
                                      </p:to>
                                    </p:set>
                                    <p:animEffect transition="in" filter="box(in)">
                                      <p:cBhvr>
                                        <p:cTn id="42" dur="500"/>
                                        <p:tgtEl>
                                          <p:spTgt spid="6043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nodeType="clickEffect">
                                  <p:stCondLst>
                                    <p:cond delay="0"/>
                                  </p:stCondLst>
                                  <p:childTnLst>
                                    <p:set>
                                      <p:cBhvr>
                                        <p:cTn id="46" dur="1" fill="hold">
                                          <p:stCondLst>
                                            <p:cond delay="0"/>
                                          </p:stCondLst>
                                        </p:cTn>
                                        <p:tgtEl>
                                          <p:spTgt spid="60423"/>
                                        </p:tgtEl>
                                        <p:attrNameLst>
                                          <p:attrName>style.visibility</p:attrName>
                                        </p:attrNameLst>
                                      </p:cBhvr>
                                      <p:to>
                                        <p:strVal val="visible"/>
                                      </p:to>
                                    </p:set>
                                    <p:animEffect transition="in" filter="box(in)">
                                      <p:cBhvr>
                                        <p:cTn id="47" dur="500"/>
                                        <p:tgtEl>
                                          <p:spTgt spid="6042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nodeType="clickEffect">
                                  <p:stCondLst>
                                    <p:cond delay="0"/>
                                  </p:stCondLst>
                                  <p:childTnLst>
                                    <p:set>
                                      <p:cBhvr>
                                        <p:cTn id="51" dur="1" fill="hold">
                                          <p:stCondLst>
                                            <p:cond delay="0"/>
                                          </p:stCondLst>
                                        </p:cTn>
                                        <p:tgtEl>
                                          <p:spTgt spid="60444"/>
                                        </p:tgtEl>
                                        <p:attrNameLst>
                                          <p:attrName>style.visibility</p:attrName>
                                        </p:attrNameLst>
                                      </p:cBhvr>
                                      <p:to>
                                        <p:strVal val="visible"/>
                                      </p:to>
                                    </p:set>
                                    <p:animEffect transition="in" filter="box(in)">
                                      <p:cBhvr>
                                        <p:cTn id="52" dur="500"/>
                                        <p:tgtEl>
                                          <p:spTgt spid="6044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60432"/>
                                        </p:tgtEl>
                                        <p:attrNameLst>
                                          <p:attrName>style.visibility</p:attrName>
                                        </p:attrNameLst>
                                      </p:cBhvr>
                                      <p:to>
                                        <p:strVal val="visible"/>
                                      </p:to>
                                    </p:set>
                                    <p:animEffect transition="in" filter="checkerboard(across)">
                                      <p:cBhvr>
                                        <p:cTn id="57" dur="500"/>
                                        <p:tgtEl>
                                          <p:spTgt spid="6043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4" presetClass="entr" presetSubtype="16" fill="hold" nodeType="clickEffect">
                                  <p:stCondLst>
                                    <p:cond delay="0"/>
                                  </p:stCondLst>
                                  <p:childTnLst>
                                    <p:set>
                                      <p:cBhvr>
                                        <p:cTn id="61" dur="1" fill="hold">
                                          <p:stCondLst>
                                            <p:cond delay="0"/>
                                          </p:stCondLst>
                                        </p:cTn>
                                        <p:tgtEl>
                                          <p:spTgt spid="60424"/>
                                        </p:tgtEl>
                                        <p:attrNameLst>
                                          <p:attrName>style.visibility</p:attrName>
                                        </p:attrNameLst>
                                      </p:cBhvr>
                                      <p:to>
                                        <p:strVal val="visible"/>
                                      </p:to>
                                    </p:set>
                                    <p:animEffect transition="in" filter="box(in)">
                                      <p:cBhvr>
                                        <p:cTn id="62" dur="500"/>
                                        <p:tgtEl>
                                          <p:spTgt spid="6042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4" presetClass="entr" presetSubtype="16" fill="hold" grpId="0" nodeType="clickEffect">
                                  <p:stCondLst>
                                    <p:cond delay="0"/>
                                  </p:stCondLst>
                                  <p:childTnLst>
                                    <p:set>
                                      <p:cBhvr>
                                        <p:cTn id="66" dur="1" fill="hold">
                                          <p:stCondLst>
                                            <p:cond delay="0"/>
                                          </p:stCondLst>
                                        </p:cTn>
                                        <p:tgtEl>
                                          <p:spTgt spid="60428"/>
                                        </p:tgtEl>
                                        <p:attrNameLst>
                                          <p:attrName>style.visibility</p:attrName>
                                        </p:attrNameLst>
                                      </p:cBhvr>
                                      <p:to>
                                        <p:strVal val="visible"/>
                                      </p:to>
                                    </p:set>
                                    <p:animEffect transition="in" filter="box(in)">
                                      <p:cBhvr>
                                        <p:cTn id="67" dur="500"/>
                                        <p:tgtEl>
                                          <p:spTgt spid="6042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4" presetClass="entr" presetSubtype="16" fill="hold" nodeType="clickEffect">
                                  <p:stCondLst>
                                    <p:cond delay="0"/>
                                  </p:stCondLst>
                                  <p:childTnLst>
                                    <p:set>
                                      <p:cBhvr>
                                        <p:cTn id="71" dur="1" fill="hold">
                                          <p:stCondLst>
                                            <p:cond delay="0"/>
                                          </p:stCondLst>
                                        </p:cTn>
                                        <p:tgtEl>
                                          <p:spTgt spid="60429"/>
                                        </p:tgtEl>
                                        <p:attrNameLst>
                                          <p:attrName>style.visibility</p:attrName>
                                        </p:attrNameLst>
                                      </p:cBhvr>
                                      <p:to>
                                        <p:strVal val="visible"/>
                                      </p:to>
                                    </p:set>
                                    <p:animEffect transition="in" filter="box(in)">
                                      <p:cBhvr>
                                        <p:cTn id="72" dur="500"/>
                                        <p:tgtEl>
                                          <p:spTgt spid="60429"/>
                                        </p:tgtEl>
                                      </p:cBhvr>
                                    </p:animEffect>
                                  </p:childTnLst>
                                </p:cTn>
                              </p:par>
                            </p:childTnLst>
                          </p:cTn>
                        </p:par>
                        <p:par>
                          <p:cTn id="73" fill="hold" nodeType="afterGroup">
                            <p:stCondLst>
                              <p:cond delay="500"/>
                            </p:stCondLst>
                            <p:childTnLst>
                              <p:par>
                                <p:cTn id="74" presetID="4" presetClass="entr" presetSubtype="16" fill="hold" grpId="0" nodeType="afterEffect">
                                  <p:stCondLst>
                                    <p:cond delay="0"/>
                                  </p:stCondLst>
                                  <p:childTnLst>
                                    <p:set>
                                      <p:cBhvr>
                                        <p:cTn id="75" dur="1" fill="hold">
                                          <p:stCondLst>
                                            <p:cond delay="0"/>
                                          </p:stCondLst>
                                        </p:cTn>
                                        <p:tgtEl>
                                          <p:spTgt spid="60426"/>
                                        </p:tgtEl>
                                        <p:attrNameLst>
                                          <p:attrName>style.visibility</p:attrName>
                                        </p:attrNameLst>
                                      </p:cBhvr>
                                      <p:to>
                                        <p:strVal val="visible"/>
                                      </p:to>
                                    </p:set>
                                    <p:animEffect transition="in" filter="box(in)">
                                      <p:cBhvr>
                                        <p:cTn id="76" dur="500"/>
                                        <p:tgtEl>
                                          <p:spTgt spid="60426"/>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4" presetClass="entr" presetSubtype="16" fill="hold" grpId="0" nodeType="clickEffect">
                                  <p:stCondLst>
                                    <p:cond delay="0"/>
                                  </p:stCondLst>
                                  <p:childTnLst>
                                    <p:set>
                                      <p:cBhvr>
                                        <p:cTn id="80" dur="1" fill="hold">
                                          <p:stCondLst>
                                            <p:cond delay="0"/>
                                          </p:stCondLst>
                                        </p:cTn>
                                        <p:tgtEl>
                                          <p:spTgt spid="60427"/>
                                        </p:tgtEl>
                                        <p:attrNameLst>
                                          <p:attrName>style.visibility</p:attrName>
                                        </p:attrNameLst>
                                      </p:cBhvr>
                                      <p:to>
                                        <p:strVal val="visible"/>
                                      </p:to>
                                    </p:set>
                                    <p:animEffect transition="in" filter="box(in)">
                                      <p:cBhvr>
                                        <p:cTn id="81" dur="500"/>
                                        <p:tgtEl>
                                          <p:spTgt spid="60427"/>
                                        </p:tgtEl>
                                      </p:cBhvr>
                                    </p:animEffect>
                                  </p:childTnLst>
                                  <p:subTnLst>
                                    <p:audio>
                                      <p:cMediaNode>
                                        <p:cTn display="0" masterRel="sameClick">
                                          <p:stCondLst>
                                            <p:cond evt="begin" delay="0">
                                              <p:tn val="79"/>
                                            </p:cond>
                                          </p:stCondLst>
                                          <p:endCondLst>
                                            <p:cond evt="onStopAudio" delay="0">
                                              <p:tgtEl>
                                                <p:sldTgt/>
                                              </p:tgtEl>
                                            </p:cond>
                                          </p:endCondLst>
                                        </p:cTn>
                                        <p:tgtEl>
                                          <p:sndTgt r:embed="rId4"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5" grpId="0" autoUpdateAnimBg="0"/>
      <p:bldP spid="60426" grpId="0" autoUpdateAnimBg="0"/>
      <p:bldP spid="60427" grpId="0" autoUpdateAnimBg="0"/>
      <p:bldP spid="60428" grpId="0" autoUpdateAnimBg="0"/>
      <p:bldP spid="60432" grpId="0" autoUpdateAnimBg="0"/>
      <p:bldP spid="21"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42" name="Object 2"/>
          <p:cNvGraphicFramePr>
            <a:graphicFrameLocks noChangeAspect="1"/>
          </p:cNvGraphicFramePr>
          <p:nvPr/>
        </p:nvGraphicFramePr>
        <p:xfrm>
          <a:off x="3159125" y="798513"/>
          <a:ext cx="1773238" cy="714375"/>
        </p:xfrm>
        <a:graphic>
          <a:graphicData uri="http://schemas.openxmlformats.org/presentationml/2006/ole">
            <p:oleObj spid="_x0000_s56338" name="公式" r:id="rId3" imgW="761669" imgH="406224" progId="Equation.3">
              <p:embed/>
            </p:oleObj>
          </a:graphicData>
        </a:graphic>
      </p:graphicFrame>
      <p:sp>
        <p:nvSpPr>
          <p:cNvPr id="61443" name="Text Box 3"/>
          <p:cNvSpPr txBox="1">
            <a:spLocks noChangeArrowheads="1"/>
          </p:cNvSpPr>
          <p:nvPr/>
        </p:nvSpPr>
        <p:spPr bwMode="auto">
          <a:xfrm>
            <a:off x="381000" y="1420813"/>
            <a:ext cx="82296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solidFill>
                  <a:srgbClr val="000000"/>
                </a:solidFill>
                <a:latin typeface="华文中宋" pitchFamily="2" charset="-122"/>
                <a:ea typeface="华文中宋" pitchFamily="2" charset="-122"/>
              </a:rPr>
              <a:t>★是质点作机械运动时所具有的运动量的量度，称之为动能</a:t>
            </a:r>
          </a:p>
        </p:txBody>
      </p:sp>
      <p:sp>
        <p:nvSpPr>
          <p:cNvPr id="61444" name="Text Box 4"/>
          <p:cNvSpPr txBox="1">
            <a:spLocks noChangeArrowheads="1"/>
          </p:cNvSpPr>
          <p:nvPr/>
        </p:nvSpPr>
        <p:spPr bwMode="auto">
          <a:xfrm>
            <a:off x="357188" y="1803400"/>
            <a:ext cx="61595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solidFill>
                  <a:srgbClr val="000000"/>
                </a:solidFill>
                <a:latin typeface="华文中宋" pitchFamily="2" charset="-122"/>
                <a:ea typeface="华文中宋" pitchFamily="2" charset="-122"/>
              </a:rPr>
              <a:t>★是状态量，相对量，与参照系的选择有关</a:t>
            </a:r>
            <a:r>
              <a:rPr lang="zh-CN" altLang="en-US" sz="1800">
                <a:latin typeface="华文中宋" pitchFamily="2" charset="-122"/>
                <a:ea typeface="华文中宋" pitchFamily="2" charset="-122"/>
              </a:rPr>
              <a:t> </a:t>
            </a:r>
          </a:p>
        </p:txBody>
      </p:sp>
      <p:sp>
        <p:nvSpPr>
          <p:cNvPr id="61445" name="Text Box 5"/>
          <p:cNvSpPr txBox="1">
            <a:spLocks noChangeArrowheads="1"/>
          </p:cNvSpPr>
          <p:nvPr/>
        </p:nvSpPr>
        <p:spPr bwMode="auto">
          <a:xfrm>
            <a:off x="228600" y="2205038"/>
            <a:ext cx="2614613"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en-US" altLang="zh-CN" sz="1800">
                <a:solidFill>
                  <a:schemeClr val="accent2"/>
                </a:solidFill>
                <a:latin typeface="华文中宋" pitchFamily="2" charset="-122"/>
                <a:ea typeface="华文中宋" pitchFamily="2" charset="-122"/>
              </a:rPr>
              <a:t>2</a:t>
            </a:r>
            <a:r>
              <a:rPr lang="zh-CN" altLang="en-US" sz="1800">
                <a:solidFill>
                  <a:schemeClr val="accent2"/>
                </a:solidFill>
                <a:latin typeface="华文中宋" pitchFamily="2" charset="-122"/>
                <a:ea typeface="华文中宋" pitchFamily="2" charset="-122"/>
              </a:rPr>
              <a:t>、动能定理</a:t>
            </a:r>
          </a:p>
        </p:txBody>
      </p:sp>
      <p:graphicFrame>
        <p:nvGraphicFramePr>
          <p:cNvPr id="61446" name="Object 6"/>
          <p:cNvGraphicFramePr>
            <a:graphicFrameLocks noChangeAspect="1"/>
          </p:cNvGraphicFramePr>
          <p:nvPr/>
        </p:nvGraphicFramePr>
        <p:xfrm>
          <a:off x="2274888" y="2355850"/>
          <a:ext cx="4529137" cy="760413"/>
        </p:xfrm>
        <a:graphic>
          <a:graphicData uri="http://schemas.openxmlformats.org/presentationml/2006/ole">
            <p:oleObj spid="_x0000_s56339" name="Equation" r:id="rId4" imgW="1586811" imgH="393529" progId="Equation.DSMT4">
              <p:embed/>
            </p:oleObj>
          </a:graphicData>
        </a:graphic>
      </p:graphicFrame>
      <p:grpSp>
        <p:nvGrpSpPr>
          <p:cNvPr id="2" name="Group 23"/>
          <p:cNvGrpSpPr>
            <a:grpSpLocks/>
          </p:cNvGrpSpPr>
          <p:nvPr/>
        </p:nvGrpSpPr>
        <p:grpSpPr bwMode="auto">
          <a:xfrm>
            <a:off x="842963" y="3076575"/>
            <a:ext cx="4435475" cy="754063"/>
            <a:chOff x="1134" y="2243"/>
            <a:chExt cx="2794" cy="634"/>
          </a:xfrm>
        </p:grpSpPr>
        <p:graphicFrame>
          <p:nvGraphicFramePr>
            <p:cNvPr id="56330" name="Object 8"/>
            <p:cNvGraphicFramePr>
              <a:graphicFrameLocks noChangeAspect="1"/>
            </p:cNvGraphicFramePr>
            <p:nvPr/>
          </p:nvGraphicFramePr>
          <p:xfrm>
            <a:off x="2308" y="2243"/>
            <a:ext cx="1620" cy="634"/>
          </p:xfrm>
          <a:graphic>
            <a:graphicData uri="http://schemas.openxmlformats.org/presentationml/2006/ole">
              <p:oleObj spid="_x0000_s56340" name="Equation" r:id="rId5" imgW="1117115" imgH="393529" progId="Equation.DSMT4">
                <p:embed/>
              </p:oleObj>
            </a:graphicData>
          </a:graphic>
        </p:graphicFrame>
        <p:sp>
          <p:nvSpPr>
            <p:cNvPr id="56331" name="Text Box 9"/>
            <p:cNvSpPr txBox="1">
              <a:spLocks noChangeArrowheads="1"/>
            </p:cNvSpPr>
            <p:nvPr/>
          </p:nvSpPr>
          <p:spPr bwMode="auto">
            <a:xfrm>
              <a:off x="1134" y="2393"/>
              <a:ext cx="1076" cy="3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latin typeface="华文中宋" pitchFamily="2" charset="-122"/>
                  <a:ea typeface="华文中宋" pitchFamily="2" charset="-122"/>
                </a:rPr>
                <a:t>微分形式：</a:t>
              </a:r>
            </a:p>
          </p:txBody>
        </p:sp>
      </p:grpSp>
      <p:sp>
        <p:nvSpPr>
          <p:cNvPr id="61450" name="Text Box 10"/>
          <p:cNvSpPr txBox="1">
            <a:spLocks noChangeArrowheads="1"/>
          </p:cNvSpPr>
          <p:nvPr/>
        </p:nvSpPr>
        <p:spPr bwMode="auto">
          <a:xfrm>
            <a:off x="914400" y="3714750"/>
            <a:ext cx="508635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solidFill>
                  <a:srgbClr val="FF0000"/>
                </a:solidFill>
                <a:latin typeface="华文中宋" pitchFamily="2" charset="-122"/>
                <a:ea typeface="华文中宋" pitchFamily="2" charset="-122"/>
              </a:rPr>
              <a:t>即，合外力的功等于物体动能的增量</a:t>
            </a:r>
            <a:endParaRPr lang="zh-CN" altLang="en-US" sz="1800">
              <a:latin typeface="华文中宋" pitchFamily="2" charset="-122"/>
              <a:ea typeface="华文中宋" pitchFamily="2" charset="-122"/>
            </a:endParaRPr>
          </a:p>
        </p:txBody>
      </p:sp>
      <p:sp>
        <p:nvSpPr>
          <p:cNvPr id="61451" name="Text Box 11"/>
          <p:cNvSpPr txBox="1">
            <a:spLocks noChangeArrowheads="1"/>
          </p:cNvSpPr>
          <p:nvPr/>
        </p:nvSpPr>
        <p:spPr bwMode="auto">
          <a:xfrm>
            <a:off x="457200" y="4146550"/>
            <a:ext cx="7427913" cy="369888"/>
          </a:xfrm>
          <a:prstGeom prst="rect">
            <a:avLst/>
          </a:prstGeom>
          <a:noFill/>
          <a:ln w="76200" cmpd="tri">
            <a:solidFill>
              <a:srgbClr val="FF9900"/>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solidFill>
                  <a:srgbClr val="3333FF"/>
                </a:solidFill>
                <a:latin typeface="华文中宋" pitchFamily="2" charset="-122"/>
                <a:ea typeface="华文中宋" pitchFamily="2" charset="-122"/>
              </a:rPr>
              <a:t>    合力对质点作用一段距离所产生的积累作用，从而导致动能的改变。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61442"/>
                                        </p:tgtEl>
                                        <p:attrNameLst>
                                          <p:attrName>style.visibility</p:attrName>
                                        </p:attrNameLst>
                                      </p:cBhvr>
                                      <p:to>
                                        <p:strVal val="visible"/>
                                      </p:to>
                                    </p:set>
                                    <p:animEffect transition="in" filter="box(in)">
                                      <p:cBhvr>
                                        <p:cTn id="7" dur="500"/>
                                        <p:tgtEl>
                                          <p:spTgt spid="614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1443"/>
                                        </p:tgtEl>
                                        <p:attrNameLst>
                                          <p:attrName>style.visibility</p:attrName>
                                        </p:attrNameLst>
                                      </p:cBhvr>
                                      <p:to>
                                        <p:strVal val="visible"/>
                                      </p:to>
                                    </p:set>
                                    <p:animEffect transition="in" filter="box(in)">
                                      <p:cBhvr>
                                        <p:cTn id="12" dur="500"/>
                                        <p:tgtEl>
                                          <p:spTgt spid="614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1444"/>
                                        </p:tgtEl>
                                        <p:attrNameLst>
                                          <p:attrName>style.visibility</p:attrName>
                                        </p:attrNameLst>
                                      </p:cBhvr>
                                      <p:to>
                                        <p:strVal val="visible"/>
                                      </p:to>
                                    </p:set>
                                    <p:animEffect transition="in" filter="box(in)">
                                      <p:cBhvr>
                                        <p:cTn id="17" dur="500"/>
                                        <p:tgtEl>
                                          <p:spTgt spid="6144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1445"/>
                                        </p:tgtEl>
                                        <p:attrNameLst>
                                          <p:attrName>style.visibility</p:attrName>
                                        </p:attrNameLst>
                                      </p:cBhvr>
                                      <p:to>
                                        <p:strVal val="visible"/>
                                      </p:to>
                                    </p:set>
                                    <p:animEffect transition="in" filter="box(in)">
                                      <p:cBhvr>
                                        <p:cTn id="22" dur="500"/>
                                        <p:tgtEl>
                                          <p:spTgt spid="6144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61446"/>
                                        </p:tgtEl>
                                        <p:attrNameLst>
                                          <p:attrName>style.visibility</p:attrName>
                                        </p:attrNameLst>
                                      </p:cBhvr>
                                      <p:to>
                                        <p:strVal val="visible"/>
                                      </p:to>
                                    </p:set>
                                    <p:animEffect transition="in" filter="box(in)">
                                      <p:cBhvr>
                                        <p:cTn id="27" dur="500"/>
                                        <p:tgtEl>
                                          <p:spTgt spid="6144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linds(horizontal)">
                                      <p:cBhvr>
                                        <p:cTn id="32" dur="500"/>
                                        <p:tgtEl>
                                          <p:spTgt spid="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61450"/>
                                        </p:tgtEl>
                                        <p:attrNameLst>
                                          <p:attrName>style.visibility</p:attrName>
                                        </p:attrNameLst>
                                      </p:cBhvr>
                                      <p:to>
                                        <p:strVal val="visible"/>
                                      </p:to>
                                    </p:set>
                                    <p:animEffect transition="in" filter="box(in)">
                                      <p:cBhvr>
                                        <p:cTn id="37" dur="500"/>
                                        <p:tgtEl>
                                          <p:spTgt spid="6145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61451"/>
                                        </p:tgtEl>
                                        <p:attrNameLst>
                                          <p:attrName>style.visibility</p:attrName>
                                        </p:attrNameLst>
                                      </p:cBhvr>
                                      <p:to>
                                        <p:strVal val="visible"/>
                                      </p:to>
                                    </p:set>
                                    <p:animEffect transition="in" filter="box(in)">
                                      <p:cBhvr>
                                        <p:cTn id="42" dur="500"/>
                                        <p:tgtEl>
                                          <p:spTgt spid="614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autoUpdateAnimBg="0"/>
      <p:bldP spid="61444" grpId="0" autoUpdateAnimBg="0"/>
      <p:bldP spid="61445" grpId="0" autoUpdateAnimBg="0"/>
      <p:bldP spid="61450" grpId="0" autoUpdateAnimBg="0"/>
      <p:bldP spid="61451" grpId="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3"/>
          <p:cNvSpPr txBox="1">
            <a:spLocks noChangeArrowheads="1"/>
          </p:cNvSpPr>
          <p:nvPr/>
        </p:nvSpPr>
        <p:spPr bwMode="auto">
          <a:xfrm>
            <a:off x="422275" y="844550"/>
            <a:ext cx="8686800" cy="1006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lnSpc>
                <a:spcPct val="110000"/>
              </a:lnSpc>
            </a:pPr>
            <a:r>
              <a:rPr lang="zh-CN" altLang="en-US" sz="1800">
                <a:solidFill>
                  <a:srgbClr val="0000CC"/>
                </a:solidFill>
                <a:latin typeface="Times New Roman" pitchFamily="18" charset="0"/>
                <a:ea typeface="华文中宋" pitchFamily="2" charset="-122"/>
              </a:rPr>
              <a:t>例</a:t>
            </a:r>
            <a:r>
              <a:rPr lang="en-US" altLang="zh-CN" sz="1800">
                <a:solidFill>
                  <a:srgbClr val="0000CC"/>
                </a:solidFill>
                <a:latin typeface="Times New Roman" pitchFamily="18" charset="0"/>
                <a:ea typeface="华文中宋" pitchFamily="2" charset="-122"/>
              </a:rPr>
              <a:t>    </a:t>
            </a:r>
            <a:r>
              <a:rPr lang="zh-CN" altLang="en-US" sz="1800">
                <a:solidFill>
                  <a:srgbClr val="0000CC"/>
                </a:solidFill>
                <a:latin typeface="Times New Roman" pitchFamily="18" charset="0"/>
                <a:ea typeface="华文中宋" pitchFamily="2" charset="-122"/>
              </a:rPr>
              <a:t>一质量为</a:t>
            </a:r>
            <a:r>
              <a:rPr lang="en-US" altLang="zh-CN" sz="1800">
                <a:solidFill>
                  <a:srgbClr val="0000CC"/>
                </a:solidFill>
                <a:latin typeface="Times New Roman" pitchFamily="18" charset="0"/>
                <a:ea typeface="华文中宋" pitchFamily="2" charset="-122"/>
              </a:rPr>
              <a:t>m</a:t>
            </a:r>
            <a:r>
              <a:rPr lang="zh-CN" altLang="en-US" sz="1800">
                <a:solidFill>
                  <a:srgbClr val="0000CC"/>
                </a:solidFill>
                <a:latin typeface="Times New Roman" pitchFamily="18" charset="0"/>
                <a:ea typeface="华文中宋" pitchFamily="2" charset="-122"/>
              </a:rPr>
              <a:t>的质点，在力                                      的作用下，由静止开始沿一轨迹方程为  </a:t>
            </a:r>
            <a:r>
              <a:rPr lang="en-US" altLang="zh-CN" sz="1800" i="1">
                <a:solidFill>
                  <a:srgbClr val="0000CC"/>
                </a:solidFill>
                <a:latin typeface="Times New Roman" pitchFamily="18" charset="0"/>
                <a:ea typeface="华文中宋" pitchFamily="2" charset="-122"/>
              </a:rPr>
              <a:t>x</a:t>
            </a:r>
            <a:r>
              <a:rPr lang="en-US" altLang="zh-CN" sz="1800" baseline="30000">
                <a:solidFill>
                  <a:srgbClr val="0000CC"/>
                </a:solidFill>
                <a:latin typeface="Times New Roman" pitchFamily="18" charset="0"/>
                <a:ea typeface="华文中宋" pitchFamily="2" charset="-122"/>
              </a:rPr>
              <a:t>2</a:t>
            </a:r>
            <a:r>
              <a:rPr lang="zh-CN" altLang="en-US" sz="1800">
                <a:solidFill>
                  <a:srgbClr val="0000CC"/>
                </a:solidFill>
                <a:latin typeface="Times New Roman" pitchFamily="18" charset="0"/>
                <a:ea typeface="华文中宋" pitchFamily="2" charset="-122"/>
              </a:rPr>
              <a:t>＝</a:t>
            </a:r>
            <a:r>
              <a:rPr lang="en-US" altLang="zh-CN" sz="1800">
                <a:solidFill>
                  <a:srgbClr val="0000CC"/>
                </a:solidFill>
                <a:latin typeface="Times New Roman" pitchFamily="18" charset="0"/>
                <a:ea typeface="华文中宋" pitchFamily="2" charset="-122"/>
              </a:rPr>
              <a:t>9</a:t>
            </a:r>
            <a:r>
              <a:rPr lang="en-US" altLang="zh-CN" sz="1800" i="1">
                <a:solidFill>
                  <a:srgbClr val="0000CC"/>
                </a:solidFill>
                <a:latin typeface="Times New Roman" pitchFamily="18" charset="0"/>
                <a:ea typeface="华文中宋" pitchFamily="2" charset="-122"/>
              </a:rPr>
              <a:t>y</a:t>
            </a:r>
            <a:r>
              <a:rPr lang="en-US" altLang="zh-CN" sz="1800">
                <a:solidFill>
                  <a:srgbClr val="0000CC"/>
                </a:solidFill>
                <a:latin typeface="Times New Roman" pitchFamily="18" charset="0"/>
                <a:ea typeface="华文中宋" pitchFamily="2" charset="-122"/>
              </a:rPr>
              <a:t>  </a:t>
            </a:r>
            <a:r>
              <a:rPr lang="zh-CN" altLang="en-US" sz="1800">
                <a:solidFill>
                  <a:srgbClr val="0000CC"/>
                </a:solidFill>
                <a:latin typeface="Times New Roman" pitchFamily="18" charset="0"/>
                <a:ea typeface="华文中宋" pitchFamily="2" charset="-122"/>
              </a:rPr>
              <a:t>的曲线从原点</a:t>
            </a:r>
            <a:r>
              <a:rPr lang="en-US" altLang="zh-CN" sz="1800" i="1">
                <a:solidFill>
                  <a:srgbClr val="0000CC"/>
                </a:solidFill>
                <a:latin typeface="Times New Roman" pitchFamily="18" charset="0"/>
                <a:ea typeface="华文中宋" pitchFamily="2" charset="-122"/>
              </a:rPr>
              <a:t>O</a:t>
            </a:r>
            <a:r>
              <a:rPr lang="zh-CN" altLang="en-US" sz="1800">
                <a:solidFill>
                  <a:srgbClr val="0000CC"/>
                </a:solidFill>
                <a:latin typeface="Times New Roman" pitchFamily="18" charset="0"/>
                <a:ea typeface="华文中宋" pitchFamily="2" charset="-122"/>
              </a:rPr>
              <a:t>（０，０）运动到</a:t>
            </a:r>
            <a:r>
              <a:rPr lang="zh-CN" altLang="en-US" sz="1800" i="1">
                <a:solidFill>
                  <a:srgbClr val="0000CC"/>
                </a:solidFill>
                <a:latin typeface="Times New Roman" pitchFamily="18" charset="0"/>
                <a:ea typeface="华文中宋" pitchFamily="2" charset="-122"/>
              </a:rPr>
              <a:t>Ｑ</a:t>
            </a:r>
            <a:r>
              <a:rPr lang="zh-CN" altLang="en-US" sz="1800">
                <a:solidFill>
                  <a:srgbClr val="0000CC"/>
                </a:solidFill>
                <a:latin typeface="Times New Roman" pitchFamily="18" charset="0"/>
                <a:ea typeface="华文中宋" pitchFamily="2" charset="-122"/>
              </a:rPr>
              <a:t>（３，１）点。试求质点运动到</a:t>
            </a:r>
            <a:r>
              <a:rPr lang="zh-CN" altLang="en-US" sz="1800" i="1">
                <a:solidFill>
                  <a:srgbClr val="0000CC"/>
                </a:solidFill>
                <a:latin typeface="Times New Roman" pitchFamily="18" charset="0"/>
                <a:ea typeface="华文中宋" pitchFamily="2" charset="-122"/>
              </a:rPr>
              <a:t>Ｑ</a:t>
            </a:r>
            <a:r>
              <a:rPr lang="zh-CN" altLang="en-US" sz="1800">
                <a:solidFill>
                  <a:srgbClr val="0000CC"/>
                </a:solidFill>
                <a:latin typeface="Times New Roman" pitchFamily="18" charset="0"/>
                <a:ea typeface="华文中宋" pitchFamily="2" charset="-122"/>
              </a:rPr>
              <a:t>点时的速度。</a:t>
            </a:r>
          </a:p>
        </p:txBody>
      </p:sp>
      <p:graphicFrame>
        <p:nvGraphicFramePr>
          <p:cNvPr id="57347" name="Object 4"/>
          <p:cNvGraphicFramePr>
            <a:graphicFrameLocks noChangeAspect="1"/>
          </p:cNvGraphicFramePr>
          <p:nvPr/>
        </p:nvGraphicFramePr>
        <p:xfrm>
          <a:off x="3419475" y="831850"/>
          <a:ext cx="2276475" cy="371475"/>
        </p:xfrm>
        <a:graphic>
          <a:graphicData uri="http://schemas.openxmlformats.org/presentationml/2006/ole">
            <p:oleObj spid="_x0000_s57376" name="Equation" r:id="rId3" imgW="1079032" imgH="253890" progId="Equation.DSMT4">
              <p:embed/>
            </p:oleObj>
          </a:graphicData>
        </a:graphic>
      </p:graphicFrame>
      <p:sp>
        <p:nvSpPr>
          <p:cNvPr id="63493" name="Text Box 5"/>
          <p:cNvSpPr txBox="1">
            <a:spLocks noChangeArrowheads="1"/>
          </p:cNvSpPr>
          <p:nvPr/>
        </p:nvSpPr>
        <p:spPr bwMode="auto">
          <a:xfrm>
            <a:off x="304800" y="1762125"/>
            <a:ext cx="20320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Times New Roman" pitchFamily="18" charset="0"/>
                <a:ea typeface="华文中宋" pitchFamily="2" charset="-122"/>
              </a:rPr>
              <a:t>解：根据功的定义</a:t>
            </a:r>
            <a:endParaRPr lang="zh-CN" altLang="en-US" sz="1800">
              <a:latin typeface="Times New Roman" pitchFamily="18" charset="0"/>
              <a:ea typeface="华文中宋" pitchFamily="2" charset="-122"/>
            </a:endParaRPr>
          </a:p>
        </p:txBody>
      </p:sp>
      <p:graphicFrame>
        <p:nvGraphicFramePr>
          <p:cNvPr id="63494" name="Object 6"/>
          <p:cNvGraphicFramePr>
            <a:graphicFrameLocks noChangeAspect="1"/>
          </p:cNvGraphicFramePr>
          <p:nvPr/>
        </p:nvGraphicFramePr>
        <p:xfrm>
          <a:off x="1258888" y="2254250"/>
          <a:ext cx="1800225" cy="533400"/>
        </p:xfrm>
        <a:graphic>
          <a:graphicData uri="http://schemas.openxmlformats.org/presentationml/2006/ole">
            <p:oleObj spid="_x0000_s57377" name="Equation" r:id="rId4" imgW="838200" imgH="330200" progId="Equation.DSMT4">
              <p:embed/>
            </p:oleObj>
          </a:graphicData>
        </a:graphic>
      </p:graphicFrame>
      <p:sp>
        <p:nvSpPr>
          <p:cNvPr id="63495" name="Text Box 7"/>
          <p:cNvSpPr txBox="1">
            <a:spLocks noChangeArrowheads="1"/>
          </p:cNvSpPr>
          <p:nvPr/>
        </p:nvSpPr>
        <p:spPr bwMode="auto">
          <a:xfrm>
            <a:off x="28575" y="2922588"/>
            <a:ext cx="20955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Times New Roman" pitchFamily="18" charset="0"/>
                <a:ea typeface="华文中宋" pitchFamily="2" charset="-122"/>
              </a:rPr>
              <a:t>将</a:t>
            </a:r>
            <a:r>
              <a:rPr lang="en-US" altLang="zh-CN" sz="1800" i="1">
                <a:solidFill>
                  <a:srgbClr val="000000"/>
                </a:solidFill>
                <a:latin typeface="Times New Roman" pitchFamily="18" charset="0"/>
                <a:ea typeface="华文中宋" pitchFamily="2" charset="-122"/>
              </a:rPr>
              <a:t>x</a:t>
            </a:r>
            <a:r>
              <a:rPr lang="en-US" altLang="zh-CN" sz="1800" i="1" baseline="30000">
                <a:solidFill>
                  <a:srgbClr val="000000"/>
                </a:solidFill>
                <a:latin typeface="Times New Roman" pitchFamily="18" charset="0"/>
                <a:ea typeface="华文中宋" pitchFamily="2" charset="-122"/>
              </a:rPr>
              <a:t>2</a:t>
            </a:r>
            <a:r>
              <a:rPr lang="zh-CN" altLang="en-US" sz="1800">
                <a:solidFill>
                  <a:srgbClr val="000000"/>
                </a:solidFill>
                <a:latin typeface="Times New Roman" pitchFamily="18" charset="0"/>
                <a:ea typeface="华文中宋" pitchFamily="2" charset="-122"/>
              </a:rPr>
              <a:t>＝</a:t>
            </a:r>
            <a:r>
              <a:rPr lang="en-US" altLang="zh-CN" sz="1800" i="1">
                <a:solidFill>
                  <a:srgbClr val="000000"/>
                </a:solidFill>
                <a:latin typeface="Times New Roman" pitchFamily="18" charset="0"/>
                <a:ea typeface="华文中宋" pitchFamily="2" charset="-122"/>
              </a:rPr>
              <a:t>9y</a:t>
            </a:r>
            <a:r>
              <a:rPr lang="en-US" altLang="zh-CN" sz="1800">
                <a:solidFill>
                  <a:srgbClr val="000000"/>
                </a:solidFill>
                <a:latin typeface="Times New Roman" pitchFamily="18" charset="0"/>
                <a:ea typeface="华文中宋" pitchFamily="2" charset="-122"/>
              </a:rPr>
              <a:t> </a:t>
            </a:r>
            <a:r>
              <a:rPr lang="zh-CN" altLang="en-US" sz="1800">
                <a:solidFill>
                  <a:srgbClr val="000000"/>
                </a:solidFill>
                <a:latin typeface="Times New Roman" pitchFamily="18" charset="0"/>
                <a:ea typeface="华文中宋" pitchFamily="2" charset="-122"/>
              </a:rPr>
              <a:t>代入上式</a:t>
            </a:r>
            <a:r>
              <a:rPr lang="zh-CN" altLang="en-US" sz="1800">
                <a:latin typeface="Times New Roman" pitchFamily="18" charset="0"/>
                <a:ea typeface="华文中宋" pitchFamily="2" charset="-122"/>
              </a:rPr>
              <a:t> </a:t>
            </a:r>
          </a:p>
        </p:txBody>
      </p:sp>
      <p:graphicFrame>
        <p:nvGraphicFramePr>
          <p:cNvPr id="63496" name="Object 8"/>
          <p:cNvGraphicFramePr>
            <a:graphicFrameLocks noChangeAspect="1"/>
          </p:cNvGraphicFramePr>
          <p:nvPr/>
        </p:nvGraphicFramePr>
        <p:xfrm>
          <a:off x="2114550" y="2787650"/>
          <a:ext cx="3127375" cy="622300"/>
        </p:xfrm>
        <a:graphic>
          <a:graphicData uri="http://schemas.openxmlformats.org/presentationml/2006/ole">
            <p:oleObj spid="_x0000_s57378" name="Equation" r:id="rId5" imgW="1485900" imgH="393700" progId="Equation.DSMT4">
              <p:embed/>
            </p:oleObj>
          </a:graphicData>
        </a:graphic>
      </p:graphicFrame>
      <p:graphicFrame>
        <p:nvGraphicFramePr>
          <p:cNvPr id="63501" name="Object 13"/>
          <p:cNvGraphicFramePr>
            <a:graphicFrameLocks noChangeAspect="1"/>
          </p:cNvGraphicFramePr>
          <p:nvPr/>
        </p:nvGraphicFramePr>
        <p:xfrm>
          <a:off x="1836738" y="4019550"/>
          <a:ext cx="915987" cy="366713"/>
        </p:xfrm>
        <a:graphic>
          <a:graphicData uri="http://schemas.openxmlformats.org/presentationml/2006/ole">
            <p:oleObj spid="_x0000_s57379" name="公式" r:id="rId6" imgW="406048" imgH="215713" progId="Equation.3">
              <p:embed/>
            </p:oleObj>
          </a:graphicData>
        </a:graphic>
      </p:graphicFrame>
      <p:graphicFrame>
        <p:nvGraphicFramePr>
          <p:cNvPr id="63502" name="Object 14"/>
          <p:cNvGraphicFramePr>
            <a:graphicFrameLocks noChangeAspect="1"/>
          </p:cNvGraphicFramePr>
          <p:nvPr/>
        </p:nvGraphicFramePr>
        <p:xfrm>
          <a:off x="3522663" y="3795713"/>
          <a:ext cx="3219450" cy="781050"/>
        </p:xfrm>
        <a:graphic>
          <a:graphicData uri="http://schemas.openxmlformats.org/presentationml/2006/ole">
            <p:oleObj spid="_x0000_s57380" name="Equation" r:id="rId7" imgW="1409700" imgH="457200" progId="Equation.DSMT4">
              <p:embed/>
            </p:oleObj>
          </a:graphicData>
        </a:graphic>
      </p:graphicFrame>
      <p:graphicFrame>
        <p:nvGraphicFramePr>
          <p:cNvPr id="63503" name="Object 15"/>
          <p:cNvGraphicFramePr>
            <a:graphicFrameLocks noChangeAspect="1"/>
          </p:cNvGraphicFramePr>
          <p:nvPr/>
        </p:nvGraphicFramePr>
        <p:xfrm>
          <a:off x="5405438" y="2771775"/>
          <a:ext cx="3582987" cy="620713"/>
        </p:xfrm>
        <a:graphic>
          <a:graphicData uri="http://schemas.openxmlformats.org/presentationml/2006/ole">
            <p:oleObj spid="_x0000_s57381" name="Equation" r:id="rId8" imgW="1701800" imgH="393700" progId="Equation.DSMT4">
              <p:embed/>
            </p:oleObj>
          </a:graphicData>
        </a:graphic>
      </p:graphicFrame>
      <p:graphicFrame>
        <p:nvGraphicFramePr>
          <p:cNvPr id="63504" name="Object 16"/>
          <p:cNvGraphicFramePr>
            <a:graphicFrameLocks noChangeAspect="1"/>
          </p:cNvGraphicFramePr>
          <p:nvPr/>
        </p:nvGraphicFramePr>
        <p:xfrm>
          <a:off x="3011488" y="2254250"/>
          <a:ext cx="2568575" cy="533400"/>
        </p:xfrm>
        <a:graphic>
          <a:graphicData uri="http://schemas.openxmlformats.org/presentationml/2006/ole">
            <p:oleObj spid="_x0000_s57382" name="Equation" r:id="rId9" imgW="1193800" imgH="330200" progId="Equation.DSMT4">
              <p:embed/>
            </p:oleObj>
          </a:graphicData>
        </a:graphic>
      </p:graphicFrame>
      <p:graphicFrame>
        <p:nvGraphicFramePr>
          <p:cNvPr id="63505" name="Object 17"/>
          <p:cNvGraphicFramePr>
            <a:graphicFrameLocks noChangeAspect="1"/>
          </p:cNvGraphicFramePr>
          <p:nvPr/>
        </p:nvGraphicFramePr>
        <p:xfrm>
          <a:off x="5592763" y="2254250"/>
          <a:ext cx="2867025" cy="533400"/>
        </p:xfrm>
        <a:graphic>
          <a:graphicData uri="http://schemas.openxmlformats.org/presentationml/2006/ole">
            <p:oleObj spid="_x0000_s57383" name="Equation" r:id="rId10" imgW="1333500" imgH="330200" progId="Equation.DSMT4">
              <p:embed/>
            </p:oleObj>
          </a:graphicData>
        </a:graphic>
      </p:graphicFrame>
      <p:grpSp>
        <p:nvGrpSpPr>
          <p:cNvPr id="3" name="组合 2"/>
          <p:cNvGrpSpPr>
            <a:grpSpLocks/>
          </p:cNvGrpSpPr>
          <p:nvPr/>
        </p:nvGrpSpPr>
        <p:grpSpPr bwMode="auto">
          <a:xfrm>
            <a:off x="250825" y="3397250"/>
            <a:ext cx="3241675" cy="469900"/>
            <a:chOff x="251520" y="3397282"/>
            <a:chExt cx="3240360" cy="470612"/>
          </a:xfrm>
        </p:grpSpPr>
        <p:sp>
          <p:nvSpPr>
            <p:cNvPr id="57358" name="Text Box 10"/>
            <p:cNvSpPr txBox="1">
              <a:spLocks noChangeArrowheads="1"/>
            </p:cNvSpPr>
            <p:nvPr/>
          </p:nvSpPr>
          <p:spPr bwMode="auto">
            <a:xfrm>
              <a:off x="251520" y="3446050"/>
              <a:ext cx="1691708" cy="3309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Times New Roman" pitchFamily="18" charset="0"/>
                  <a:ea typeface="华文中宋" pitchFamily="2" charset="-122"/>
                </a:rPr>
                <a:t>根据动能定理：</a:t>
              </a:r>
              <a:r>
                <a:rPr lang="zh-CN" altLang="en-US" sz="1800">
                  <a:latin typeface="Times New Roman" pitchFamily="18" charset="0"/>
                  <a:ea typeface="华文中宋" pitchFamily="2" charset="-122"/>
                </a:rPr>
                <a:t> </a:t>
              </a:r>
            </a:p>
          </p:txBody>
        </p:sp>
        <p:pic>
          <p:nvPicPr>
            <p:cNvPr id="57379" name="Picture 35"/>
            <p:cNvPicPr>
              <a:picLocks noChangeAspect="1" noChangeArrowheads="1"/>
            </p:cNvPicPr>
            <p:nvPr/>
          </p:nvPicPr>
          <p:blipFill>
            <a:blip r:embed="rId11" cstate="print"/>
            <a:srcRect/>
            <a:stretch>
              <a:fillRect/>
            </a:stretch>
          </p:blipFill>
          <p:spPr bwMode="auto">
            <a:xfrm>
              <a:off x="1922480" y="3397282"/>
              <a:ext cx="1569400" cy="470612"/>
            </a:xfrm>
            <a:prstGeom prst="rect">
              <a:avLst/>
            </a:prstGeom>
            <a:noFill/>
            <a:ln>
              <a:noFill/>
            </a:ln>
          </p:spPr>
          <p:style>
            <a:lnRef idx="2">
              <a:schemeClr val="dk1"/>
            </a:lnRef>
            <a:fillRef idx="1">
              <a:schemeClr val="lt1"/>
            </a:fillRef>
            <a:effectRef idx="0">
              <a:schemeClr val="dk1"/>
            </a:effectRef>
            <a:fontRef idx="minor">
              <a:schemeClr val="dk1"/>
            </a:fontRef>
          </p:style>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3493"/>
                                        </p:tgtEl>
                                        <p:attrNameLst>
                                          <p:attrName>style.visibility</p:attrName>
                                        </p:attrNameLst>
                                      </p:cBhvr>
                                      <p:to>
                                        <p:strVal val="visible"/>
                                      </p:to>
                                    </p:set>
                                    <p:animEffect transition="in" filter="box(in)">
                                      <p:cBhvr>
                                        <p:cTn id="7" dur="500"/>
                                        <p:tgtEl>
                                          <p:spTgt spid="634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63494"/>
                                        </p:tgtEl>
                                        <p:attrNameLst>
                                          <p:attrName>style.visibility</p:attrName>
                                        </p:attrNameLst>
                                      </p:cBhvr>
                                      <p:to>
                                        <p:strVal val="visible"/>
                                      </p:to>
                                    </p:set>
                                    <p:animEffect transition="in" filter="box(in)">
                                      <p:cBhvr>
                                        <p:cTn id="12" dur="500"/>
                                        <p:tgtEl>
                                          <p:spTgt spid="634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63504"/>
                                        </p:tgtEl>
                                        <p:attrNameLst>
                                          <p:attrName>style.visibility</p:attrName>
                                        </p:attrNameLst>
                                      </p:cBhvr>
                                      <p:to>
                                        <p:strVal val="visible"/>
                                      </p:to>
                                    </p:set>
                                    <p:animEffect transition="in" filter="box(in)">
                                      <p:cBhvr>
                                        <p:cTn id="17" dur="500"/>
                                        <p:tgtEl>
                                          <p:spTgt spid="6350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63505"/>
                                        </p:tgtEl>
                                        <p:attrNameLst>
                                          <p:attrName>style.visibility</p:attrName>
                                        </p:attrNameLst>
                                      </p:cBhvr>
                                      <p:to>
                                        <p:strVal val="visible"/>
                                      </p:to>
                                    </p:set>
                                    <p:animEffect transition="in" filter="box(in)">
                                      <p:cBhvr>
                                        <p:cTn id="22" dur="500"/>
                                        <p:tgtEl>
                                          <p:spTgt spid="6350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63495"/>
                                        </p:tgtEl>
                                        <p:attrNameLst>
                                          <p:attrName>style.visibility</p:attrName>
                                        </p:attrNameLst>
                                      </p:cBhvr>
                                      <p:to>
                                        <p:strVal val="visible"/>
                                      </p:to>
                                    </p:set>
                                    <p:animEffect transition="in" filter="box(in)">
                                      <p:cBhvr>
                                        <p:cTn id="27" dur="500"/>
                                        <p:tgtEl>
                                          <p:spTgt spid="6349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63496"/>
                                        </p:tgtEl>
                                        <p:attrNameLst>
                                          <p:attrName>style.visibility</p:attrName>
                                        </p:attrNameLst>
                                      </p:cBhvr>
                                      <p:to>
                                        <p:strVal val="visible"/>
                                      </p:to>
                                    </p:set>
                                    <p:animEffect transition="in" filter="box(in)">
                                      <p:cBhvr>
                                        <p:cTn id="32" dur="500"/>
                                        <p:tgtEl>
                                          <p:spTgt spid="6349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63503"/>
                                        </p:tgtEl>
                                        <p:attrNameLst>
                                          <p:attrName>style.visibility</p:attrName>
                                        </p:attrNameLst>
                                      </p:cBhvr>
                                      <p:to>
                                        <p:strVal val="visible"/>
                                      </p:to>
                                    </p:set>
                                    <p:animEffect transition="in" filter="box(in)">
                                      <p:cBhvr>
                                        <p:cTn id="37" dur="500"/>
                                        <p:tgtEl>
                                          <p:spTgt spid="6350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500"/>
                                        <p:tgtEl>
                                          <p:spTgt spid="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63501"/>
                                        </p:tgtEl>
                                        <p:attrNameLst>
                                          <p:attrName>style.visibility</p:attrName>
                                        </p:attrNameLst>
                                      </p:cBhvr>
                                      <p:to>
                                        <p:strVal val="visible"/>
                                      </p:to>
                                    </p:set>
                                    <p:animEffect transition="in" filter="blinds(horizontal)">
                                      <p:cBhvr>
                                        <p:cTn id="47" dur="500"/>
                                        <p:tgtEl>
                                          <p:spTgt spid="63501"/>
                                        </p:tgtEl>
                                      </p:cBhvr>
                                    </p:animEffect>
                                  </p:childTnLst>
                                </p:cTn>
                              </p:par>
                              <p:par>
                                <p:cTn id="48" presetID="3" presetClass="entr" presetSubtype="10" fill="hold" nodeType="withEffect">
                                  <p:stCondLst>
                                    <p:cond delay="0"/>
                                  </p:stCondLst>
                                  <p:childTnLst>
                                    <p:set>
                                      <p:cBhvr>
                                        <p:cTn id="49" dur="1" fill="hold">
                                          <p:stCondLst>
                                            <p:cond delay="0"/>
                                          </p:stCondLst>
                                        </p:cTn>
                                        <p:tgtEl>
                                          <p:spTgt spid="63502"/>
                                        </p:tgtEl>
                                        <p:attrNameLst>
                                          <p:attrName>style.visibility</p:attrName>
                                        </p:attrNameLst>
                                      </p:cBhvr>
                                      <p:to>
                                        <p:strVal val="visible"/>
                                      </p:to>
                                    </p:set>
                                    <p:animEffect transition="in" filter="blinds(horizontal)">
                                      <p:cBhvr>
                                        <p:cTn id="50" dur="500"/>
                                        <p:tgtEl>
                                          <p:spTgt spid="635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3" grpId="0" autoUpdateAnimBg="0"/>
      <p:bldP spid="63495"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8370" name="Object 4"/>
          <p:cNvGraphicFramePr>
            <a:graphicFrameLocks noChangeAspect="1"/>
          </p:cNvGraphicFramePr>
          <p:nvPr/>
        </p:nvGraphicFramePr>
        <p:xfrm>
          <a:off x="5508625" y="1138238"/>
          <a:ext cx="1558925" cy="354012"/>
        </p:xfrm>
        <a:graphic>
          <a:graphicData uri="http://schemas.openxmlformats.org/presentationml/2006/ole">
            <p:oleObj spid="_x0000_s58450" name="公式" r:id="rId3" imgW="583947" imgH="203112" progId="Equation.3">
              <p:embed/>
            </p:oleObj>
          </a:graphicData>
        </a:graphic>
      </p:graphicFrame>
      <p:graphicFrame>
        <p:nvGraphicFramePr>
          <p:cNvPr id="58371" name="Object 5"/>
          <p:cNvGraphicFramePr>
            <a:graphicFrameLocks noChangeAspect="1"/>
          </p:cNvGraphicFramePr>
          <p:nvPr/>
        </p:nvGraphicFramePr>
        <p:xfrm>
          <a:off x="2700338" y="1131888"/>
          <a:ext cx="2757487" cy="331787"/>
        </p:xfrm>
        <a:graphic>
          <a:graphicData uri="http://schemas.openxmlformats.org/presentationml/2006/ole">
            <p:oleObj spid="_x0000_s58451" name="Equation" r:id="rId4" imgW="1257300" imgH="228600" progId="Equation.DSMT4">
              <p:embed/>
            </p:oleObj>
          </a:graphicData>
        </a:graphic>
      </p:graphicFrame>
      <p:sp>
        <p:nvSpPr>
          <p:cNvPr id="64518" name="Text Box 6"/>
          <p:cNvSpPr txBox="1">
            <a:spLocks noChangeArrowheads="1"/>
          </p:cNvSpPr>
          <p:nvPr/>
        </p:nvSpPr>
        <p:spPr bwMode="auto">
          <a:xfrm>
            <a:off x="5256213" y="1622425"/>
            <a:ext cx="3852862"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Times New Roman" pitchFamily="18" charset="0"/>
                <a:ea typeface="华文中宋" pitchFamily="2" charset="-122"/>
              </a:rPr>
              <a:t>解：以</a:t>
            </a:r>
            <a:r>
              <a:rPr lang="en-US" altLang="zh-CN" sz="1800" i="1">
                <a:latin typeface="Times New Roman" pitchFamily="18" charset="0"/>
                <a:ea typeface="华文中宋" pitchFamily="2" charset="-122"/>
              </a:rPr>
              <a:t>m</a:t>
            </a:r>
            <a:r>
              <a:rPr lang="zh-CN" altLang="en-US" sz="1800">
                <a:latin typeface="Times New Roman" pitchFamily="18" charset="0"/>
                <a:ea typeface="华文中宋" pitchFamily="2" charset="-122"/>
              </a:rPr>
              <a:t>为研究对象，建立坐标系</a:t>
            </a:r>
            <a:r>
              <a:rPr lang="en-US" altLang="zh-CN" sz="1800" i="1">
                <a:latin typeface="Times New Roman" pitchFamily="18" charset="0"/>
                <a:ea typeface="华文中宋" pitchFamily="2" charset="-122"/>
              </a:rPr>
              <a:t>ox</a:t>
            </a:r>
            <a:r>
              <a:rPr lang="zh-CN" altLang="en-US" sz="1800">
                <a:latin typeface="Times New Roman" pitchFamily="18" charset="0"/>
                <a:ea typeface="华文中宋" pitchFamily="2" charset="-122"/>
              </a:rPr>
              <a:t>，</a:t>
            </a:r>
          </a:p>
        </p:txBody>
      </p:sp>
      <p:grpSp>
        <p:nvGrpSpPr>
          <p:cNvPr id="2" name="Group 7"/>
          <p:cNvGrpSpPr>
            <a:grpSpLocks/>
          </p:cNvGrpSpPr>
          <p:nvPr/>
        </p:nvGrpSpPr>
        <p:grpSpPr bwMode="auto">
          <a:xfrm>
            <a:off x="5599113" y="2490788"/>
            <a:ext cx="1793875" cy="368300"/>
            <a:chOff x="0" y="13"/>
            <a:chExt cx="1085" cy="310"/>
          </a:xfrm>
        </p:grpSpPr>
        <p:sp>
          <p:nvSpPr>
            <p:cNvPr id="58422" name="Text Box 8"/>
            <p:cNvSpPr txBox="1">
              <a:spLocks noChangeArrowheads="1"/>
            </p:cNvSpPr>
            <p:nvPr/>
          </p:nvSpPr>
          <p:spPr bwMode="auto">
            <a:xfrm>
              <a:off x="0" y="13"/>
              <a:ext cx="901"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Times New Roman" pitchFamily="18" charset="0"/>
                  <a:ea typeface="华文中宋" pitchFamily="2" charset="-122"/>
                </a:rPr>
                <a:t>设射入深度为</a:t>
              </a:r>
            </a:p>
          </p:txBody>
        </p:sp>
        <p:graphicFrame>
          <p:nvGraphicFramePr>
            <p:cNvPr id="58423" name="Object 9"/>
            <p:cNvGraphicFramePr>
              <a:graphicFrameLocks noChangeAspect="1"/>
            </p:cNvGraphicFramePr>
            <p:nvPr/>
          </p:nvGraphicFramePr>
          <p:xfrm>
            <a:off x="837" y="63"/>
            <a:ext cx="248" cy="250"/>
          </p:xfrm>
          <a:graphic>
            <a:graphicData uri="http://schemas.openxmlformats.org/presentationml/2006/ole">
              <p:oleObj spid="_x0000_s58452" name="公式" r:id="rId5" imgW="101468" imgH="177569" progId="Equation.3">
                <p:embed/>
              </p:oleObj>
            </a:graphicData>
          </a:graphic>
        </p:graphicFrame>
      </p:grpSp>
      <p:graphicFrame>
        <p:nvGraphicFramePr>
          <p:cNvPr id="58374" name="Object 10"/>
          <p:cNvGraphicFramePr>
            <a:graphicFrameLocks noChangeAspect="1"/>
          </p:cNvGraphicFramePr>
          <p:nvPr/>
        </p:nvGraphicFramePr>
        <p:xfrm>
          <a:off x="7747000" y="2225675"/>
          <a:ext cx="112713" cy="160338"/>
        </p:xfrm>
        <a:graphic>
          <a:graphicData uri="http://schemas.openxmlformats.org/presentationml/2006/ole">
            <p:oleObj spid="_x0000_s58453" r:id="rId6" imgW="114300" imgH="215900" progId="Equation.3">
              <p:embed/>
            </p:oleObj>
          </a:graphicData>
        </a:graphic>
      </p:graphicFrame>
      <p:graphicFrame>
        <p:nvGraphicFramePr>
          <p:cNvPr id="64523" name="Object 11"/>
          <p:cNvGraphicFramePr>
            <a:graphicFrameLocks noChangeAspect="1"/>
          </p:cNvGraphicFramePr>
          <p:nvPr/>
        </p:nvGraphicFramePr>
        <p:xfrm>
          <a:off x="5821363" y="2905125"/>
          <a:ext cx="2751137" cy="1228725"/>
        </p:xfrm>
        <a:graphic>
          <a:graphicData uri="http://schemas.openxmlformats.org/presentationml/2006/ole">
            <p:oleObj spid="_x0000_s58454" name="Equation" r:id="rId7" imgW="1270000" imgH="889000" progId="Equation.DSMT4">
              <p:embed/>
            </p:oleObj>
          </a:graphicData>
        </a:graphic>
      </p:graphicFrame>
      <p:grpSp>
        <p:nvGrpSpPr>
          <p:cNvPr id="3" name="Group 12"/>
          <p:cNvGrpSpPr>
            <a:grpSpLocks/>
          </p:cNvGrpSpPr>
          <p:nvPr/>
        </p:nvGrpSpPr>
        <p:grpSpPr bwMode="auto">
          <a:xfrm>
            <a:off x="1327150" y="1555750"/>
            <a:ext cx="3821113" cy="1879600"/>
            <a:chOff x="0" y="0"/>
            <a:chExt cx="3072" cy="2160"/>
          </a:xfrm>
        </p:grpSpPr>
        <p:sp>
          <p:nvSpPr>
            <p:cNvPr id="58420" name="Rectangle 13"/>
            <p:cNvSpPr>
              <a:spLocks noChangeArrowheads="1"/>
            </p:cNvSpPr>
            <p:nvPr/>
          </p:nvSpPr>
          <p:spPr bwMode="auto">
            <a:xfrm>
              <a:off x="0" y="0"/>
              <a:ext cx="3072" cy="2160"/>
            </a:xfrm>
            <a:prstGeom prst="rect">
              <a:avLst/>
            </a:prstGeom>
            <a:gradFill rotWithShape="0">
              <a:gsLst>
                <a:gs pos="0">
                  <a:srgbClr val="FFFFFF"/>
                </a:gs>
                <a:gs pos="100000">
                  <a:srgbClr val="FFCC66"/>
                </a:gs>
              </a:gsLst>
              <a:lin ang="540000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zh-CN" altLang="en-US"/>
            </a:p>
          </p:txBody>
        </p:sp>
        <p:sp>
          <p:nvSpPr>
            <p:cNvPr id="58421" name="Rectangle 14" descr="栎木"/>
            <p:cNvSpPr>
              <a:spLocks noChangeArrowheads="1"/>
            </p:cNvSpPr>
            <p:nvPr/>
          </p:nvSpPr>
          <p:spPr bwMode="auto">
            <a:xfrm>
              <a:off x="635" y="384"/>
              <a:ext cx="1968" cy="1104"/>
            </a:xfrm>
            <a:prstGeom prst="rect">
              <a:avLst/>
            </a:prstGeom>
            <a:blipFill dpi="0" rotWithShape="0">
              <a:blip r:embed="rId8" cstate="print"/>
              <a:srcRect/>
              <a:tile tx="0" ty="0" sx="100000" sy="100000" flip="none" algn="tl"/>
            </a:blipFill>
            <a:ln w="9525">
              <a:miter lim="800000"/>
              <a:headEnd/>
              <a:tailEnd/>
            </a:ln>
            <a:scene3d>
              <a:camera prst="legacyObliqueTopRight"/>
              <a:lightRig rig="legacyFlat3" dir="b"/>
            </a:scene3d>
            <a:sp3d extrusionH="887400" prstMaterial="legacyMatte">
              <a:bevelT w="13500" h="13500" prst="angle"/>
              <a:bevelB w="13500" h="13500" prst="angle"/>
              <a:extrusionClr>
                <a:srgbClr val="FFFFFF"/>
              </a:extrusionClr>
            </a:sp3d>
          </p:spPr>
          <p:txBody>
            <a:bodyPr wrap="none" anchor="ctr">
              <a:flatTx/>
            </a:bodyPr>
            <a:lstStyle/>
            <a:p>
              <a:endParaRPr lang="zh-CN" altLang="en-US"/>
            </a:p>
          </p:txBody>
        </p:sp>
      </p:grpSp>
      <p:grpSp>
        <p:nvGrpSpPr>
          <p:cNvPr id="4" name="Group 15"/>
          <p:cNvGrpSpPr>
            <a:grpSpLocks/>
          </p:cNvGrpSpPr>
          <p:nvPr/>
        </p:nvGrpSpPr>
        <p:grpSpPr bwMode="auto">
          <a:xfrm>
            <a:off x="1606550" y="2516188"/>
            <a:ext cx="3248025" cy="484187"/>
            <a:chOff x="0" y="0"/>
            <a:chExt cx="2212" cy="608"/>
          </a:xfrm>
        </p:grpSpPr>
        <p:sp>
          <p:nvSpPr>
            <p:cNvPr id="58417" name="Line 16"/>
            <p:cNvSpPr>
              <a:spLocks noChangeShapeType="1"/>
            </p:cNvSpPr>
            <p:nvPr/>
          </p:nvSpPr>
          <p:spPr bwMode="auto">
            <a:xfrm>
              <a:off x="292" y="335"/>
              <a:ext cx="1920" cy="0"/>
            </a:xfrm>
            <a:prstGeom prst="line">
              <a:avLst/>
            </a:prstGeom>
            <a:noFill/>
            <a:ln w="38100" cap="sq">
              <a:solidFill>
                <a:schemeClr val="tx2"/>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58418" name="Text Box 17"/>
            <p:cNvSpPr txBox="1">
              <a:spLocks noChangeArrowheads="1"/>
            </p:cNvSpPr>
            <p:nvPr/>
          </p:nvSpPr>
          <p:spPr bwMode="auto">
            <a:xfrm>
              <a:off x="0" y="144"/>
              <a:ext cx="248" cy="4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i="1">
                  <a:latin typeface="Times New Roman" pitchFamily="18" charset="0"/>
                  <a:ea typeface="宋体" pitchFamily="2" charset="-122"/>
                </a:rPr>
                <a:t>O</a:t>
              </a:r>
            </a:p>
          </p:txBody>
        </p:sp>
        <p:sp>
          <p:nvSpPr>
            <p:cNvPr id="58419" name="Text Box 18"/>
            <p:cNvSpPr txBox="1">
              <a:spLocks noChangeArrowheads="1"/>
            </p:cNvSpPr>
            <p:nvPr/>
          </p:nvSpPr>
          <p:spPr bwMode="auto">
            <a:xfrm>
              <a:off x="1872" y="0"/>
              <a:ext cx="239" cy="4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i="1">
                  <a:latin typeface="Times New Roman" pitchFamily="18" charset="0"/>
                  <a:ea typeface="宋体" pitchFamily="2" charset="-122"/>
                </a:rPr>
                <a:t>X</a:t>
              </a:r>
            </a:p>
          </p:txBody>
        </p:sp>
      </p:grpSp>
      <p:grpSp>
        <p:nvGrpSpPr>
          <p:cNvPr id="5" name="Group 19"/>
          <p:cNvGrpSpPr>
            <a:grpSpLocks/>
          </p:cNvGrpSpPr>
          <p:nvPr/>
        </p:nvGrpSpPr>
        <p:grpSpPr bwMode="auto">
          <a:xfrm>
            <a:off x="2317750" y="2139950"/>
            <a:ext cx="2292350" cy="1233488"/>
            <a:chOff x="0" y="0"/>
            <a:chExt cx="1728" cy="1440"/>
          </a:xfrm>
        </p:grpSpPr>
        <p:grpSp>
          <p:nvGrpSpPr>
            <p:cNvPr id="58407" name="Group 20"/>
            <p:cNvGrpSpPr>
              <a:grpSpLocks/>
            </p:cNvGrpSpPr>
            <p:nvPr/>
          </p:nvGrpSpPr>
          <p:grpSpPr bwMode="auto">
            <a:xfrm>
              <a:off x="0" y="144"/>
              <a:ext cx="1728" cy="1296"/>
              <a:chOff x="0" y="0"/>
              <a:chExt cx="1728" cy="1296"/>
            </a:xfrm>
          </p:grpSpPr>
          <p:sp>
            <p:nvSpPr>
              <p:cNvPr id="58413" name="Line 21"/>
              <p:cNvSpPr>
                <a:spLocks noChangeShapeType="1"/>
              </p:cNvSpPr>
              <p:nvPr/>
            </p:nvSpPr>
            <p:spPr bwMode="auto">
              <a:xfrm>
                <a:off x="1728" y="0"/>
                <a:ext cx="0" cy="1296"/>
              </a:xfrm>
              <a:prstGeom prst="line">
                <a:avLst/>
              </a:prstGeom>
              <a:noFill/>
              <a:ln w="12700">
                <a:solidFill>
                  <a:schemeClr val="tx1"/>
                </a:solidFill>
                <a:prstDash val="dash"/>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graphicFrame>
            <p:nvGraphicFramePr>
              <p:cNvPr id="58414" name="Object 22"/>
              <p:cNvGraphicFramePr>
                <a:graphicFrameLocks noChangeAspect="1"/>
              </p:cNvGraphicFramePr>
              <p:nvPr/>
            </p:nvGraphicFramePr>
            <p:xfrm>
              <a:off x="883" y="960"/>
              <a:ext cx="136" cy="240"/>
            </p:xfrm>
            <a:graphic>
              <a:graphicData uri="http://schemas.openxmlformats.org/presentationml/2006/ole">
                <p:oleObj spid="_x0000_s58455" r:id="rId9" imgW="101644" imgH="177877" progId="Equation.3">
                  <p:embed/>
                </p:oleObj>
              </a:graphicData>
            </a:graphic>
          </p:graphicFrame>
          <p:sp>
            <p:nvSpPr>
              <p:cNvPr id="58415" name="Line 23"/>
              <p:cNvSpPr>
                <a:spLocks noChangeShapeType="1"/>
              </p:cNvSpPr>
              <p:nvPr/>
            </p:nvSpPr>
            <p:spPr bwMode="auto">
              <a:xfrm>
                <a:off x="0" y="1104"/>
                <a:ext cx="672" cy="0"/>
              </a:xfrm>
              <a:prstGeom prst="line">
                <a:avLst/>
              </a:prstGeom>
              <a:noFill/>
              <a:ln w="28575" cap="sq">
                <a:solidFill>
                  <a:schemeClr val="tx1"/>
                </a:solidFill>
                <a:round/>
                <a:headEnd type="triangle" w="med" len="me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58416" name="Line 24"/>
              <p:cNvSpPr>
                <a:spLocks noChangeShapeType="1"/>
              </p:cNvSpPr>
              <p:nvPr/>
            </p:nvSpPr>
            <p:spPr bwMode="auto">
              <a:xfrm flipH="1">
                <a:off x="1152" y="1104"/>
                <a:ext cx="576" cy="0"/>
              </a:xfrm>
              <a:prstGeom prst="line">
                <a:avLst/>
              </a:prstGeom>
              <a:noFill/>
              <a:ln w="12700" cap="sq">
                <a:solidFill>
                  <a:schemeClr val="tx1"/>
                </a:solidFill>
                <a:round/>
                <a:headEnd type="triangle" w="med" len="med"/>
                <a:tailEnd/>
              </a:ln>
              <a:extLst>
                <a:ext uri="{909E8E84-426E-40DD-AFC4-6F175D3DCCD1}">
                  <a14:hiddenFill xmlns:a14="http://schemas.microsoft.com/office/drawing/2010/main" xmlns="">
                    <a:noFill/>
                  </a14:hiddenFill>
                </a:ext>
              </a:extLst>
            </p:spPr>
            <p:txBody>
              <a:bodyPr wrap="none" anchor="ctr"/>
              <a:lstStyle/>
              <a:p>
                <a:endParaRPr lang="zh-CN" altLang="en-US"/>
              </a:p>
            </p:txBody>
          </p:sp>
        </p:grpSp>
        <p:grpSp>
          <p:nvGrpSpPr>
            <p:cNvPr id="58408" name="Group 25"/>
            <p:cNvGrpSpPr>
              <a:grpSpLocks/>
            </p:cNvGrpSpPr>
            <p:nvPr/>
          </p:nvGrpSpPr>
          <p:grpSpPr bwMode="auto">
            <a:xfrm>
              <a:off x="0" y="0"/>
              <a:ext cx="1728" cy="693"/>
              <a:chOff x="0" y="0"/>
              <a:chExt cx="1728" cy="693"/>
            </a:xfrm>
          </p:grpSpPr>
          <p:sp>
            <p:nvSpPr>
              <p:cNvPr id="58409" name="Text Box 26"/>
              <p:cNvSpPr txBox="1">
                <a:spLocks noChangeArrowheads="1"/>
              </p:cNvSpPr>
              <p:nvPr/>
            </p:nvSpPr>
            <p:spPr bwMode="auto">
              <a:xfrm>
                <a:off x="1296" y="200"/>
                <a:ext cx="116" cy="4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endParaRPr lang="zh-CN" altLang="en-US" sz="2800">
                  <a:solidFill>
                    <a:schemeClr val="accent2"/>
                  </a:solidFill>
                  <a:latin typeface="Times New Roman" pitchFamily="18" charset="0"/>
                  <a:ea typeface="宋体" pitchFamily="2" charset="-122"/>
                </a:endParaRPr>
              </a:p>
            </p:txBody>
          </p:sp>
          <p:sp>
            <p:nvSpPr>
              <p:cNvPr id="58410" name="Line 27"/>
              <p:cNvSpPr>
                <a:spLocks noChangeShapeType="1"/>
              </p:cNvSpPr>
              <p:nvPr/>
            </p:nvSpPr>
            <p:spPr bwMode="auto">
              <a:xfrm>
                <a:off x="0" y="0"/>
                <a:ext cx="1392" cy="0"/>
              </a:xfrm>
              <a:prstGeom prst="line">
                <a:avLst/>
              </a:prstGeom>
              <a:noFill/>
              <a:ln w="12700">
                <a:solidFill>
                  <a:schemeClr val="tx1"/>
                </a:solidFill>
                <a:prstDash val="sysDot"/>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58411" name="AutoShape 28"/>
              <p:cNvSpPr>
                <a:spLocks noChangeArrowheads="1"/>
              </p:cNvSpPr>
              <p:nvPr/>
            </p:nvSpPr>
            <p:spPr bwMode="auto">
              <a:xfrm>
                <a:off x="1344" y="0"/>
                <a:ext cx="384" cy="192"/>
              </a:xfrm>
              <a:prstGeom prst="flowChartDelay">
                <a:avLst/>
              </a:prstGeom>
              <a:gradFill rotWithShape="0">
                <a:gsLst>
                  <a:gs pos="0">
                    <a:srgbClr val="A98744"/>
                  </a:gs>
                  <a:gs pos="50000">
                    <a:srgbClr val="FFCC66"/>
                  </a:gs>
                  <a:gs pos="100000">
                    <a:srgbClr val="A98744"/>
                  </a:gs>
                </a:gsLst>
                <a:lin ang="5400000" scaled="1"/>
              </a:gradFill>
              <a:ln w="12700" cap="sq">
                <a:solidFill>
                  <a:schemeClr val="tx1"/>
                </a:solidFill>
                <a:miter lim="800000"/>
                <a:headEnd/>
                <a:tailEnd/>
              </a:ln>
            </p:spPr>
            <p:txBody>
              <a:bodyPr wrap="none" anchor="ctr"/>
              <a:lstStyle/>
              <a:p>
                <a:endParaRPr lang="zh-CN" altLang="en-US"/>
              </a:p>
            </p:txBody>
          </p:sp>
          <p:sp>
            <p:nvSpPr>
              <p:cNvPr id="58412" name="Line 29"/>
              <p:cNvSpPr>
                <a:spLocks noChangeShapeType="1"/>
              </p:cNvSpPr>
              <p:nvPr/>
            </p:nvSpPr>
            <p:spPr bwMode="auto">
              <a:xfrm>
                <a:off x="0" y="192"/>
                <a:ext cx="1392" cy="0"/>
              </a:xfrm>
              <a:prstGeom prst="line">
                <a:avLst/>
              </a:prstGeom>
              <a:noFill/>
              <a:ln w="12700">
                <a:solidFill>
                  <a:schemeClr val="tx1"/>
                </a:solidFill>
                <a:prstDash val="sysDot"/>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grpSp>
      </p:grpSp>
      <p:grpSp>
        <p:nvGrpSpPr>
          <p:cNvPr id="8" name="Group 30"/>
          <p:cNvGrpSpPr>
            <a:grpSpLocks/>
          </p:cNvGrpSpPr>
          <p:nvPr/>
        </p:nvGrpSpPr>
        <p:grpSpPr bwMode="auto">
          <a:xfrm>
            <a:off x="2338388" y="1912938"/>
            <a:ext cx="1384300" cy="1522412"/>
            <a:chOff x="0" y="0"/>
            <a:chExt cx="1043" cy="1584"/>
          </a:xfrm>
        </p:grpSpPr>
        <p:grpSp>
          <p:nvGrpSpPr>
            <p:cNvPr id="58395" name="Group 31"/>
            <p:cNvGrpSpPr>
              <a:grpSpLocks/>
            </p:cNvGrpSpPr>
            <p:nvPr/>
          </p:nvGrpSpPr>
          <p:grpSpPr bwMode="auto">
            <a:xfrm>
              <a:off x="0" y="328"/>
              <a:ext cx="1043" cy="1256"/>
              <a:chOff x="0" y="0"/>
              <a:chExt cx="1043" cy="1256"/>
            </a:xfrm>
          </p:grpSpPr>
          <p:sp>
            <p:nvSpPr>
              <p:cNvPr id="58402" name="Line 32"/>
              <p:cNvSpPr>
                <a:spLocks noChangeShapeType="1"/>
              </p:cNvSpPr>
              <p:nvPr/>
            </p:nvSpPr>
            <p:spPr bwMode="auto">
              <a:xfrm>
                <a:off x="0" y="56"/>
                <a:ext cx="0" cy="1200"/>
              </a:xfrm>
              <a:prstGeom prst="line">
                <a:avLst/>
              </a:prstGeom>
              <a:noFill/>
              <a:ln w="12700">
                <a:solidFill>
                  <a:schemeClr val="tx1"/>
                </a:solidFill>
                <a:prstDash val="dash"/>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graphicFrame>
            <p:nvGraphicFramePr>
              <p:cNvPr id="58403" name="Object 33"/>
              <p:cNvGraphicFramePr>
                <a:graphicFrameLocks noChangeAspect="1"/>
              </p:cNvGraphicFramePr>
              <p:nvPr/>
            </p:nvGraphicFramePr>
            <p:xfrm>
              <a:off x="417" y="776"/>
              <a:ext cx="266" cy="296"/>
            </p:xfrm>
            <a:graphic>
              <a:graphicData uri="http://schemas.openxmlformats.org/presentationml/2006/ole">
                <p:oleObj spid="_x0000_s58456" name="Equation" r:id="rId10" imgW="127000" imgH="139700" progId="Equation.DSMT4">
                  <p:embed/>
                </p:oleObj>
              </a:graphicData>
            </a:graphic>
          </p:graphicFrame>
          <p:sp>
            <p:nvSpPr>
              <p:cNvPr id="58404" name="Line 34"/>
              <p:cNvSpPr>
                <a:spLocks noChangeShapeType="1"/>
              </p:cNvSpPr>
              <p:nvPr/>
            </p:nvSpPr>
            <p:spPr bwMode="auto">
              <a:xfrm>
                <a:off x="1032" y="0"/>
                <a:ext cx="0" cy="1056"/>
              </a:xfrm>
              <a:prstGeom prst="line">
                <a:avLst/>
              </a:prstGeom>
              <a:noFill/>
              <a:ln w="12700">
                <a:solidFill>
                  <a:schemeClr val="tx1"/>
                </a:solidFill>
                <a:prstDash val="dash"/>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58405" name="Line 35"/>
              <p:cNvSpPr>
                <a:spLocks noChangeShapeType="1"/>
              </p:cNvSpPr>
              <p:nvPr/>
            </p:nvSpPr>
            <p:spPr bwMode="auto">
              <a:xfrm flipH="1">
                <a:off x="659" y="912"/>
                <a:ext cx="384" cy="0"/>
              </a:xfrm>
              <a:prstGeom prst="line">
                <a:avLst/>
              </a:prstGeom>
              <a:noFill/>
              <a:ln w="28575" cap="sq">
                <a:solidFill>
                  <a:schemeClr val="tx1"/>
                </a:solidFill>
                <a:round/>
                <a:headEnd type="triangle" w="med" len="me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58406" name="Line 36"/>
              <p:cNvSpPr>
                <a:spLocks noChangeShapeType="1"/>
              </p:cNvSpPr>
              <p:nvPr/>
            </p:nvSpPr>
            <p:spPr bwMode="auto">
              <a:xfrm>
                <a:off x="0" y="912"/>
                <a:ext cx="432" cy="0"/>
              </a:xfrm>
              <a:prstGeom prst="line">
                <a:avLst/>
              </a:prstGeom>
              <a:noFill/>
              <a:ln w="28575" cap="sq">
                <a:solidFill>
                  <a:schemeClr val="tx1"/>
                </a:solidFill>
                <a:round/>
                <a:headEnd type="triangle" w="med" len="med"/>
                <a:tailEnd/>
              </a:ln>
              <a:extLst>
                <a:ext uri="{909E8E84-426E-40DD-AFC4-6F175D3DCCD1}">
                  <a14:hiddenFill xmlns:a14="http://schemas.microsoft.com/office/drawing/2010/main" xmlns="">
                    <a:noFill/>
                  </a14:hiddenFill>
                </a:ext>
              </a:extLst>
            </p:spPr>
            <p:txBody>
              <a:bodyPr wrap="none" anchor="ctr"/>
              <a:lstStyle/>
              <a:p>
                <a:endParaRPr lang="zh-CN" altLang="en-US"/>
              </a:p>
            </p:txBody>
          </p:sp>
        </p:grpSp>
        <p:grpSp>
          <p:nvGrpSpPr>
            <p:cNvPr id="58396" name="Group 37"/>
            <p:cNvGrpSpPr>
              <a:grpSpLocks/>
            </p:cNvGrpSpPr>
            <p:nvPr/>
          </p:nvGrpSpPr>
          <p:grpSpPr bwMode="auto">
            <a:xfrm>
              <a:off x="107" y="0"/>
              <a:ext cx="920" cy="432"/>
              <a:chOff x="0" y="0"/>
              <a:chExt cx="920" cy="432"/>
            </a:xfrm>
          </p:grpSpPr>
          <p:graphicFrame>
            <p:nvGraphicFramePr>
              <p:cNvPr id="58397" name="Object 38"/>
              <p:cNvGraphicFramePr>
                <a:graphicFrameLocks noChangeAspect="1"/>
              </p:cNvGraphicFramePr>
              <p:nvPr/>
            </p:nvGraphicFramePr>
            <p:xfrm>
              <a:off x="390" y="0"/>
              <a:ext cx="194" cy="244"/>
            </p:xfrm>
            <a:graphic>
              <a:graphicData uri="http://schemas.openxmlformats.org/presentationml/2006/ole">
                <p:oleObj spid="_x0000_s58457" r:id="rId11" imgW="152532" imgH="203377" progId="Equation.3">
                  <p:embed/>
                </p:oleObj>
              </a:graphicData>
            </a:graphic>
          </p:graphicFrame>
          <p:sp>
            <p:nvSpPr>
              <p:cNvPr id="58398" name="Line 39"/>
              <p:cNvSpPr>
                <a:spLocks noChangeShapeType="1"/>
              </p:cNvSpPr>
              <p:nvPr/>
            </p:nvSpPr>
            <p:spPr bwMode="auto">
              <a:xfrm flipH="1">
                <a:off x="248" y="336"/>
                <a:ext cx="373" cy="0"/>
              </a:xfrm>
              <a:prstGeom prst="line">
                <a:avLst/>
              </a:prstGeom>
              <a:noFill/>
              <a:ln w="57150" cap="sq">
                <a:solidFill>
                  <a:schemeClr val="tx2"/>
                </a:solidFill>
                <a:round/>
                <a:headEnd/>
                <a:tailEnd type="triangle" w="sm" len="sm"/>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58399" name="AutoShape 40"/>
              <p:cNvSpPr>
                <a:spLocks noChangeArrowheads="1"/>
              </p:cNvSpPr>
              <p:nvPr/>
            </p:nvSpPr>
            <p:spPr bwMode="auto">
              <a:xfrm>
                <a:off x="536" y="240"/>
                <a:ext cx="384" cy="192"/>
              </a:xfrm>
              <a:prstGeom prst="flowChartDelay">
                <a:avLst/>
              </a:prstGeom>
              <a:gradFill rotWithShape="0">
                <a:gsLst>
                  <a:gs pos="0">
                    <a:srgbClr val="A98744"/>
                  </a:gs>
                  <a:gs pos="50000">
                    <a:srgbClr val="FFCC66"/>
                  </a:gs>
                  <a:gs pos="100000">
                    <a:srgbClr val="A98744"/>
                  </a:gs>
                </a:gsLst>
                <a:lin ang="5400000" scaled="1"/>
              </a:gradFill>
              <a:ln w="12700" cap="sq">
                <a:solidFill>
                  <a:schemeClr val="tx1"/>
                </a:solidFill>
                <a:miter lim="800000"/>
                <a:headEnd/>
                <a:tailEnd/>
              </a:ln>
            </p:spPr>
            <p:txBody>
              <a:bodyPr wrap="none" anchor="ctr"/>
              <a:lstStyle/>
              <a:p>
                <a:endParaRPr lang="zh-CN" altLang="en-US"/>
              </a:p>
            </p:txBody>
          </p:sp>
          <p:sp>
            <p:nvSpPr>
              <p:cNvPr id="58400" name="Line 41"/>
              <p:cNvSpPr>
                <a:spLocks noChangeShapeType="1"/>
              </p:cNvSpPr>
              <p:nvPr/>
            </p:nvSpPr>
            <p:spPr bwMode="auto">
              <a:xfrm>
                <a:off x="8" y="240"/>
                <a:ext cx="528" cy="0"/>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58401" name="Line 42"/>
              <p:cNvSpPr>
                <a:spLocks noChangeShapeType="1"/>
              </p:cNvSpPr>
              <p:nvPr/>
            </p:nvSpPr>
            <p:spPr bwMode="auto">
              <a:xfrm>
                <a:off x="0" y="432"/>
                <a:ext cx="528" cy="0"/>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grpSp>
      </p:grpSp>
      <p:grpSp>
        <p:nvGrpSpPr>
          <p:cNvPr id="11" name="Group 43"/>
          <p:cNvGrpSpPr>
            <a:grpSpLocks/>
          </p:cNvGrpSpPr>
          <p:nvPr/>
        </p:nvGrpSpPr>
        <p:grpSpPr bwMode="auto">
          <a:xfrm>
            <a:off x="1639888" y="1652588"/>
            <a:ext cx="906462" cy="865187"/>
            <a:chOff x="0" y="0"/>
            <a:chExt cx="683" cy="901"/>
          </a:xfrm>
        </p:grpSpPr>
        <p:sp>
          <p:nvSpPr>
            <p:cNvPr id="58390" name="AutoShape 44"/>
            <p:cNvSpPr>
              <a:spLocks noChangeArrowheads="1"/>
            </p:cNvSpPr>
            <p:nvPr/>
          </p:nvSpPr>
          <p:spPr bwMode="auto">
            <a:xfrm>
              <a:off x="59" y="336"/>
              <a:ext cx="384" cy="192"/>
            </a:xfrm>
            <a:prstGeom prst="flowChartDelay">
              <a:avLst/>
            </a:prstGeom>
            <a:gradFill rotWithShape="0">
              <a:gsLst>
                <a:gs pos="0">
                  <a:srgbClr val="A98744"/>
                </a:gs>
                <a:gs pos="50000">
                  <a:srgbClr val="FFCC66"/>
                </a:gs>
                <a:gs pos="100000">
                  <a:srgbClr val="A98744"/>
                </a:gs>
              </a:gsLst>
              <a:lin ang="5400000" scaled="1"/>
            </a:gradFill>
            <a:ln w="12700" cap="sq">
              <a:solidFill>
                <a:schemeClr val="tx1"/>
              </a:solidFill>
              <a:miter lim="800000"/>
              <a:headEnd/>
              <a:tailEnd/>
            </a:ln>
          </p:spPr>
          <p:txBody>
            <a:bodyPr wrap="none" anchor="ctr"/>
            <a:lstStyle/>
            <a:p>
              <a:endParaRPr lang="zh-CN" altLang="en-US"/>
            </a:p>
          </p:txBody>
        </p:sp>
        <p:grpSp>
          <p:nvGrpSpPr>
            <p:cNvPr id="58391" name="Group 45"/>
            <p:cNvGrpSpPr>
              <a:grpSpLocks/>
            </p:cNvGrpSpPr>
            <p:nvPr/>
          </p:nvGrpSpPr>
          <p:grpSpPr bwMode="auto">
            <a:xfrm>
              <a:off x="0" y="0"/>
              <a:ext cx="683" cy="432"/>
              <a:chOff x="0" y="0"/>
              <a:chExt cx="672" cy="528"/>
            </a:xfrm>
          </p:grpSpPr>
          <p:graphicFrame>
            <p:nvGraphicFramePr>
              <p:cNvPr id="58393" name="Object 46"/>
              <p:cNvGraphicFramePr>
                <a:graphicFrameLocks noChangeAspect="1"/>
              </p:cNvGraphicFramePr>
              <p:nvPr/>
            </p:nvGraphicFramePr>
            <p:xfrm>
              <a:off x="0" y="0"/>
              <a:ext cx="361" cy="504"/>
            </p:xfrm>
            <a:graphic>
              <a:graphicData uri="http://schemas.openxmlformats.org/presentationml/2006/ole">
                <p:oleObj spid="_x0000_s58458" r:id="rId12" imgW="165172" imgH="228699" progId="Equation.3">
                  <p:embed/>
                </p:oleObj>
              </a:graphicData>
            </a:graphic>
          </p:graphicFrame>
          <p:sp>
            <p:nvSpPr>
              <p:cNvPr id="58394" name="Line 47"/>
              <p:cNvSpPr>
                <a:spLocks noChangeShapeType="1"/>
              </p:cNvSpPr>
              <p:nvPr/>
            </p:nvSpPr>
            <p:spPr bwMode="auto">
              <a:xfrm>
                <a:off x="144" y="528"/>
                <a:ext cx="528" cy="0"/>
              </a:xfrm>
              <a:prstGeom prst="line">
                <a:avLst/>
              </a:prstGeom>
              <a:noFill/>
              <a:ln w="57150" cap="sq">
                <a:solidFill>
                  <a:schemeClr val="folHlink"/>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grpSp>
        <p:sp>
          <p:nvSpPr>
            <p:cNvPr id="58392" name="Rectangle 48"/>
            <p:cNvSpPr>
              <a:spLocks noChangeArrowheads="1"/>
            </p:cNvSpPr>
            <p:nvPr/>
          </p:nvSpPr>
          <p:spPr bwMode="auto">
            <a:xfrm>
              <a:off x="7" y="462"/>
              <a:ext cx="305" cy="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lang="en-US" altLang="zh-CN" sz="2800">
                  <a:solidFill>
                    <a:schemeClr val="accent2"/>
                  </a:solidFill>
                  <a:latin typeface="Times New Roman" pitchFamily="18" charset="0"/>
                  <a:ea typeface="宋体" pitchFamily="2" charset="-122"/>
                </a:rPr>
                <a:t>m</a:t>
              </a:r>
            </a:p>
          </p:txBody>
        </p:sp>
      </p:grpSp>
      <p:grpSp>
        <p:nvGrpSpPr>
          <p:cNvPr id="13" name="Group 49"/>
          <p:cNvGrpSpPr>
            <a:grpSpLocks/>
          </p:cNvGrpSpPr>
          <p:nvPr/>
        </p:nvGrpSpPr>
        <p:grpSpPr bwMode="auto">
          <a:xfrm>
            <a:off x="5832475" y="1985963"/>
            <a:ext cx="3132138" cy="369887"/>
            <a:chOff x="231" y="-132"/>
            <a:chExt cx="1993" cy="269"/>
          </a:xfrm>
        </p:grpSpPr>
        <p:sp>
          <p:nvSpPr>
            <p:cNvPr id="58388" name="Text Box 50"/>
            <p:cNvSpPr txBox="1">
              <a:spLocks noChangeArrowheads="1"/>
            </p:cNvSpPr>
            <p:nvPr/>
          </p:nvSpPr>
          <p:spPr bwMode="auto">
            <a:xfrm>
              <a:off x="231" y="-132"/>
              <a:ext cx="1297" cy="2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Times New Roman" pitchFamily="18" charset="0"/>
                  <a:ea typeface="华文中宋" pitchFamily="2" charset="-122"/>
                </a:rPr>
                <a:t>在射入深度为</a:t>
              </a:r>
              <a:r>
                <a:rPr lang="en-US" altLang="zh-CN" sz="1800" i="1">
                  <a:latin typeface="Times New Roman" pitchFamily="18" charset="0"/>
                  <a:ea typeface="华文中宋" pitchFamily="2" charset="-122"/>
                </a:rPr>
                <a:t>x</a:t>
              </a:r>
              <a:r>
                <a:rPr lang="zh-CN" altLang="en-US" sz="1800">
                  <a:latin typeface="Times New Roman" pitchFamily="18" charset="0"/>
                  <a:ea typeface="华文中宋" pitchFamily="2" charset="-122"/>
                </a:rPr>
                <a:t>时，</a:t>
              </a:r>
            </a:p>
          </p:txBody>
        </p:sp>
        <p:graphicFrame>
          <p:nvGraphicFramePr>
            <p:cNvPr id="58389" name="Object 51"/>
            <p:cNvGraphicFramePr>
              <a:graphicFrameLocks noChangeAspect="1"/>
            </p:cNvGraphicFramePr>
            <p:nvPr/>
          </p:nvGraphicFramePr>
          <p:xfrm>
            <a:off x="1509" y="-102"/>
            <a:ext cx="715" cy="229"/>
          </p:xfrm>
          <a:graphic>
            <a:graphicData uri="http://schemas.openxmlformats.org/presentationml/2006/ole">
              <p:oleObj spid="_x0000_s58459" name="公式" r:id="rId13" imgW="634725" imgH="203112" progId="Equation.3">
                <p:embed/>
              </p:oleObj>
            </a:graphicData>
          </a:graphic>
        </p:graphicFrame>
      </p:grpSp>
      <p:grpSp>
        <p:nvGrpSpPr>
          <p:cNvPr id="14" name="Group 52"/>
          <p:cNvGrpSpPr>
            <a:grpSpLocks/>
          </p:cNvGrpSpPr>
          <p:nvPr/>
        </p:nvGrpSpPr>
        <p:grpSpPr bwMode="auto">
          <a:xfrm>
            <a:off x="468313" y="3435350"/>
            <a:ext cx="4414837" cy="635000"/>
            <a:chOff x="556" y="-7"/>
            <a:chExt cx="2727" cy="472"/>
          </a:xfrm>
        </p:grpSpPr>
        <p:sp>
          <p:nvSpPr>
            <p:cNvPr id="58386" name="Text Box 53"/>
            <p:cNvSpPr txBox="1">
              <a:spLocks noChangeArrowheads="1"/>
            </p:cNvSpPr>
            <p:nvPr/>
          </p:nvSpPr>
          <p:spPr bwMode="auto">
            <a:xfrm>
              <a:off x="556" y="104"/>
              <a:ext cx="970" cy="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Times New Roman" pitchFamily="18" charset="0"/>
                  <a:ea typeface="华文中宋" pitchFamily="2" charset="-122"/>
                </a:rPr>
                <a:t>由动能定理：</a:t>
              </a:r>
            </a:p>
          </p:txBody>
        </p:sp>
        <p:graphicFrame>
          <p:nvGraphicFramePr>
            <p:cNvPr id="58387" name="Object 54"/>
            <p:cNvGraphicFramePr>
              <a:graphicFrameLocks noChangeAspect="1"/>
            </p:cNvGraphicFramePr>
            <p:nvPr/>
          </p:nvGraphicFramePr>
          <p:xfrm>
            <a:off x="1582" y="-7"/>
            <a:ext cx="1701" cy="472"/>
          </p:xfrm>
          <a:graphic>
            <a:graphicData uri="http://schemas.openxmlformats.org/presentationml/2006/ole">
              <p:oleObj spid="_x0000_s58460" name="公式" r:id="rId14" imgW="1244060" imgH="406224" progId="Equation.3">
                <p:embed/>
              </p:oleObj>
            </a:graphicData>
          </a:graphic>
        </p:graphicFrame>
      </p:grpSp>
      <p:graphicFrame>
        <p:nvGraphicFramePr>
          <p:cNvPr id="64567" name="Object 55"/>
          <p:cNvGraphicFramePr>
            <a:graphicFrameLocks noChangeAspect="1"/>
          </p:cNvGraphicFramePr>
          <p:nvPr/>
        </p:nvGraphicFramePr>
        <p:xfrm>
          <a:off x="5900738" y="4225925"/>
          <a:ext cx="2084387" cy="317500"/>
        </p:xfrm>
        <a:graphic>
          <a:graphicData uri="http://schemas.openxmlformats.org/presentationml/2006/ole">
            <p:oleObj spid="_x0000_s58461" name="Equation" r:id="rId15" imgW="914400" imgH="203200" progId="Equation.DSMT4">
              <p:embed/>
            </p:oleObj>
          </a:graphicData>
        </a:graphic>
      </p:graphicFrame>
      <p:graphicFrame>
        <p:nvGraphicFramePr>
          <p:cNvPr id="64568" name="Object 56"/>
          <p:cNvGraphicFramePr>
            <a:graphicFrameLocks noChangeAspect="1"/>
          </p:cNvGraphicFramePr>
          <p:nvPr/>
        </p:nvGraphicFramePr>
        <p:xfrm>
          <a:off x="1382713" y="4011613"/>
          <a:ext cx="4557712" cy="768350"/>
        </p:xfrm>
        <a:graphic>
          <a:graphicData uri="http://schemas.openxmlformats.org/presentationml/2006/ole">
            <p:oleObj spid="_x0000_s58462" name="Equation" r:id="rId16" imgW="2032000" imgH="495300" progId="Equation.DSMT4">
              <p:embed/>
            </p:oleObj>
          </a:graphicData>
        </a:graphic>
      </p:graphicFrame>
      <p:sp>
        <p:nvSpPr>
          <p:cNvPr id="58385" name="Text Box 3"/>
          <p:cNvSpPr txBox="1">
            <a:spLocks noChangeArrowheads="1"/>
          </p:cNvSpPr>
          <p:nvPr/>
        </p:nvSpPr>
        <p:spPr bwMode="auto">
          <a:xfrm>
            <a:off x="323850" y="842963"/>
            <a:ext cx="8424863" cy="923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CC"/>
                </a:solidFill>
                <a:latin typeface="华文宋体" pitchFamily="2" charset="-122"/>
                <a:ea typeface="华文宋体" pitchFamily="2" charset="-122"/>
              </a:rPr>
              <a:t>例</a:t>
            </a:r>
            <a:r>
              <a:rPr lang="en-US" altLang="zh-CN" sz="1800">
                <a:solidFill>
                  <a:srgbClr val="0000CC"/>
                </a:solidFill>
                <a:latin typeface="华文宋体" pitchFamily="2" charset="-122"/>
                <a:ea typeface="华文宋体" pitchFamily="2" charset="-122"/>
              </a:rPr>
              <a:t>     </a:t>
            </a:r>
            <a:r>
              <a:rPr lang="zh-CN" altLang="en-US" sz="1800">
                <a:solidFill>
                  <a:srgbClr val="0000CC"/>
                </a:solidFill>
                <a:latin typeface="华文宋体" pitchFamily="2" charset="-122"/>
                <a:ea typeface="华文宋体" pitchFamily="2" charset="-122"/>
              </a:rPr>
              <a:t>一个质量</a:t>
            </a:r>
            <a:r>
              <a:rPr lang="en-US" altLang="zh-CN" sz="1800">
                <a:solidFill>
                  <a:srgbClr val="0000CC"/>
                </a:solidFill>
                <a:latin typeface="华文宋体" pitchFamily="2" charset="-122"/>
                <a:ea typeface="华文宋体" pitchFamily="2" charset="-122"/>
              </a:rPr>
              <a:t>15g</a:t>
            </a:r>
            <a:r>
              <a:rPr lang="zh-CN" altLang="en-US" sz="1800">
                <a:solidFill>
                  <a:srgbClr val="0000CC"/>
                </a:solidFill>
                <a:latin typeface="华文宋体" pitchFamily="2" charset="-122"/>
                <a:ea typeface="华文宋体" pitchFamily="2" charset="-122"/>
              </a:rPr>
              <a:t>的子弹，以</a:t>
            </a:r>
            <a:r>
              <a:rPr lang="en-US" altLang="zh-CN" sz="1800">
                <a:solidFill>
                  <a:srgbClr val="0000CC"/>
                </a:solidFill>
                <a:latin typeface="华文宋体" pitchFamily="2" charset="-122"/>
                <a:ea typeface="华文宋体" pitchFamily="2" charset="-122"/>
              </a:rPr>
              <a:t>200</a:t>
            </a:r>
            <a:r>
              <a:rPr lang="zh-CN" altLang="en-US" sz="1800">
                <a:solidFill>
                  <a:srgbClr val="0000CC"/>
                </a:solidFill>
                <a:latin typeface="华文宋体" pitchFamily="2" charset="-122"/>
                <a:ea typeface="华文宋体" pitchFamily="2" charset="-122"/>
              </a:rPr>
              <a:t>米</a:t>
            </a:r>
            <a:r>
              <a:rPr lang="en-US" altLang="zh-CN" sz="1800">
                <a:solidFill>
                  <a:srgbClr val="0000CC"/>
                </a:solidFill>
                <a:latin typeface="华文宋体" pitchFamily="2" charset="-122"/>
                <a:ea typeface="华文宋体" pitchFamily="2" charset="-122"/>
              </a:rPr>
              <a:t>/</a:t>
            </a:r>
            <a:r>
              <a:rPr lang="zh-CN" altLang="en-US" sz="1800">
                <a:solidFill>
                  <a:srgbClr val="0000CC"/>
                </a:solidFill>
                <a:latin typeface="华文宋体" pitchFamily="2" charset="-122"/>
                <a:ea typeface="华文宋体" pitchFamily="2" charset="-122"/>
              </a:rPr>
              <a:t>秒的速度射入一固定的木板内，如阻力与射入木板的深度成正比，即                                             </a:t>
            </a:r>
            <a:r>
              <a:rPr lang="en-US" altLang="zh-CN" sz="1800">
                <a:solidFill>
                  <a:srgbClr val="0000CC"/>
                </a:solidFill>
                <a:latin typeface="华文宋体" pitchFamily="2" charset="-122"/>
                <a:ea typeface="华文宋体" pitchFamily="2" charset="-122"/>
              </a:rPr>
              <a:t>,</a:t>
            </a:r>
            <a:r>
              <a:rPr lang="zh-CN" altLang="en-US" sz="1800">
                <a:solidFill>
                  <a:srgbClr val="0000CC"/>
                </a:solidFill>
                <a:latin typeface="华文宋体" pitchFamily="2" charset="-122"/>
                <a:ea typeface="华文宋体" pitchFamily="2" charset="-122"/>
              </a:rPr>
              <a:t>且                         ，求子弹射入木板的深度。</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4518"/>
                                        </p:tgtEl>
                                        <p:attrNameLst>
                                          <p:attrName>style.visibility</p:attrName>
                                        </p:attrNameLst>
                                      </p:cBhvr>
                                      <p:to>
                                        <p:strVal val="visible"/>
                                      </p:to>
                                    </p:set>
                                    <p:animEffect transition="in" filter="box(in)">
                                      <p:cBhvr>
                                        <p:cTn id="17" dur="500"/>
                                        <p:tgtEl>
                                          <p:spTgt spid="645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ox(in)">
                                      <p:cBhvr>
                                        <p:cTn id="32" dur="500"/>
                                        <p:tgtEl>
                                          <p:spTgt spid="1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ox(in)">
                                      <p:cBhvr>
                                        <p:cTn id="37" dur="500"/>
                                        <p:tgtEl>
                                          <p:spTgt spid="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499"/>
                                          </p:stCondLst>
                                        </p:cTn>
                                        <p:tgtEl>
                                          <p:spTgt spid="5"/>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4" presetClass="entr" presetSubtype="16" fill="hold" nodeType="clickEffect">
                                  <p:stCondLst>
                                    <p:cond delay="0"/>
                                  </p:stCondLst>
                                  <p:childTnLst>
                                    <p:set>
                                      <p:cBhvr>
                                        <p:cTn id="45" dur="1" fill="hold">
                                          <p:stCondLst>
                                            <p:cond delay="0"/>
                                          </p:stCondLst>
                                        </p:cTn>
                                        <p:tgtEl>
                                          <p:spTgt spid="64523"/>
                                        </p:tgtEl>
                                        <p:attrNameLst>
                                          <p:attrName>style.visibility</p:attrName>
                                        </p:attrNameLst>
                                      </p:cBhvr>
                                      <p:to>
                                        <p:strVal val="visible"/>
                                      </p:to>
                                    </p:set>
                                    <p:animEffect transition="in" filter="box(in)">
                                      <p:cBhvr>
                                        <p:cTn id="46" dur="500"/>
                                        <p:tgtEl>
                                          <p:spTgt spid="6452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4" presetClass="entr" presetSubtype="16" fill="hold" nodeType="click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box(in)">
                                      <p:cBhvr>
                                        <p:cTn id="51" dur="500"/>
                                        <p:tgtEl>
                                          <p:spTgt spid="1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4" presetClass="entr" presetSubtype="16" fill="hold" nodeType="clickEffect">
                                  <p:stCondLst>
                                    <p:cond delay="0"/>
                                  </p:stCondLst>
                                  <p:childTnLst>
                                    <p:set>
                                      <p:cBhvr>
                                        <p:cTn id="55" dur="1" fill="hold">
                                          <p:stCondLst>
                                            <p:cond delay="0"/>
                                          </p:stCondLst>
                                        </p:cTn>
                                        <p:tgtEl>
                                          <p:spTgt spid="64568"/>
                                        </p:tgtEl>
                                        <p:attrNameLst>
                                          <p:attrName>style.visibility</p:attrName>
                                        </p:attrNameLst>
                                      </p:cBhvr>
                                      <p:to>
                                        <p:strVal val="visible"/>
                                      </p:to>
                                    </p:set>
                                    <p:animEffect transition="in" filter="box(in)">
                                      <p:cBhvr>
                                        <p:cTn id="56" dur="500"/>
                                        <p:tgtEl>
                                          <p:spTgt spid="64568"/>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64567"/>
                                        </p:tgtEl>
                                        <p:attrNameLst>
                                          <p:attrName>style.visibility</p:attrName>
                                        </p:attrNameLst>
                                      </p:cBhvr>
                                      <p:to>
                                        <p:strVal val="visible"/>
                                      </p:to>
                                    </p:set>
                                    <p:animEffect transition="in" filter="wipe(left)">
                                      <p:cBhvr>
                                        <p:cTn id="61" dur="500"/>
                                        <p:tgtEl>
                                          <p:spTgt spid="645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8"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6"/>
          <p:cNvGrpSpPr>
            <a:grpSpLocks/>
          </p:cNvGrpSpPr>
          <p:nvPr/>
        </p:nvGrpSpPr>
        <p:grpSpPr bwMode="auto">
          <a:xfrm>
            <a:off x="2843213" y="1779588"/>
            <a:ext cx="1671637" cy="369887"/>
            <a:chOff x="1526" y="893"/>
            <a:chExt cx="1053" cy="310"/>
          </a:xfrm>
        </p:grpSpPr>
        <p:sp>
          <p:nvSpPr>
            <p:cNvPr id="59414" name="Text Box 7"/>
            <p:cNvSpPr txBox="1">
              <a:spLocks noChangeArrowheads="1"/>
            </p:cNvSpPr>
            <p:nvPr/>
          </p:nvSpPr>
          <p:spPr bwMode="auto">
            <a:xfrm>
              <a:off x="1980" y="893"/>
              <a:ext cx="599"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华文中宋" pitchFamily="2" charset="-122"/>
                  <a:ea typeface="华文中宋" pitchFamily="2" charset="-122"/>
                </a:rPr>
                <a:t>动能</a:t>
              </a:r>
              <a:r>
                <a:rPr lang="zh-CN" altLang="en-US" sz="1800">
                  <a:latin typeface="华文中宋" pitchFamily="2" charset="-122"/>
                  <a:ea typeface="华文中宋" pitchFamily="2" charset="-122"/>
                </a:rPr>
                <a:t> </a:t>
              </a:r>
            </a:p>
          </p:txBody>
        </p:sp>
        <p:graphicFrame>
          <p:nvGraphicFramePr>
            <p:cNvPr id="59415" name="Object 9"/>
            <p:cNvGraphicFramePr>
              <a:graphicFrameLocks noChangeAspect="1"/>
            </p:cNvGraphicFramePr>
            <p:nvPr/>
          </p:nvGraphicFramePr>
          <p:xfrm>
            <a:off x="1526" y="919"/>
            <a:ext cx="480" cy="269"/>
          </p:xfrm>
          <a:graphic>
            <a:graphicData uri="http://schemas.openxmlformats.org/presentationml/2006/ole">
              <p:oleObj spid="_x0000_s59430" name="Equation" r:id="rId4" imgW="317087" imgH="177569" progId="Equation.DSMT4">
                <p:embed/>
              </p:oleObj>
            </a:graphicData>
          </a:graphic>
        </p:graphicFrame>
      </p:grpSp>
      <p:grpSp>
        <p:nvGrpSpPr>
          <p:cNvPr id="3" name="Group 11"/>
          <p:cNvGrpSpPr>
            <a:grpSpLocks/>
          </p:cNvGrpSpPr>
          <p:nvPr/>
        </p:nvGrpSpPr>
        <p:grpSpPr bwMode="auto">
          <a:xfrm>
            <a:off x="201613" y="2571750"/>
            <a:ext cx="8042275" cy="627063"/>
            <a:chOff x="-175" y="253"/>
            <a:chExt cx="5066" cy="526"/>
          </a:xfrm>
        </p:grpSpPr>
        <p:sp>
          <p:nvSpPr>
            <p:cNvPr id="59412" name="Text Box 12"/>
            <p:cNvSpPr txBox="1">
              <a:spLocks noChangeArrowheads="1"/>
            </p:cNvSpPr>
            <p:nvPr/>
          </p:nvSpPr>
          <p:spPr bwMode="auto">
            <a:xfrm>
              <a:off x="-175" y="319"/>
              <a:ext cx="1208"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华文中宋" pitchFamily="2" charset="-122"/>
                  <a:ea typeface="华文中宋" pitchFamily="2" charset="-122"/>
                </a:rPr>
                <a:t>弹簧弹性力的功</a:t>
              </a:r>
              <a:r>
                <a:rPr lang="zh-CN" altLang="en-US" sz="1800">
                  <a:latin typeface="华文中宋" pitchFamily="2" charset="-122"/>
                  <a:ea typeface="华文中宋" pitchFamily="2" charset="-122"/>
                </a:rPr>
                <a:t> </a:t>
              </a:r>
            </a:p>
          </p:txBody>
        </p:sp>
        <p:graphicFrame>
          <p:nvGraphicFramePr>
            <p:cNvPr id="59413" name="Object 13"/>
            <p:cNvGraphicFramePr>
              <a:graphicFrameLocks noChangeAspect="1"/>
            </p:cNvGraphicFramePr>
            <p:nvPr/>
          </p:nvGraphicFramePr>
          <p:xfrm>
            <a:off x="936" y="253"/>
            <a:ext cx="3955" cy="526"/>
          </p:xfrm>
          <a:graphic>
            <a:graphicData uri="http://schemas.openxmlformats.org/presentationml/2006/ole">
              <p:oleObj spid="_x0000_s59431" name="Equation" r:id="rId5" imgW="2921000" imgH="393700" progId="Equation.DSMT4">
                <p:embed/>
              </p:oleObj>
            </a:graphicData>
          </a:graphic>
        </p:graphicFrame>
      </p:grpSp>
      <p:grpSp>
        <p:nvGrpSpPr>
          <p:cNvPr id="4" name="Group 14"/>
          <p:cNvGrpSpPr>
            <a:grpSpLocks/>
          </p:cNvGrpSpPr>
          <p:nvPr/>
        </p:nvGrpSpPr>
        <p:grpSpPr bwMode="auto">
          <a:xfrm>
            <a:off x="323850" y="3148013"/>
            <a:ext cx="7848600" cy="788987"/>
            <a:chOff x="-91" y="157"/>
            <a:chExt cx="4944" cy="662"/>
          </a:xfrm>
        </p:grpSpPr>
        <p:sp>
          <p:nvSpPr>
            <p:cNvPr id="59410" name="Text Box 15"/>
            <p:cNvSpPr txBox="1">
              <a:spLocks noChangeArrowheads="1"/>
            </p:cNvSpPr>
            <p:nvPr/>
          </p:nvSpPr>
          <p:spPr bwMode="auto">
            <a:xfrm>
              <a:off x="-91" y="302"/>
              <a:ext cx="1371"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华文中宋" pitchFamily="2" charset="-122"/>
                  <a:ea typeface="华文中宋" pitchFamily="2" charset="-122"/>
                </a:rPr>
                <a:t>万有引力的功 </a:t>
              </a:r>
            </a:p>
          </p:txBody>
        </p:sp>
        <p:graphicFrame>
          <p:nvGraphicFramePr>
            <p:cNvPr id="59411" name="Object 16"/>
            <p:cNvGraphicFramePr>
              <a:graphicFrameLocks noChangeAspect="1"/>
            </p:cNvGraphicFramePr>
            <p:nvPr/>
          </p:nvGraphicFramePr>
          <p:xfrm>
            <a:off x="926" y="157"/>
            <a:ext cx="3927" cy="662"/>
          </p:xfrm>
          <a:graphic>
            <a:graphicData uri="http://schemas.openxmlformats.org/presentationml/2006/ole">
              <p:oleObj spid="_x0000_s59432" name="Equation" r:id="rId6" imgW="2882900" imgH="482600" progId="Equation.DSMT4">
                <p:embed/>
              </p:oleObj>
            </a:graphicData>
          </a:graphic>
        </p:graphicFrame>
      </p:grpSp>
      <p:grpSp>
        <p:nvGrpSpPr>
          <p:cNvPr id="5" name="Group 38"/>
          <p:cNvGrpSpPr>
            <a:grpSpLocks/>
          </p:cNvGrpSpPr>
          <p:nvPr/>
        </p:nvGrpSpPr>
        <p:grpSpPr bwMode="auto">
          <a:xfrm>
            <a:off x="533400" y="3878263"/>
            <a:ext cx="5840413" cy="565150"/>
            <a:chOff x="336" y="3324"/>
            <a:chExt cx="3679" cy="474"/>
          </a:xfrm>
        </p:grpSpPr>
        <p:sp>
          <p:nvSpPr>
            <p:cNvPr id="59408" name="Text Box 18"/>
            <p:cNvSpPr txBox="1">
              <a:spLocks noChangeArrowheads="1"/>
            </p:cNvSpPr>
            <p:nvPr/>
          </p:nvSpPr>
          <p:spPr bwMode="auto">
            <a:xfrm>
              <a:off x="336" y="3408"/>
              <a:ext cx="985"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华文中宋" pitchFamily="2" charset="-122"/>
                  <a:ea typeface="华文中宋" pitchFamily="2" charset="-122"/>
                </a:rPr>
                <a:t>重力的功</a:t>
              </a:r>
              <a:r>
                <a:rPr lang="zh-CN" altLang="en-US" sz="1800">
                  <a:latin typeface="华文中宋" pitchFamily="2" charset="-122"/>
                  <a:ea typeface="华文中宋" pitchFamily="2" charset="-122"/>
                </a:rPr>
                <a:t> </a:t>
              </a:r>
            </a:p>
          </p:txBody>
        </p:sp>
        <p:graphicFrame>
          <p:nvGraphicFramePr>
            <p:cNvPr id="59409" name="Object 19"/>
            <p:cNvGraphicFramePr>
              <a:graphicFrameLocks noChangeAspect="1"/>
            </p:cNvGraphicFramePr>
            <p:nvPr/>
          </p:nvGraphicFramePr>
          <p:xfrm>
            <a:off x="1243" y="3324"/>
            <a:ext cx="2772" cy="474"/>
          </p:xfrm>
          <a:graphic>
            <a:graphicData uri="http://schemas.openxmlformats.org/presentationml/2006/ole">
              <p:oleObj spid="_x0000_s59433" name="Equation" r:id="rId7" imgW="2094591" imgH="355446" progId="Equation.DSMT4">
                <p:embed/>
              </p:oleObj>
            </a:graphicData>
          </a:graphic>
        </p:graphicFrame>
      </p:grpSp>
      <p:sp>
        <p:nvSpPr>
          <p:cNvPr id="65557" name="Text Box 21"/>
          <p:cNvSpPr txBox="1">
            <a:spLocks noChangeArrowheads="1"/>
          </p:cNvSpPr>
          <p:nvPr/>
        </p:nvSpPr>
        <p:spPr bwMode="auto">
          <a:xfrm>
            <a:off x="468313" y="2128838"/>
            <a:ext cx="2374900" cy="371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回顾一下保守力的功</a:t>
            </a:r>
          </a:p>
        </p:txBody>
      </p:sp>
      <p:sp>
        <p:nvSpPr>
          <p:cNvPr id="65558" name="Rectangle 22"/>
          <p:cNvSpPr>
            <a:spLocks noChangeArrowheads="1"/>
          </p:cNvSpPr>
          <p:nvPr/>
        </p:nvSpPr>
        <p:spPr bwMode="auto">
          <a:xfrm>
            <a:off x="533400" y="1347788"/>
            <a:ext cx="2382838"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r>
              <a:rPr lang="en-US" altLang="zh-CN" sz="1800">
                <a:solidFill>
                  <a:schemeClr val="accent2"/>
                </a:solidFill>
                <a:latin typeface="华文中宋" pitchFamily="2" charset="-122"/>
                <a:ea typeface="华文中宋" pitchFamily="2" charset="-122"/>
              </a:rPr>
              <a:t>1</a:t>
            </a:r>
            <a:r>
              <a:rPr lang="zh-CN" altLang="en-US" sz="1800">
                <a:solidFill>
                  <a:schemeClr val="accent2"/>
                </a:solidFill>
                <a:latin typeface="华文中宋" pitchFamily="2" charset="-122"/>
                <a:ea typeface="华文中宋" pitchFamily="2" charset="-122"/>
              </a:rPr>
              <a:t>、势函数</a:t>
            </a:r>
          </a:p>
        </p:txBody>
      </p:sp>
      <p:grpSp>
        <p:nvGrpSpPr>
          <p:cNvPr id="6" name="Group 37"/>
          <p:cNvGrpSpPr>
            <a:grpSpLocks/>
          </p:cNvGrpSpPr>
          <p:nvPr/>
        </p:nvGrpSpPr>
        <p:grpSpPr bwMode="auto">
          <a:xfrm>
            <a:off x="5005388" y="1779588"/>
            <a:ext cx="1597025" cy="368300"/>
            <a:chOff x="2888" y="892"/>
            <a:chExt cx="1006" cy="310"/>
          </a:xfrm>
        </p:grpSpPr>
        <p:graphicFrame>
          <p:nvGraphicFramePr>
            <p:cNvPr id="59406" name="Object 10"/>
            <p:cNvGraphicFramePr>
              <a:graphicFrameLocks noChangeAspect="1"/>
            </p:cNvGraphicFramePr>
            <p:nvPr/>
          </p:nvGraphicFramePr>
          <p:xfrm>
            <a:off x="2888" y="935"/>
            <a:ext cx="437" cy="255"/>
          </p:xfrm>
          <a:graphic>
            <a:graphicData uri="http://schemas.openxmlformats.org/presentationml/2006/ole">
              <p:oleObj spid="_x0000_s59434" name="Equation" r:id="rId8" imgW="304404" imgH="177569" progId="Equation.DSMT4">
                <p:embed/>
              </p:oleObj>
            </a:graphicData>
          </a:graphic>
        </p:graphicFrame>
        <p:sp>
          <p:nvSpPr>
            <p:cNvPr id="59407" name="Text Box 33"/>
            <p:cNvSpPr txBox="1">
              <a:spLocks noChangeArrowheads="1"/>
            </p:cNvSpPr>
            <p:nvPr/>
          </p:nvSpPr>
          <p:spPr bwMode="auto">
            <a:xfrm>
              <a:off x="3295" y="892"/>
              <a:ext cx="599"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华文中宋" pitchFamily="2" charset="-122"/>
                  <a:ea typeface="华文中宋" pitchFamily="2" charset="-122"/>
                </a:rPr>
                <a:t>势能</a:t>
              </a:r>
              <a:r>
                <a:rPr lang="zh-CN" altLang="en-US" sz="1800">
                  <a:latin typeface="华文中宋" pitchFamily="2" charset="-122"/>
                  <a:ea typeface="华文中宋" pitchFamily="2" charset="-122"/>
                </a:rPr>
                <a:t> </a:t>
              </a:r>
            </a:p>
          </p:txBody>
        </p:sp>
      </p:grpSp>
      <p:grpSp>
        <p:nvGrpSpPr>
          <p:cNvPr id="7" name="Group 35"/>
          <p:cNvGrpSpPr>
            <a:grpSpLocks/>
          </p:cNvGrpSpPr>
          <p:nvPr/>
        </p:nvGrpSpPr>
        <p:grpSpPr bwMode="auto">
          <a:xfrm>
            <a:off x="2743200" y="1384300"/>
            <a:ext cx="4629150" cy="368300"/>
            <a:chOff x="1728" y="560"/>
            <a:chExt cx="2916" cy="310"/>
          </a:xfrm>
        </p:grpSpPr>
        <p:sp>
          <p:nvSpPr>
            <p:cNvPr id="59403" name="Text Box 4"/>
            <p:cNvSpPr txBox="1">
              <a:spLocks noChangeArrowheads="1"/>
            </p:cNvSpPr>
            <p:nvPr/>
          </p:nvSpPr>
          <p:spPr bwMode="auto">
            <a:xfrm>
              <a:off x="1728" y="560"/>
              <a:ext cx="2916"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华文中宋" pitchFamily="2" charset="-122"/>
                  <a:ea typeface="华文中宋" pitchFamily="2" charset="-122"/>
                </a:rPr>
                <a:t>描述机械运动的状态参量是   和</a:t>
              </a:r>
              <a:r>
                <a:rPr lang="zh-CN" altLang="en-US" sz="1800">
                  <a:latin typeface="华文中宋" pitchFamily="2" charset="-122"/>
                  <a:ea typeface="华文中宋" pitchFamily="2" charset="-122"/>
                </a:rPr>
                <a:t> </a:t>
              </a:r>
            </a:p>
          </p:txBody>
        </p:sp>
        <p:graphicFrame>
          <p:nvGraphicFramePr>
            <p:cNvPr id="59404" name="Object 5"/>
            <p:cNvGraphicFramePr>
              <a:graphicFrameLocks noChangeAspect="1"/>
            </p:cNvGraphicFramePr>
            <p:nvPr/>
          </p:nvGraphicFramePr>
          <p:xfrm>
            <a:off x="3515" y="590"/>
            <a:ext cx="182" cy="220"/>
          </p:xfrm>
          <a:graphic>
            <a:graphicData uri="http://schemas.openxmlformats.org/presentationml/2006/ole">
              <p:oleObj spid="_x0000_s59435" name="Equation" r:id="rId9" imgW="126780" imgH="164814" progId="Equation.DSMT4">
                <p:embed/>
              </p:oleObj>
            </a:graphicData>
          </a:graphic>
        </p:graphicFrame>
        <p:graphicFrame>
          <p:nvGraphicFramePr>
            <p:cNvPr id="59405" name="Object 34"/>
            <p:cNvGraphicFramePr>
              <a:graphicFrameLocks noChangeAspect="1"/>
            </p:cNvGraphicFramePr>
            <p:nvPr/>
          </p:nvGraphicFramePr>
          <p:xfrm>
            <a:off x="3864" y="572"/>
            <a:ext cx="195" cy="273"/>
          </p:xfrm>
          <a:graphic>
            <a:graphicData uri="http://schemas.openxmlformats.org/presentationml/2006/ole">
              <p:oleObj spid="_x0000_s59436" name="Equation" r:id="rId10" imgW="126725" imgH="177415" progId="Equation.DSMT4">
                <p:embed/>
              </p:oleObj>
            </a:graphicData>
          </a:graphic>
        </p:graphicFrame>
      </p:grpSp>
      <p:sp>
        <p:nvSpPr>
          <p:cNvPr id="24" name="Text Box 2"/>
          <p:cNvSpPr>
            <a:spLocks noChangeArrowheads="1"/>
          </p:cNvSpPr>
          <p:nvPr/>
        </p:nvSpPr>
        <p:spPr bwMode="auto">
          <a:xfrm>
            <a:off x="593725" y="874713"/>
            <a:ext cx="1344613" cy="400050"/>
          </a:xfrm>
          <a:prstGeom prst="homePlate">
            <a:avLst>
              <a:gd name="adj" fmla="val 49888"/>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buFont typeface="Arial" charset="0"/>
              <a:buNone/>
            </a:pPr>
            <a:r>
              <a:rPr lang="zh-CN" altLang="en-US" sz="2000">
                <a:solidFill>
                  <a:srgbClr val="FFFFFF"/>
                </a:solidFill>
                <a:latin typeface="微软雅黑" pitchFamily="34" charset="-122"/>
                <a:ea typeface="微软雅黑" pitchFamily="34" charset="-122"/>
              </a:rPr>
              <a:t>三、势能</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down)">
                                      <p:cBhvr>
                                        <p:cTn id="7" dur="500"/>
                                        <p:tgtEl>
                                          <p:spTgt spid="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65558"/>
                                        </p:tgtEl>
                                        <p:attrNameLst>
                                          <p:attrName>style.visibility</p:attrName>
                                        </p:attrNameLst>
                                      </p:cBhvr>
                                      <p:to>
                                        <p:strVal val="visible"/>
                                      </p:to>
                                    </p:set>
                                    <p:animEffect transition="in" filter="slide(fromBottom)">
                                      <p:cBhvr>
                                        <p:cTn id="12" dur="500"/>
                                        <p:tgtEl>
                                          <p:spTgt spid="655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65557">
                                            <p:txEl>
                                              <p:pRg st="0" end="0"/>
                                            </p:txEl>
                                          </p:spTgt>
                                        </p:tgtEl>
                                        <p:attrNameLst>
                                          <p:attrName>style.visibility</p:attrName>
                                        </p:attrNameLst>
                                      </p:cBhvr>
                                      <p:to>
                                        <p:strVal val="visible"/>
                                      </p:to>
                                    </p:set>
                                    <p:animEffect transition="in" filter="box(out)">
                                      <p:cBhvr>
                                        <p:cTn id="32" dur="500"/>
                                        <p:tgtEl>
                                          <p:spTgt spid="65557">
                                            <p:txEl>
                                              <p:pRg st="0" end="0"/>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slide(fromBottom)">
                                      <p:cBhvr>
                                        <p:cTn id="37" dur="500"/>
                                        <p:tgtEl>
                                          <p:spTgt spid="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slide(fromBottom)">
                                      <p:cBhvr>
                                        <p:cTn id="42" dur="500"/>
                                        <p:tgtEl>
                                          <p:spTgt spid="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blinds(horizontal)">
                                      <p:cBhvr>
                                        <p:cTn id="4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57" grpId="0" build="p" autoUpdateAnimBg="0"/>
      <p:bldP spid="65558" grpId="0" autoUpdateAnimBg="0"/>
      <p:bldP spid="2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p:cNvSpPr txBox="1">
            <a:spLocks noChangeArrowheads="1"/>
          </p:cNvSpPr>
          <p:nvPr/>
        </p:nvSpPr>
        <p:spPr bwMode="auto">
          <a:xfrm>
            <a:off x="307975" y="771525"/>
            <a:ext cx="8512175"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华文中宋" pitchFamily="2" charset="-122"/>
                <a:ea typeface="华文中宋" pitchFamily="2" charset="-122"/>
              </a:rPr>
              <a:t>      </a:t>
            </a:r>
            <a:r>
              <a:rPr lang="zh-CN" altLang="en-US" sz="1800">
                <a:solidFill>
                  <a:srgbClr val="000000"/>
                </a:solidFill>
                <a:latin typeface="华文中宋" pitchFamily="2" charset="-122"/>
                <a:ea typeface="华文中宋" pitchFamily="2" charset="-122"/>
                <a:sym typeface="Wingdings 2" pitchFamily="18" charset="2"/>
              </a:rPr>
              <a:t></a:t>
            </a:r>
            <a:r>
              <a:rPr lang="zh-CN" altLang="en-US" sz="1800">
                <a:solidFill>
                  <a:srgbClr val="000000"/>
                </a:solidFill>
                <a:latin typeface="华文中宋" pitchFamily="2" charset="-122"/>
                <a:ea typeface="华文中宋" pitchFamily="2" charset="-122"/>
              </a:rPr>
              <a:t>由上所列</a:t>
            </a:r>
            <a:r>
              <a:rPr lang="zh-CN" altLang="en-US" sz="1800">
                <a:solidFill>
                  <a:srgbClr val="808000"/>
                </a:solidFill>
                <a:latin typeface="华文中宋" pitchFamily="2" charset="-122"/>
                <a:ea typeface="华文中宋" pitchFamily="2" charset="-122"/>
              </a:rPr>
              <a:t>保守力</a:t>
            </a:r>
            <a:r>
              <a:rPr lang="zh-CN" altLang="en-US" sz="1800">
                <a:solidFill>
                  <a:srgbClr val="000000"/>
                </a:solidFill>
                <a:latin typeface="华文中宋" pitchFamily="2" charset="-122"/>
                <a:ea typeface="华文中宋" pitchFamily="2" charset="-122"/>
              </a:rPr>
              <a:t>的功的特点可知，其功值仅取决于物体初、终态的</a:t>
            </a:r>
            <a:r>
              <a:rPr lang="zh-CN" altLang="en-US" sz="1800">
                <a:solidFill>
                  <a:schemeClr val="accent2"/>
                </a:solidFill>
                <a:latin typeface="华文中宋" pitchFamily="2" charset="-122"/>
                <a:ea typeface="华文中宋" pitchFamily="2" charset="-122"/>
              </a:rPr>
              <a:t>相对位置</a:t>
            </a:r>
            <a:r>
              <a:rPr lang="zh-CN" altLang="en-US" sz="1800">
                <a:solidFill>
                  <a:srgbClr val="000000"/>
                </a:solidFill>
                <a:latin typeface="华文中宋" pitchFamily="2" charset="-122"/>
                <a:ea typeface="华文中宋" pitchFamily="2" charset="-122"/>
              </a:rPr>
              <a:t>，故可引入一个由</a:t>
            </a:r>
            <a:r>
              <a:rPr lang="zh-CN" altLang="en-US" sz="1800">
                <a:latin typeface="华文中宋" pitchFamily="2" charset="-122"/>
                <a:ea typeface="华文中宋" pitchFamily="2" charset="-122"/>
              </a:rPr>
              <a:t>相对位置决定</a:t>
            </a:r>
            <a:r>
              <a:rPr lang="zh-CN" altLang="en-US" sz="1800">
                <a:solidFill>
                  <a:srgbClr val="000000"/>
                </a:solidFill>
                <a:latin typeface="华文中宋" pitchFamily="2" charset="-122"/>
                <a:ea typeface="华文中宋" pitchFamily="2" charset="-122"/>
              </a:rPr>
              <a:t>的函数。</a:t>
            </a:r>
          </a:p>
        </p:txBody>
      </p:sp>
      <p:sp>
        <p:nvSpPr>
          <p:cNvPr id="66563" name="Text Box 3"/>
          <p:cNvSpPr txBox="1">
            <a:spLocks noChangeArrowheads="1"/>
          </p:cNvSpPr>
          <p:nvPr/>
        </p:nvSpPr>
        <p:spPr bwMode="auto">
          <a:xfrm>
            <a:off x="381000" y="3011488"/>
            <a:ext cx="348932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华文中宋" pitchFamily="2" charset="-122"/>
                <a:ea typeface="华文中宋" pitchFamily="2" charset="-122"/>
              </a:rPr>
              <a:t>由定积分转换成不定积分，则是</a:t>
            </a:r>
            <a:r>
              <a:rPr lang="zh-CN" altLang="en-US" sz="1800">
                <a:latin typeface="华文中宋" pitchFamily="2" charset="-122"/>
                <a:ea typeface="华文中宋" pitchFamily="2" charset="-122"/>
              </a:rPr>
              <a:t> </a:t>
            </a:r>
          </a:p>
        </p:txBody>
      </p:sp>
      <p:graphicFrame>
        <p:nvGraphicFramePr>
          <p:cNvPr id="66564" name="Object 4"/>
          <p:cNvGraphicFramePr>
            <a:graphicFrameLocks noChangeAspect="1"/>
          </p:cNvGraphicFramePr>
          <p:nvPr/>
        </p:nvGraphicFramePr>
        <p:xfrm>
          <a:off x="2570163" y="3481388"/>
          <a:ext cx="3317875" cy="565150"/>
        </p:xfrm>
        <a:graphic>
          <a:graphicData uri="http://schemas.openxmlformats.org/presentationml/2006/ole">
            <p:oleObj spid="_x0000_s60432" name="Equation" r:id="rId4" imgW="1206500" imgH="279400" progId="Equation.DSMT4">
              <p:embed/>
            </p:oleObj>
          </a:graphicData>
        </a:graphic>
      </p:graphicFrame>
      <p:sp>
        <p:nvSpPr>
          <p:cNvPr id="66565" name="Text Box 5"/>
          <p:cNvSpPr txBox="1">
            <a:spLocks noChangeArrowheads="1"/>
          </p:cNvSpPr>
          <p:nvPr/>
        </p:nvSpPr>
        <p:spPr bwMode="auto">
          <a:xfrm>
            <a:off x="381000" y="4146550"/>
            <a:ext cx="85344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华文中宋" pitchFamily="2" charset="-122"/>
                <a:ea typeface="华文中宋" pitchFamily="2" charset="-122"/>
              </a:rPr>
              <a:t>式中</a:t>
            </a:r>
            <a:r>
              <a:rPr lang="en-US" altLang="zh-CN" sz="1800" i="1">
                <a:solidFill>
                  <a:srgbClr val="000000"/>
                </a:solidFill>
                <a:latin typeface="华文中宋" pitchFamily="2" charset="-122"/>
                <a:ea typeface="华文中宋" pitchFamily="2" charset="-122"/>
              </a:rPr>
              <a:t>c</a:t>
            </a:r>
            <a:r>
              <a:rPr lang="zh-CN" altLang="en-US" sz="1800">
                <a:solidFill>
                  <a:srgbClr val="000000"/>
                </a:solidFill>
                <a:latin typeface="华文中宋" pitchFamily="2" charset="-122"/>
                <a:ea typeface="华文中宋" pitchFamily="2" charset="-122"/>
              </a:rPr>
              <a:t>为积分常数，在此处是一个与势能零点的选取相关的量</a:t>
            </a:r>
            <a:endParaRPr lang="zh-CN" altLang="en-US" sz="1800">
              <a:latin typeface="华文中宋" pitchFamily="2" charset="-122"/>
              <a:ea typeface="华文中宋" pitchFamily="2" charset="-122"/>
            </a:endParaRPr>
          </a:p>
        </p:txBody>
      </p:sp>
      <p:sp>
        <p:nvSpPr>
          <p:cNvPr id="66566" name="Text Box 6"/>
          <p:cNvSpPr txBox="1">
            <a:spLocks noChangeArrowheads="1"/>
          </p:cNvSpPr>
          <p:nvPr/>
        </p:nvSpPr>
        <p:spPr bwMode="auto">
          <a:xfrm>
            <a:off x="304800" y="1517650"/>
            <a:ext cx="8382000" cy="923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sym typeface="MT Extra" pitchFamily="18" charset="2"/>
              </a:rPr>
              <a:t>      </a:t>
            </a:r>
            <a:r>
              <a:rPr lang="zh-CN" altLang="en-US" sz="1800">
                <a:latin typeface="华文中宋" pitchFamily="2" charset="-122"/>
                <a:ea typeface="华文中宋" pitchFamily="2" charset="-122"/>
                <a:sym typeface="Wingdings 2" pitchFamily="18" charset="2"/>
              </a:rPr>
              <a:t></a:t>
            </a:r>
            <a:r>
              <a:rPr lang="zh-CN" altLang="en-US" sz="1800">
                <a:latin typeface="华文中宋" pitchFamily="2" charset="-122"/>
                <a:ea typeface="华文中宋" pitchFamily="2" charset="-122"/>
              </a:rPr>
              <a:t>又由于功是体系能量改变量的量度。因此，这个函数必定具有能量的性质；而这个具有能量性质的函数又是由物体相对位置所决定，故把这种能量称之为势能（位能），用</a:t>
            </a:r>
            <a:r>
              <a:rPr lang="zh-CN" altLang="en-US" sz="1800" i="1">
                <a:latin typeface="Times New Roman" pitchFamily="18" charset="0"/>
                <a:ea typeface="华文中宋" pitchFamily="2" charset="-122"/>
              </a:rPr>
              <a:t>Ｅ</a:t>
            </a:r>
            <a:r>
              <a:rPr lang="zh-CN" altLang="en-US" sz="1800" baseline="-25000">
                <a:latin typeface="华文中宋" pitchFamily="2" charset="-122"/>
                <a:ea typeface="华文中宋" pitchFamily="2" charset="-122"/>
              </a:rPr>
              <a:t>Ｐ</a:t>
            </a:r>
            <a:r>
              <a:rPr lang="zh-CN" altLang="en-US" sz="1800">
                <a:latin typeface="华文中宋" pitchFamily="2" charset="-122"/>
                <a:ea typeface="华文中宋" pitchFamily="2" charset="-122"/>
              </a:rPr>
              <a:t>表示。</a:t>
            </a:r>
          </a:p>
        </p:txBody>
      </p:sp>
      <p:graphicFrame>
        <p:nvGraphicFramePr>
          <p:cNvPr id="66567" name="Object 7"/>
          <p:cNvGraphicFramePr>
            <a:graphicFrameLocks noChangeAspect="1"/>
          </p:cNvGraphicFramePr>
          <p:nvPr/>
        </p:nvGraphicFramePr>
        <p:xfrm>
          <a:off x="1981200" y="2357438"/>
          <a:ext cx="2819400" cy="646112"/>
        </p:xfrm>
        <a:graphic>
          <a:graphicData uri="http://schemas.openxmlformats.org/presentationml/2006/ole">
            <p:oleObj spid="_x0000_s60433" name="Equation" r:id="rId5" imgW="1155199" imgH="355446" progId="Equation.DSMT4">
              <p:embed/>
            </p:oleObj>
          </a:graphicData>
        </a:graphic>
      </p:graphicFrame>
      <p:graphicFrame>
        <p:nvGraphicFramePr>
          <p:cNvPr id="66568" name="Object 8"/>
          <p:cNvGraphicFramePr>
            <a:graphicFrameLocks noChangeAspect="1"/>
          </p:cNvGraphicFramePr>
          <p:nvPr/>
        </p:nvGraphicFramePr>
        <p:xfrm>
          <a:off x="5472113" y="2419350"/>
          <a:ext cx="2201862" cy="460375"/>
        </p:xfrm>
        <a:graphic>
          <a:graphicData uri="http://schemas.openxmlformats.org/presentationml/2006/ole">
            <p:oleObj spid="_x0000_s60434" name="Equation" r:id="rId6" imgW="901309" imgH="253890" progId="Equation.DSMT4">
              <p:embed/>
            </p:oleObj>
          </a:graphicData>
        </a:graphic>
      </p:graphicFrame>
      <p:sp>
        <p:nvSpPr>
          <p:cNvPr id="66569" name="Text Box 9"/>
          <p:cNvSpPr txBox="1">
            <a:spLocks noChangeArrowheads="1"/>
          </p:cNvSpPr>
          <p:nvPr/>
        </p:nvSpPr>
        <p:spPr bwMode="auto">
          <a:xfrm>
            <a:off x="609600" y="2541588"/>
            <a:ext cx="129857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则有：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6562"/>
                                        </p:tgtEl>
                                        <p:attrNameLst>
                                          <p:attrName>style.visibility</p:attrName>
                                        </p:attrNameLst>
                                      </p:cBhvr>
                                      <p:to>
                                        <p:strVal val="visible"/>
                                      </p:to>
                                    </p:set>
                                    <p:animEffect transition="in" filter="box(in)">
                                      <p:cBhvr>
                                        <p:cTn id="7" dur="500"/>
                                        <p:tgtEl>
                                          <p:spTgt spid="665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6566"/>
                                        </p:tgtEl>
                                        <p:attrNameLst>
                                          <p:attrName>style.visibility</p:attrName>
                                        </p:attrNameLst>
                                      </p:cBhvr>
                                      <p:to>
                                        <p:strVal val="visible"/>
                                      </p:to>
                                    </p:set>
                                    <p:animEffect transition="in" filter="box(in)">
                                      <p:cBhvr>
                                        <p:cTn id="12" dur="500"/>
                                        <p:tgtEl>
                                          <p:spTgt spid="66566"/>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6569"/>
                                        </p:tgtEl>
                                        <p:attrNameLst>
                                          <p:attrName>style.visibility</p:attrName>
                                        </p:attrNameLst>
                                      </p:cBhvr>
                                      <p:to>
                                        <p:strVal val="visible"/>
                                      </p:to>
                                    </p:set>
                                    <p:animEffect transition="in" filter="box(in)">
                                      <p:cBhvr>
                                        <p:cTn id="17" dur="500"/>
                                        <p:tgtEl>
                                          <p:spTgt spid="6656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66567"/>
                                        </p:tgtEl>
                                        <p:attrNameLst>
                                          <p:attrName>style.visibility</p:attrName>
                                        </p:attrNameLst>
                                      </p:cBhvr>
                                      <p:to>
                                        <p:strVal val="visible"/>
                                      </p:to>
                                    </p:set>
                                    <p:animEffect transition="in" filter="box(in)">
                                      <p:cBhvr>
                                        <p:cTn id="22" dur="500"/>
                                        <p:tgtEl>
                                          <p:spTgt spid="6656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66568"/>
                                        </p:tgtEl>
                                        <p:attrNameLst>
                                          <p:attrName>style.visibility</p:attrName>
                                        </p:attrNameLst>
                                      </p:cBhvr>
                                      <p:to>
                                        <p:strVal val="visible"/>
                                      </p:to>
                                    </p:set>
                                    <p:animEffect transition="in" filter="box(in)">
                                      <p:cBhvr>
                                        <p:cTn id="27" dur="500"/>
                                        <p:tgtEl>
                                          <p:spTgt spid="6656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66563"/>
                                        </p:tgtEl>
                                        <p:attrNameLst>
                                          <p:attrName>style.visibility</p:attrName>
                                        </p:attrNameLst>
                                      </p:cBhvr>
                                      <p:to>
                                        <p:strVal val="visible"/>
                                      </p:to>
                                    </p:set>
                                    <p:animEffect transition="in" filter="box(in)">
                                      <p:cBhvr>
                                        <p:cTn id="32" dur="500"/>
                                        <p:tgtEl>
                                          <p:spTgt spid="6656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66564"/>
                                        </p:tgtEl>
                                        <p:attrNameLst>
                                          <p:attrName>style.visibility</p:attrName>
                                        </p:attrNameLst>
                                      </p:cBhvr>
                                      <p:to>
                                        <p:strVal val="visible"/>
                                      </p:to>
                                    </p:set>
                                    <p:animEffect transition="in" filter="box(in)">
                                      <p:cBhvr>
                                        <p:cTn id="37" dur="500"/>
                                        <p:tgtEl>
                                          <p:spTgt spid="6656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66565"/>
                                        </p:tgtEl>
                                        <p:attrNameLst>
                                          <p:attrName>style.visibility</p:attrName>
                                        </p:attrNameLst>
                                      </p:cBhvr>
                                      <p:to>
                                        <p:strVal val="visible"/>
                                      </p:to>
                                    </p:set>
                                    <p:animEffect transition="in" filter="box(in)">
                                      <p:cBhvr>
                                        <p:cTn id="42" dur="500"/>
                                        <p:tgtEl>
                                          <p:spTgt spid="665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autoUpdateAnimBg="0"/>
      <p:bldP spid="66563" grpId="0" autoUpdateAnimBg="0"/>
      <p:bldP spid="66565" grpId="0" autoUpdateAnimBg="0"/>
      <p:bldP spid="66566" grpId="0" autoUpdateAnimBg="0"/>
      <p:bldP spid="66569"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a:spLocks noChangeArrowheads="1"/>
          </p:cNvSpPr>
          <p:nvPr/>
        </p:nvSpPr>
        <p:spPr bwMode="auto">
          <a:xfrm>
            <a:off x="684213" y="771525"/>
            <a:ext cx="305752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solidFill>
                  <a:schemeClr val="accent2"/>
                </a:solidFill>
                <a:latin typeface="Times New Roman" pitchFamily="18" charset="0"/>
                <a:ea typeface="华文中宋" pitchFamily="2" charset="-122"/>
              </a:rPr>
              <a:t>2</a:t>
            </a:r>
            <a:r>
              <a:rPr lang="zh-CN" altLang="en-US" sz="1800">
                <a:solidFill>
                  <a:schemeClr val="accent2"/>
                </a:solidFill>
                <a:latin typeface="Times New Roman" pitchFamily="18" charset="0"/>
                <a:ea typeface="华文中宋" pitchFamily="2" charset="-122"/>
              </a:rPr>
              <a:t>、已知保守力求势能函数 </a:t>
            </a:r>
          </a:p>
        </p:txBody>
      </p:sp>
      <p:sp>
        <p:nvSpPr>
          <p:cNvPr id="67587" name="Text Box 3"/>
          <p:cNvSpPr txBox="1">
            <a:spLocks noChangeArrowheads="1"/>
          </p:cNvSpPr>
          <p:nvPr/>
        </p:nvSpPr>
        <p:spPr bwMode="auto">
          <a:xfrm>
            <a:off x="304800" y="1131888"/>
            <a:ext cx="1430338"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FF0000"/>
                </a:solidFill>
                <a:latin typeface="Times New Roman" pitchFamily="18" charset="0"/>
                <a:ea typeface="华文中宋" pitchFamily="2" charset="-122"/>
              </a:rPr>
              <a:t>弹性势能</a:t>
            </a:r>
          </a:p>
        </p:txBody>
      </p:sp>
      <p:grpSp>
        <p:nvGrpSpPr>
          <p:cNvPr id="2" name="Group 4"/>
          <p:cNvGrpSpPr>
            <a:grpSpLocks/>
          </p:cNvGrpSpPr>
          <p:nvPr/>
        </p:nvGrpSpPr>
        <p:grpSpPr bwMode="auto">
          <a:xfrm>
            <a:off x="1763713" y="1119188"/>
            <a:ext cx="5881687" cy="444500"/>
            <a:chOff x="-569" y="454"/>
            <a:chExt cx="3705" cy="373"/>
          </a:xfrm>
        </p:grpSpPr>
        <p:sp>
          <p:nvSpPr>
            <p:cNvPr id="61455" name="Text Box 5"/>
            <p:cNvSpPr txBox="1">
              <a:spLocks noChangeArrowheads="1"/>
            </p:cNvSpPr>
            <p:nvPr/>
          </p:nvSpPr>
          <p:spPr bwMode="auto">
            <a:xfrm>
              <a:off x="-569" y="472"/>
              <a:ext cx="1564"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Times New Roman" pitchFamily="18" charset="0"/>
                  <a:ea typeface="华文中宋" pitchFamily="2" charset="-122"/>
                </a:rPr>
                <a:t>保守力的力函数 </a:t>
              </a:r>
            </a:p>
          </p:txBody>
        </p:sp>
        <p:graphicFrame>
          <p:nvGraphicFramePr>
            <p:cNvPr id="61456" name="Object 6"/>
            <p:cNvGraphicFramePr>
              <a:graphicFrameLocks noChangeAspect="1"/>
            </p:cNvGraphicFramePr>
            <p:nvPr/>
          </p:nvGraphicFramePr>
          <p:xfrm>
            <a:off x="1103" y="464"/>
            <a:ext cx="929" cy="363"/>
          </p:xfrm>
          <a:graphic>
            <a:graphicData uri="http://schemas.openxmlformats.org/presentationml/2006/ole">
              <p:oleObj spid="_x0000_s61474" name="Equation" r:id="rId3" imgW="710891" imgH="279279" progId="Equation.DSMT4">
                <p:embed/>
              </p:oleObj>
            </a:graphicData>
          </a:graphic>
        </p:graphicFrame>
        <p:graphicFrame>
          <p:nvGraphicFramePr>
            <p:cNvPr id="61457" name="Object 7"/>
            <p:cNvGraphicFramePr>
              <a:graphicFrameLocks noChangeAspect="1"/>
            </p:cNvGraphicFramePr>
            <p:nvPr/>
          </p:nvGraphicFramePr>
          <p:xfrm>
            <a:off x="2302" y="454"/>
            <a:ext cx="834" cy="331"/>
          </p:xfrm>
          <a:graphic>
            <a:graphicData uri="http://schemas.openxmlformats.org/presentationml/2006/ole">
              <p:oleObj spid="_x0000_s61475" name="Equation" r:id="rId4" imgW="583947" imgH="228501" progId="Equation.DSMT4">
                <p:embed/>
              </p:oleObj>
            </a:graphicData>
          </a:graphic>
        </p:graphicFrame>
      </p:grpSp>
      <p:graphicFrame>
        <p:nvGraphicFramePr>
          <p:cNvPr id="67592" name="Object 8"/>
          <p:cNvGraphicFramePr>
            <a:graphicFrameLocks noChangeAspect="1"/>
          </p:cNvGraphicFramePr>
          <p:nvPr/>
        </p:nvGraphicFramePr>
        <p:xfrm>
          <a:off x="1441450" y="1476375"/>
          <a:ext cx="5060950" cy="715963"/>
        </p:xfrm>
        <a:graphic>
          <a:graphicData uri="http://schemas.openxmlformats.org/presentationml/2006/ole">
            <p:oleObj spid="_x0000_s61476" name="Equation" r:id="rId5" imgW="2095500" imgH="393700" progId="Equation.DSMT4">
              <p:embed/>
            </p:oleObj>
          </a:graphicData>
        </a:graphic>
      </p:graphicFrame>
      <p:sp>
        <p:nvSpPr>
          <p:cNvPr id="67593" name="Text Box 9"/>
          <p:cNvSpPr txBox="1">
            <a:spLocks noChangeArrowheads="1"/>
          </p:cNvSpPr>
          <p:nvPr/>
        </p:nvSpPr>
        <p:spPr bwMode="auto">
          <a:xfrm>
            <a:off x="304800" y="2063750"/>
            <a:ext cx="86106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Times New Roman" pitchFamily="18" charset="0"/>
                <a:ea typeface="华文中宋" pitchFamily="2" charset="-122"/>
              </a:rPr>
              <a:t>若取坐标原点，即弹簧原长处，为</a:t>
            </a:r>
            <a:r>
              <a:rPr lang="zh-CN" altLang="en-US" sz="1800">
                <a:latin typeface="Times New Roman" pitchFamily="18" charset="0"/>
                <a:ea typeface="华文中宋" pitchFamily="2" charset="-122"/>
              </a:rPr>
              <a:t>势能零点</a:t>
            </a:r>
            <a:r>
              <a:rPr lang="zh-CN" altLang="en-US" sz="1800">
                <a:solidFill>
                  <a:srgbClr val="000000"/>
                </a:solidFill>
                <a:latin typeface="Times New Roman" pitchFamily="18" charset="0"/>
                <a:ea typeface="华文中宋" pitchFamily="2" charset="-122"/>
              </a:rPr>
              <a:t>，则</a:t>
            </a:r>
            <a:r>
              <a:rPr lang="en-US" altLang="zh-CN" sz="1800" i="1">
                <a:solidFill>
                  <a:srgbClr val="000000"/>
                </a:solidFill>
                <a:latin typeface="Times New Roman" pitchFamily="18" charset="0"/>
                <a:ea typeface="华文中宋" pitchFamily="2" charset="-122"/>
              </a:rPr>
              <a:t>c</a:t>
            </a:r>
            <a:r>
              <a:rPr lang="en-US" altLang="zh-CN" sz="1800">
                <a:solidFill>
                  <a:srgbClr val="000000"/>
                </a:solidFill>
                <a:latin typeface="Times New Roman" pitchFamily="18" charset="0"/>
                <a:ea typeface="华文中宋" pitchFamily="2" charset="-122"/>
              </a:rPr>
              <a:t>=0</a:t>
            </a:r>
          </a:p>
        </p:txBody>
      </p:sp>
      <p:graphicFrame>
        <p:nvGraphicFramePr>
          <p:cNvPr id="67595" name="Object 11"/>
          <p:cNvGraphicFramePr>
            <a:graphicFrameLocks noChangeAspect="1"/>
          </p:cNvGraphicFramePr>
          <p:nvPr/>
        </p:nvGraphicFramePr>
        <p:xfrm>
          <a:off x="6300788" y="1973263"/>
          <a:ext cx="1608137" cy="598487"/>
        </p:xfrm>
        <a:graphic>
          <a:graphicData uri="http://schemas.openxmlformats.org/presentationml/2006/ole">
            <p:oleObj spid="_x0000_s61477" name="公式" r:id="rId6" imgW="825142" imgH="406224" progId="Equation.3">
              <p:embed/>
            </p:oleObj>
          </a:graphicData>
        </a:graphic>
      </p:graphicFrame>
      <p:sp>
        <p:nvSpPr>
          <p:cNvPr id="67597" name="Text Box 13"/>
          <p:cNvSpPr txBox="1">
            <a:spLocks noChangeArrowheads="1"/>
          </p:cNvSpPr>
          <p:nvPr/>
        </p:nvSpPr>
        <p:spPr bwMode="auto">
          <a:xfrm>
            <a:off x="381000" y="2562225"/>
            <a:ext cx="21209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FF0000"/>
                </a:solidFill>
                <a:latin typeface="Times New Roman" pitchFamily="18" charset="0"/>
                <a:ea typeface="华文中宋" pitchFamily="2" charset="-122"/>
              </a:rPr>
              <a:t>重力势能</a:t>
            </a:r>
            <a:r>
              <a:rPr lang="zh-CN" altLang="en-US" sz="1800">
                <a:solidFill>
                  <a:srgbClr val="0000FF"/>
                </a:solidFill>
                <a:latin typeface="Times New Roman" pitchFamily="18" charset="0"/>
                <a:ea typeface="华文中宋" pitchFamily="2" charset="-122"/>
              </a:rPr>
              <a:t> </a:t>
            </a:r>
          </a:p>
        </p:txBody>
      </p:sp>
      <p:sp>
        <p:nvSpPr>
          <p:cNvPr id="67599" name="Text Box 15"/>
          <p:cNvSpPr txBox="1">
            <a:spLocks noChangeArrowheads="1"/>
          </p:cNvSpPr>
          <p:nvPr/>
        </p:nvSpPr>
        <p:spPr bwMode="auto">
          <a:xfrm>
            <a:off x="1763713" y="2605088"/>
            <a:ext cx="248285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Times New Roman" pitchFamily="18" charset="0"/>
                <a:ea typeface="华文中宋" pitchFamily="2" charset="-122"/>
              </a:rPr>
              <a:t>保守力的力函数 </a:t>
            </a:r>
          </a:p>
        </p:txBody>
      </p:sp>
      <p:graphicFrame>
        <p:nvGraphicFramePr>
          <p:cNvPr id="67600" name="Object 16"/>
          <p:cNvGraphicFramePr>
            <a:graphicFrameLocks noChangeAspect="1"/>
          </p:cNvGraphicFramePr>
          <p:nvPr/>
        </p:nvGraphicFramePr>
        <p:xfrm>
          <a:off x="4552950" y="2571750"/>
          <a:ext cx="1390650" cy="398463"/>
        </p:xfrm>
        <a:graphic>
          <a:graphicData uri="http://schemas.openxmlformats.org/presentationml/2006/ole">
            <p:oleObj spid="_x0000_s61478" name="Equation" r:id="rId7" imgW="583693" imgH="266469" progId="Equation.DSMT4">
              <p:embed/>
            </p:oleObj>
          </a:graphicData>
        </a:graphic>
      </p:graphicFrame>
      <p:graphicFrame>
        <p:nvGraphicFramePr>
          <p:cNvPr id="67601" name="Object 17"/>
          <p:cNvGraphicFramePr>
            <a:graphicFrameLocks noChangeAspect="1"/>
          </p:cNvGraphicFramePr>
          <p:nvPr/>
        </p:nvGraphicFramePr>
        <p:xfrm>
          <a:off x="1425575" y="3030538"/>
          <a:ext cx="6161088" cy="509587"/>
        </p:xfrm>
        <a:graphic>
          <a:graphicData uri="http://schemas.openxmlformats.org/presentationml/2006/ole">
            <p:oleObj spid="_x0000_s61479" name="Equation" r:id="rId8" imgW="2565400" imgH="279400" progId="Equation.DSMT4">
              <p:embed/>
            </p:oleObj>
          </a:graphicData>
        </a:graphic>
      </p:graphicFrame>
      <p:graphicFrame>
        <p:nvGraphicFramePr>
          <p:cNvPr id="67602" name="Object 18"/>
          <p:cNvGraphicFramePr>
            <a:graphicFrameLocks noChangeAspect="1"/>
          </p:cNvGraphicFramePr>
          <p:nvPr/>
        </p:nvGraphicFramePr>
        <p:xfrm>
          <a:off x="1908175" y="3535363"/>
          <a:ext cx="4173538" cy="549275"/>
        </p:xfrm>
        <a:graphic>
          <a:graphicData uri="http://schemas.openxmlformats.org/presentationml/2006/ole">
            <p:oleObj spid="_x0000_s61480" name="Equation" r:id="rId9" imgW="1625600" imgH="279400" progId="Equation.DSMT4">
              <p:embed/>
            </p:oleObj>
          </a:graphicData>
        </a:graphic>
      </p:graphicFrame>
      <p:sp>
        <p:nvSpPr>
          <p:cNvPr id="67603" name="Text Box 19"/>
          <p:cNvSpPr txBox="1">
            <a:spLocks noChangeArrowheads="1"/>
          </p:cNvSpPr>
          <p:nvPr/>
        </p:nvSpPr>
        <p:spPr bwMode="auto">
          <a:xfrm>
            <a:off x="544513" y="4076700"/>
            <a:ext cx="4783137"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Times New Roman" pitchFamily="18" charset="0"/>
                <a:ea typeface="华文中宋" pitchFamily="2" charset="-122"/>
              </a:rPr>
              <a:t>若取坐标原点为</a:t>
            </a:r>
            <a:r>
              <a:rPr lang="zh-CN" altLang="en-US" sz="1800">
                <a:latin typeface="Times New Roman" pitchFamily="18" charset="0"/>
                <a:ea typeface="华文中宋" pitchFamily="2" charset="-122"/>
              </a:rPr>
              <a:t>势能零点</a:t>
            </a:r>
            <a:r>
              <a:rPr lang="zh-CN" altLang="en-US" sz="1800">
                <a:solidFill>
                  <a:srgbClr val="000000"/>
                </a:solidFill>
                <a:latin typeface="Times New Roman" pitchFamily="18" charset="0"/>
                <a:ea typeface="华文中宋" pitchFamily="2" charset="-122"/>
              </a:rPr>
              <a:t>，则</a:t>
            </a:r>
            <a:r>
              <a:rPr lang="en-US" altLang="zh-CN" sz="1800" i="1">
                <a:solidFill>
                  <a:srgbClr val="000000"/>
                </a:solidFill>
                <a:latin typeface="Times New Roman" pitchFamily="18" charset="0"/>
                <a:ea typeface="华文中宋" pitchFamily="2" charset="-122"/>
              </a:rPr>
              <a:t>c</a:t>
            </a:r>
            <a:r>
              <a:rPr lang="en-US" altLang="zh-CN" sz="1800">
                <a:solidFill>
                  <a:srgbClr val="000000"/>
                </a:solidFill>
                <a:latin typeface="Times New Roman" pitchFamily="18" charset="0"/>
                <a:ea typeface="华文中宋" pitchFamily="2" charset="-122"/>
              </a:rPr>
              <a:t>=0</a:t>
            </a:r>
            <a:r>
              <a:rPr lang="en-US" altLang="zh-CN" sz="1800">
                <a:latin typeface="Times New Roman" pitchFamily="18" charset="0"/>
                <a:ea typeface="华文中宋" pitchFamily="2" charset="-122"/>
              </a:rPr>
              <a:t> </a:t>
            </a:r>
          </a:p>
        </p:txBody>
      </p:sp>
      <p:graphicFrame>
        <p:nvGraphicFramePr>
          <p:cNvPr id="67604" name="Object 20"/>
          <p:cNvGraphicFramePr>
            <a:graphicFrameLocks noChangeAspect="1"/>
          </p:cNvGraphicFramePr>
          <p:nvPr/>
        </p:nvGraphicFramePr>
        <p:xfrm>
          <a:off x="4686300" y="4075113"/>
          <a:ext cx="1830388" cy="441325"/>
        </p:xfrm>
        <a:graphic>
          <a:graphicData uri="http://schemas.openxmlformats.org/presentationml/2006/ole">
            <p:oleObj spid="_x0000_s61481" name="Equation" r:id="rId10" imgW="672808" imgH="241195"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7586"/>
                                        </p:tgtEl>
                                        <p:attrNameLst>
                                          <p:attrName>style.visibility</p:attrName>
                                        </p:attrNameLst>
                                      </p:cBhvr>
                                      <p:to>
                                        <p:strVal val="visible"/>
                                      </p:to>
                                    </p:set>
                                    <p:animEffect transition="in" filter="box(in)">
                                      <p:cBhvr>
                                        <p:cTn id="7" dur="500"/>
                                        <p:tgtEl>
                                          <p:spTgt spid="675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7587"/>
                                        </p:tgtEl>
                                        <p:attrNameLst>
                                          <p:attrName>style.visibility</p:attrName>
                                        </p:attrNameLst>
                                      </p:cBhvr>
                                      <p:to>
                                        <p:strVal val="visible"/>
                                      </p:to>
                                    </p:set>
                                    <p:animEffect transition="in" filter="box(in)">
                                      <p:cBhvr>
                                        <p:cTn id="12" dur="500"/>
                                        <p:tgtEl>
                                          <p:spTgt spid="675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in)">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67592"/>
                                        </p:tgtEl>
                                        <p:attrNameLst>
                                          <p:attrName>style.visibility</p:attrName>
                                        </p:attrNameLst>
                                      </p:cBhvr>
                                      <p:to>
                                        <p:strVal val="visible"/>
                                      </p:to>
                                    </p:set>
                                    <p:animEffect transition="in" filter="box(in)">
                                      <p:cBhvr>
                                        <p:cTn id="22" dur="500"/>
                                        <p:tgtEl>
                                          <p:spTgt spid="6759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67593"/>
                                        </p:tgtEl>
                                        <p:attrNameLst>
                                          <p:attrName>style.visibility</p:attrName>
                                        </p:attrNameLst>
                                      </p:cBhvr>
                                      <p:to>
                                        <p:strVal val="visible"/>
                                      </p:to>
                                    </p:set>
                                    <p:animEffect transition="in" filter="box(in)">
                                      <p:cBhvr>
                                        <p:cTn id="27" dur="500"/>
                                        <p:tgtEl>
                                          <p:spTgt spid="6759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7595"/>
                                        </p:tgtEl>
                                        <p:attrNameLst>
                                          <p:attrName>style.visibility</p:attrName>
                                        </p:attrNameLst>
                                      </p:cBhvr>
                                      <p:to>
                                        <p:strVal val="visible"/>
                                      </p:to>
                                    </p:set>
                                    <p:animEffect transition="in" filter="blinds(horizontal)">
                                      <p:cBhvr>
                                        <p:cTn id="32" dur="500"/>
                                        <p:tgtEl>
                                          <p:spTgt spid="6759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67597"/>
                                        </p:tgtEl>
                                        <p:attrNameLst>
                                          <p:attrName>style.visibility</p:attrName>
                                        </p:attrNameLst>
                                      </p:cBhvr>
                                      <p:to>
                                        <p:strVal val="visible"/>
                                      </p:to>
                                    </p:set>
                                    <p:animEffect transition="in" filter="box(in)">
                                      <p:cBhvr>
                                        <p:cTn id="37" dur="500"/>
                                        <p:tgtEl>
                                          <p:spTgt spid="6759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7599"/>
                                        </p:tgtEl>
                                        <p:attrNameLst>
                                          <p:attrName>style.visibility</p:attrName>
                                        </p:attrNameLst>
                                      </p:cBhvr>
                                      <p:to>
                                        <p:strVal val="visible"/>
                                      </p:to>
                                    </p:set>
                                    <p:animEffect transition="in" filter="blinds(horizontal)">
                                      <p:cBhvr>
                                        <p:cTn id="42" dur="500"/>
                                        <p:tgtEl>
                                          <p:spTgt spid="67599"/>
                                        </p:tgtEl>
                                      </p:cBhvr>
                                    </p:animEffect>
                                  </p:childTnLst>
                                </p:cTn>
                              </p:par>
                              <p:par>
                                <p:cTn id="43" presetID="3" presetClass="entr" presetSubtype="10" fill="hold" nodeType="withEffect">
                                  <p:stCondLst>
                                    <p:cond delay="0"/>
                                  </p:stCondLst>
                                  <p:childTnLst>
                                    <p:set>
                                      <p:cBhvr>
                                        <p:cTn id="44" dur="1" fill="hold">
                                          <p:stCondLst>
                                            <p:cond delay="0"/>
                                          </p:stCondLst>
                                        </p:cTn>
                                        <p:tgtEl>
                                          <p:spTgt spid="67600"/>
                                        </p:tgtEl>
                                        <p:attrNameLst>
                                          <p:attrName>style.visibility</p:attrName>
                                        </p:attrNameLst>
                                      </p:cBhvr>
                                      <p:to>
                                        <p:strVal val="visible"/>
                                      </p:to>
                                    </p:set>
                                    <p:animEffect transition="in" filter="blinds(horizontal)">
                                      <p:cBhvr>
                                        <p:cTn id="45" dur="500"/>
                                        <p:tgtEl>
                                          <p:spTgt spid="67600"/>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4" presetClass="entr" presetSubtype="16" fill="hold" nodeType="clickEffect">
                                  <p:stCondLst>
                                    <p:cond delay="0"/>
                                  </p:stCondLst>
                                  <p:childTnLst>
                                    <p:set>
                                      <p:cBhvr>
                                        <p:cTn id="49" dur="1" fill="hold">
                                          <p:stCondLst>
                                            <p:cond delay="0"/>
                                          </p:stCondLst>
                                        </p:cTn>
                                        <p:tgtEl>
                                          <p:spTgt spid="67601"/>
                                        </p:tgtEl>
                                        <p:attrNameLst>
                                          <p:attrName>style.visibility</p:attrName>
                                        </p:attrNameLst>
                                      </p:cBhvr>
                                      <p:to>
                                        <p:strVal val="visible"/>
                                      </p:to>
                                    </p:set>
                                    <p:animEffect transition="in" filter="box(in)">
                                      <p:cBhvr>
                                        <p:cTn id="50" dur="500"/>
                                        <p:tgtEl>
                                          <p:spTgt spid="67601"/>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4" presetClass="entr" presetSubtype="16" fill="hold" nodeType="clickEffect">
                                  <p:stCondLst>
                                    <p:cond delay="0"/>
                                  </p:stCondLst>
                                  <p:childTnLst>
                                    <p:set>
                                      <p:cBhvr>
                                        <p:cTn id="54" dur="1" fill="hold">
                                          <p:stCondLst>
                                            <p:cond delay="0"/>
                                          </p:stCondLst>
                                        </p:cTn>
                                        <p:tgtEl>
                                          <p:spTgt spid="67602"/>
                                        </p:tgtEl>
                                        <p:attrNameLst>
                                          <p:attrName>style.visibility</p:attrName>
                                        </p:attrNameLst>
                                      </p:cBhvr>
                                      <p:to>
                                        <p:strVal val="visible"/>
                                      </p:to>
                                    </p:set>
                                    <p:animEffect transition="in" filter="box(in)">
                                      <p:cBhvr>
                                        <p:cTn id="55" dur="500"/>
                                        <p:tgtEl>
                                          <p:spTgt spid="67602"/>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4" presetClass="entr" presetSubtype="16" fill="hold" grpId="0" nodeType="clickEffect">
                                  <p:stCondLst>
                                    <p:cond delay="0"/>
                                  </p:stCondLst>
                                  <p:childTnLst>
                                    <p:set>
                                      <p:cBhvr>
                                        <p:cTn id="59" dur="1" fill="hold">
                                          <p:stCondLst>
                                            <p:cond delay="0"/>
                                          </p:stCondLst>
                                        </p:cTn>
                                        <p:tgtEl>
                                          <p:spTgt spid="67603"/>
                                        </p:tgtEl>
                                        <p:attrNameLst>
                                          <p:attrName>style.visibility</p:attrName>
                                        </p:attrNameLst>
                                      </p:cBhvr>
                                      <p:to>
                                        <p:strVal val="visible"/>
                                      </p:to>
                                    </p:set>
                                    <p:animEffect transition="in" filter="box(in)">
                                      <p:cBhvr>
                                        <p:cTn id="60" dur="500"/>
                                        <p:tgtEl>
                                          <p:spTgt spid="6760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4" presetClass="entr" presetSubtype="16" fill="hold" nodeType="clickEffect">
                                  <p:stCondLst>
                                    <p:cond delay="0"/>
                                  </p:stCondLst>
                                  <p:childTnLst>
                                    <p:set>
                                      <p:cBhvr>
                                        <p:cTn id="64" dur="1" fill="hold">
                                          <p:stCondLst>
                                            <p:cond delay="0"/>
                                          </p:stCondLst>
                                        </p:cTn>
                                        <p:tgtEl>
                                          <p:spTgt spid="67604"/>
                                        </p:tgtEl>
                                        <p:attrNameLst>
                                          <p:attrName>style.visibility</p:attrName>
                                        </p:attrNameLst>
                                      </p:cBhvr>
                                      <p:to>
                                        <p:strVal val="visible"/>
                                      </p:to>
                                    </p:set>
                                    <p:animEffect transition="in" filter="box(in)">
                                      <p:cBhvr>
                                        <p:cTn id="65" dur="500"/>
                                        <p:tgtEl>
                                          <p:spTgt spid="67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autoUpdateAnimBg="0"/>
      <p:bldP spid="67587" grpId="0" autoUpdateAnimBg="0"/>
      <p:bldP spid="67593" grpId="0" autoUpdateAnimBg="0"/>
      <p:bldP spid="67597" grpId="0" autoUpdateAnimBg="0"/>
      <p:bldP spid="67599" grpId="0"/>
      <p:bldP spid="67603"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2"/>
          <p:cNvSpPr txBox="1">
            <a:spLocks noChangeArrowheads="1"/>
          </p:cNvSpPr>
          <p:nvPr/>
        </p:nvSpPr>
        <p:spPr bwMode="auto">
          <a:xfrm>
            <a:off x="355600" y="835025"/>
            <a:ext cx="1165225"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FF0000"/>
                </a:solidFill>
                <a:latin typeface="Times New Roman" pitchFamily="18" charset="0"/>
                <a:ea typeface="华文中宋" pitchFamily="2" charset="-122"/>
              </a:rPr>
              <a:t>引力势能</a:t>
            </a:r>
            <a:r>
              <a:rPr lang="zh-CN" altLang="en-US" sz="1800">
                <a:solidFill>
                  <a:srgbClr val="993300"/>
                </a:solidFill>
                <a:latin typeface="Times New Roman" pitchFamily="18" charset="0"/>
                <a:ea typeface="华文中宋" pitchFamily="2" charset="-122"/>
              </a:rPr>
              <a:t> </a:t>
            </a:r>
          </a:p>
        </p:txBody>
      </p:sp>
      <p:sp>
        <p:nvSpPr>
          <p:cNvPr id="68611" name="Text Box 3"/>
          <p:cNvSpPr txBox="1">
            <a:spLocks noChangeArrowheads="1"/>
          </p:cNvSpPr>
          <p:nvPr/>
        </p:nvSpPr>
        <p:spPr bwMode="auto">
          <a:xfrm>
            <a:off x="2124075" y="871538"/>
            <a:ext cx="185737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Times New Roman" pitchFamily="18" charset="0"/>
                <a:ea typeface="华文中宋" pitchFamily="2" charset="-122"/>
              </a:rPr>
              <a:t>保守力的力函数</a:t>
            </a:r>
            <a:r>
              <a:rPr lang="zh-CN" altLang="en-US" sz="1800">
                <a:latin typeface="Times New Roman" pitchFamily="18" charset="0"/>
                <a:ea typeface="华文中宋" pitchFamily="2" charset="-122"/>
              </a:rPr>
              <a:t> </a:t>
            </a:r>
          </a:p>
        </p:txBody>
      </p:sp>
      <p:graphicFrame>
        <p:nvGraphicFramePr>
          <p:cNvPr id="68612" name="Object 4"/>
          <p:cNvGraphicFramePr>
            <a:graphicFrameLocks noChangeAspect="1"/>
          </p:cNvGraphicFramePr>
          <p:nvPr/>
        </p:nvGraphicFramePr>
        <p:xfrm>
          <a:off x="4362450" y="758825"/>
          <a:ext cx="2370138" cy="660400"/>
        </p:xfrm>
        <a:graphic>
          <a:graphicData uri="http://schemas.openxmlformats.org/presentationml/2006/ole">
            <p:oleObj spid="_x0000_s62494" name="Equation" r:id="rId3" imgW="1066337" imgH="393529" progId="Equation.DSMT4">
              <p:embed/>
            </p:oleObj>
          </a:graphicData>
        </a:graphic>
      </p:graphicFrame>
      <p:graphicFrame>
        <p:nvGraphicFramePr>
          <p:cNvPr id="68613" name="Object 5"/>
          <p:cNvGraphicFramePr>
            <a:graphicFrameLocks noChangeAspect="1"/>
          </p:cNvGraphicFramePr>
          <p:nvPr/>
        </p:nvGraphicFramePr>
        <p:xfrm>
          <a:off x="722313" y="1268413"/>
          <a:ext cx="7783512" cy="655637"/>
        </p:xfrm>
        <a:graphic>
          <a:graphicData uri="http://schemas.openxmlformats.org/presentationml/2006/ole">
            <p:oleObj spid="_x0000_s62495" name="Equation" r:id="rId4" imgW="3530600" imgH="393700" progId="Equation.DSMT4">
              <p:embed/>
            </p:oleObj>
          </a:graphicData>
        </a:graphic>
      </p:graphicFrame>
      <p:sp>
        <p:nvSpPr>
          <p:cNvPr id="68615" name="Text Box 7"/>
          <p:cNvSpPr txBox="1">
            <a:spLocks noChangeArrowheads="1"/>
          </p:cNvSpPr>
          <p:nvPr/>
        </p:nvSpPr>
        <p:spPr bwMode="auto">
          <a:xfrm>
            <a:off x="544513" y="1843088"/>
            <a:ext cx="4054475"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00"/>
                </a:solidFill>
                <a:latin typeface="Times New Roman" pitchFamily="18" charset="0"/>
                <a:ea typeface="华文中宋" pitchFamily="2" charset="-122"/>
              </a:rPr>
              <a:t>若取无穷远处为引力</a:t>
            </a:r>
            <a:r>
              <a:rPr lang="zh-CN" altLang="en-US" sz="1800">
                <a:latin typeface="Times New Roman" pitchFamily="18" charset="0"/>
                <a:ea typeface="华文中宋" pitchFamily="2" charset="-122"/>
              </a:rPr>
              <a:t>势能零点</a:t>
            </a:r>
            <a:r>
              <a:rPr lang="zh-CN" altLang="en-US" sz="1800">
                <a:solidFill>
                  <a:srgbClr val="000000"/>
                </a:solidFill>
                <a:latin typeface="Times New Roman" pitchFamily="18" charset="0"/>
                <a:ea typeface="华文中宋" pitchFamily="2" charset="-122"/>
              </a:rPr>
              <a:t>，则</a:t>
            </a:r>
            <a:r>
              <a:rPr lang="en-US" altLang="zh-CN" sz="1800" i="1">
                <a:solidFill>
                  <a:srgbClr val="000000"/>
                </a:solidFill>
                <a:latin typeface="Times New Roman" pitchFamily="18" charset="0"/>
                <a:ea typeface="华文中宋" pitchFamily="2" charset="-122"/>
              </a:rPr>
              <a:t>c</a:t>
            </a:r>
            <a:r>
              <a:rPr lang="en-US" altLang="zh-CN" sz="1800">
                <a:solidFill>
                  <a:srgbClr val="000000"/>
                </a:solidFill>
                <a:latin typeface="Times New Roman" pitchFamily="18" charset="0"/>
                <a:ea typeface="华文中宋" pitchFamily="2" charset="-122"/>
              </a:rPr>
              <a:t>=0</a:t>
            </a:r>
            <a:r>
              <a:rPr lang="en-US" altLang="zh-CN" sz="1800">
                <a:latin typeface="Times New Roman" pitchFamily="18" charset="0"/>
                <a:ea typeface="华文中宋" pitchFamily="2" charset="-122"/>
              </a:rPr>
              <a:t> </a:t>
            </a:r>
          </a:p>
        </p:txBody>
      </p:sp>
      <p:graphicFrame>
        <p:nvGraphicFramePr>
          <p:cNvPr id="68616" name="Object 8"/>
          <p:cNvGraphicFramePr>
            <a:graphicFrameLocks noChangeAspect="1"/>
          </p:cNvGraphicFramePr>
          <p:nvPr/>
        </p:nvGraphicFramePr>
        <p:xfrm>
          <a:off x="3230563" y="2138363"/>
          <a:ext cx="2211387" cy="577850"/>
        </p:xfrm>
        <a:graphic>
          <a:graphicData uri="http://schemas.openxmlformats.org/presentationml/2006/ole">
            <p:oleObj spid="_x0000_s62496" name="Equation" r:id="rId5" imgW="1002865" imgH="393529" progId="Equation.DSMT4">
              <p:embed/>
            </p:oleObj>
          </a:graphicData>
        </a:graphic>
      </p:graphicFrame>
      <p:sp>
        <p:nvSpPr>
          <p:cNvPr id="68617" name="Text Box 9"/>
          <p:cNvSpPr txBox="1">
            <a:spLocks noChangeArrowheads="1"/>
          </p:cNvSpPr>
          <p:nvPr/>
        </p:nvSpPr>
        <p:spPr bwMode="auto">
          <a:xfrm>
            <a:off x="368300" y="2395538"/>
            <a:ext cx="877888"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457200" indent="-457200"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solidFill>
                  <a:srgbClr val="808000"/>
                </a:solidFill>
                <a:latin typeface="Times New Roman" pitchFamily="18" charset="0"/>
                <a:ea typeface="华文中宋" pitchFamily="2" charset="-122"/>
              </a:rPr>
              <a:t>说明：</a:t>
            </a:r>
          </a:p>
        </p:txBody>
      </p:sp>
      <p:grpSp>
        <p:nvGrpSpPr>
          <p:cNvPr id="2" name="Group 10"/>
          <p:cNvGrpSpPr>
            <a:grpSpLocks/>
          </p:cNvGrpSpPr>
          <p:nvPr/>
        </p:nvGrpSpPr>
        <p:grpSpPr bwMode="auto">
          <a:xfrm>
            <a:off x="7235825" y="2500313"/>
            <a:ext cx="1828800" cy="1943100"/>
            <a:chOff x="0" y="0"/>
            <a:chExt cx="1392" cy="2256"/>
          </a:xfrm>
        </p:grpSpPr>
        <p:sp>
          <p:nvSpPr>
            <p:cNvPr id="68619" name="Rectangle 11"/>
            <p:cNvSpPr>
              <a:spLocks noChangeArrowheads="1"/>
            </p:cNvSpPr>
            <p:nvPr/>
          </p:nvSpPr>
          <p:spPr bwMode="auto">
            <a:xfrm>
              <a:off x="0" y="0"/>
              <a:ext cx="1392" cy="2256"/>
            </a:xfrm>
            <a:prstGeom prst="rect">
              <a:avLst/>
            </a:prstGeom>
            <a:gradFill rotWithShape="0">
              <a:gsLst>
                <a:gs pos="0">
                  <a:schemeClr val="hlink">
                    <a:gamma/>
                    <a:tint val="0"/>
                    <a:invGamma/>
                  </a:schemeClr>
                </a:gs>
                <a:gs pos="50000">
                  <a:schemeClr val="hlink"/>
                </a:gs>
                <a:gs pos="100000">
                  <a:schemeClr val="hlink">
                    <a:gamma/>
                    <a:tint val="0"/>
                    <a:invGamma/>
                  </a:schemeClr>
                </a:gs>
              </a:gsLst>
              <a:lin ang="2700000" scaled="1"/>
            </a:gradFill>
            <a:ln w="9525">
              <a:solidFill>
                <a:schemeClr val="bg1"/>
              </a:solidFill>
              <a:miter lim="800000"/>
              <a:headEnd/>
              <a:tailEnd/>
            </a:ln>
            <a:effectLst/>
          </p:spPr>
          <p:txBody>
            <a:bodyPr wrap="none" anchor="ctr"/>
            <a:lstStyle/>
            <a:p>
              <a:pPr>
                <a:defRPr/>
              </a:pPr>
              <a:endParaRPr lang="zh-CN" altLang="en-US"/>
            </a:p>
          </p:txBody>
        </p:sp>
        <p:grpSp>
          <p:nvGrpSpPr>
            <p:cNvPr id="62481" name="Group 12"/>
            <p:cNvGrpSpPr>
              <a:grpSpLocks/>
            </p:cNvGrpSpPr>
            <p:nvPr/>
          </p:nvGrpSpPr>
          <p:grpSpPr bwMode="auto">
            <a:xfrm>
              <a:off x="192" y="288"/>
              <a:ext cx="960" cy="1680"/>
              <a:chOff x="0" y="0"/>
              <a:chExt cx="960" cy="1680"/>
            </a:xfrm>
          </p:grpSpPr>
          <p:sp>
            <p:nvSpPr>
              <p:cNvPr id="62482" name="Oval 13"/>
              <p:cNvSpPr>
                <a:spLocks noChangeArrowheads="1"/>
              </p:cNvSpPr>
              <p:nvPr/>
            </p:nvSpPr>
            <p:spPr bwMode="auto">
              <a:xfrm>
                <a:off x="0" y="1296"/>
                <a:ext cx="384" cy="384"/>
              </a:xfrm>
              <a:prstGeom prst="ellipse">
                <a:avLst/>
              </a:prstGeom>
              <a:gradFill rotWithShape="0">
                <a:gsLst>
                  <a:gs pos="0">
                    <a:srgbClr val="CC3300"/>
                  </a:gs>
                  <a:gs pos="100000">
                    <a:srgbClr val="5E1800"/>
                  </a:gs>
                </a:gsLst>
                <a:path path="shape">
                  <a:fillToRect l="50000" t="50000" r="50000" b="50000"/>
                </a:path>
              </a:gradFill>
              <a:ln w="9525">
                <a:solidFill>
                  <a:schemeClr val="bg1"/>
                </a:solidFill>
                <a:round/>
                <a:headEnd/>
                <a:tailEnd/>
              </a:ln>
            </p:spPr>
            <p:txBody>
              <a:bodyPr wrap="none" anchor="ctr"/>
              <a:lstStyle/>
              <a:p>
                <a:endParaRPr lang="zh-CN" altLang="en-US"/>
              </a:p>
            </p:txBody>
          </p:sp>
          <p:sp>
            <p:nvSpPr>
              <p:cNvPr id="62483" name="Oval 14"/>
              <p:cNvSpPr>
                <a:spLocks noChangeArrowheads="1"/>
              </p:cNvSpPr>
              <p:nvPr/>
            </p:nvSpPr>
            <p:spPr bwMode="auto">
              <a:xfrm>
                <a:off x="817" y="0"/>
                <a:ext cx="143" cy="149"/>
              </a:xfrm>
              <a:prstGeom prst="ellipse">
                <a:avLst/>
              </a:prstGeom>
              <a:gradFill rotWithShape="0">
                <a:gsLst>
                  <a:gs pos="0">
                    <a:srgbClr val="CC3300"/>
                  </a:gs>
                  <a:gs pos="100000">
                    <a:srgbClr val="5E1800"/>
                  </a:gs>
                </a:gsLst>
                <a:path path="shape">
                  <a:fillToRect l="50000" t="50000" r="50000" b="50000"/>
                </a:path>
              </a:gradFill>
              <a:ln w="9525">
                <a:solidFill>
                  <a:schemeClr val="tx1"/>
                </a:solidFill>
                <a:round/>
                <a:headEnd/>
                <a:tailEnd/>
              </a:ln>
            </p:spPr>
            <p:txBody>
              <a:bodyPr wrap="none" anchor="ctr"/>
              <a:lstStyle/>
              <a:p>
                <a:endParaRPr lang="zh-CN" altLang="en-US"/>
              </a:p>
            </p:txBody>
          </p:sp>
          <p:sp>
            <p:nvSpPr>
              <p:cNvPr id="62484" name="Line 15"/>
              <p:cNvSpPr>
                <a:spLocks noChangeShapeType="1"/>
              </p:cNvSpPr>
              <p:nvPr/>
            </p:nvSpPr>
            <p:spPr bwMode="auto">
              <a:xfrm flipH="1">
                <a:off x="278" y="149"/>
                <a:ext cx="572" cy="1190"/>
              </a:xfrm>
              <a:prstGeom prst="line">
                <a:avLst/>
              </a:prstGeom>
              <a:noFill/>
              <a:ln w="38100">
                <a:solidFill>
                  <a:srgbClr val="FF0000"/>
                </a:solidFill>
                <a:round/>
                <a:headEnd type="triangle" w="med" len="me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62485" name="Text Box 16"/>
              <p:cNvSpPr txBox="1">
                <a:spLocks noChangeArrowheads="1"/>
              </p:cNvSpPr>
              <p:nvPr/>
            </p:nvSpPr>
            <p:spPr bwMode="auto">
              <a:xfrm>
                <a:off x="192" y="371"/>
                <a:ext cx="515" cy="6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2800" i="1">
                    <a:latin typeface="Times New Roman" pitchFamily="18" charset="0"/>
                  </a:rPr>
                  <a:t>r</a:t>
                </a:r>
                <a:r>
                  <a:rPr lang="en-US" altLang="zh-CN" sz="2800" i="1" baseline="-25000">
                    <a:latin typeface="Times New Roman" pitchFamily="18" charset="0"/>
                  </a:rPr>
                  <a:t>ij</a:t>
                </a:r>
                <a:endParaRPr lang="en-US" altLang="zh-CN" sz="2800" i="1">
                  <a:latin typeface="Times New Roman" pitchFamily="18" charset="0"/>
                </a:endParaRPr>
              </a:p>
            </p:txBody>
          </p:sp>
        </p:grpSp>
      </p:grpSp>
      <p:sp>
        <p:nvSpPr>
          <p:cNvPr id="68625" name="Rectangle 17"/>
          <p:cNvSpPr>
            <a:spLocks noChangeArrowheads="1"/>
          </p:cNvSpPr>
          <p:nvPr/>
        </p:nvSpPr>
        <p:spPr bwMode="auto">
          <a:xfrm>
            <a:off x="222250" y="2808288"/>
            <a:ext cx="505142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eaLnBrk="0" hangingPunct="0"/>
            <a:r>
              <a:rPr lang="en-US" altLang="zh-CN" sz="1800">
                <a:solidFill>
                  <a:srgbClr val="000000"/>
                </a:solidFill>
                <a:latin typeface="Times New Roman" pitchFamily="18" charset="0"/>
                <a:ea typeface="华文中宋" pitchFamily="2" charset="-122"/>
              </a:rPr>
              <a:t>1) </a:t>
            </a:r>
            <a:r>
              <a:rPr lang="zh-CN" altLang="en-US" sz="1800">
                <a:solidFill>
                  <a:srgbClr val="000000"/>
                </a:solidFill>
                <a:latin typeface="Times New Roman" pitchFamily="18" charset="0"/>
                <a:ea typeface="华文中宋" pitchFamily="2" charset="-122"/>
              </a:rPr>
              <a:t>对应于每一种保守力就可引进一种相关的势能</a:t>
            </a:r>
          </a:p>
        </p:txBody>
      </p:sp>
      <p:sp>
        <p:nvSpPr>
          <p:cNvPr id="68626" name="Rectangle 18"/>
          <p:cNvSpPr>
            <a:spLocks noChangeArrowheads="1"/>
          </p:cNvSpPr>
          <p:nvPr/>
        </p:nvSpPr>
        <p:spPr bwMode="auto">
          <a:xfrm>
            <a:off x="222250" y="3198813"/>
            <a:ext cx="4821238"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eaLnBrk="0" hangingPunct="0"/>
            <a:r>
              <a:rPr lang="en-US" altLang="zh-CN" sz="1800">
                <a:solidFill>
                  <a:srgbClr val="000000"/>
                </a:solidFill>
                <a:latin typeface="Times New Roman" pitchFamily="18" charset="0"/>
                <a:ea typeface="华文中宋" pitchFamily="2" charset="-122"/>
              </a:rPr>
              <a:t>2) </a:t>
            </a:r>
            <a:r>
              <a:rPr lang="zh-CN" altLang="en-US" sz="1800">
                <a:solidFill>
                  <a:srgbClr val="000000"/>
                </a:solidFill>
                <a:latin typeface="Times New Roman" pitchFamily="18" charset="0"/>
                <a:ea typeface="华文中宋" pitchFamily="2" charset="-122"/>
              </a:rPr>
              <a:t>势能大小是相对量与所选取的势能零点有关</a:t>
            </a:r>
          </a:p>
        </p:txBody>
      </p:sp>
      <p:grpSp>
        <p:nvGrpSpPr>
          <p:cNvPr id="4" name="Group 19"/>
          <p:cNvGrpSpPr>
            <a:grpSpLocks/>
          </p:cNvGrpSpPr>
          <p:nvPr/>
        </p:nvGrpSpPr>
        <p:grpSpPr bwMode="auto">
          <a:xfrm>
            <a:off x="236538" y="3587750"/>
            <a:ext cx="6999287" cy="547688"/>
            <a:chOff x="0" y="-58"/>
            <a:chExt cx="4409" cy="460"/>
          </a:xfrm>
        </p:grpSpPr>
        <p:graphicFrame>
          <p:nvGraphicFramePr>
            <p:cNvPr id="62478" name="Object 20"/>
            <p:cNvGraphicFramePr>
              <a:graphicFrameLocks noChangeAspect="1"/>
            </p:cNvGraphicFramePr>
            <p:nvPr/>
          </p:nvGraphicFramePr>
          <p:xfrm>
            <a:off x="2821" y="-58"/>
            <a:ext cx="1588" cy="460"/>
          </p:xfrm>
          <a:graphic>
            <a:graphicData uri="http://schemas.openxmlformats.org/presentationml/2006/ole">
              <p:oleObj spid="_x0000_s62497" name="Equation" r:id="rId6" imgW="1155199" imgH="355446" progId="Equation.DSMT4">
                <p:embed/>
              </p:oleObj>
            </a:graphicData>
          </a:graphic>
        </p:graphicFrame>
        <p:sp>
          <p:nvSpPr>
            <p:cNvPr id="62479" name="Rectangle 21"/>
            <p:cNvSpPr>
              <a:spLocks noChangeArrowheads="1"/>
            </p:cNvSpPr>
            <p:nvPr/>
          </p:nvSpPr>
          <p:spPr bwMode="auto">
            <a:xfrm>
              <a:off x="0" y="13"/>
              <a:ext cx="2891"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lang="en-US" altLang="zh-CN" sz="1800">
                  <a:latin typeface="Times New Roman" pitchFamily="18" charset="0"/>
                  <a:ea typeface="华文中宋" pitchFamily="2" charset="-122"/>
                </a:rPr>
                <a:t>3) </a:t>
              </a:r>
              <a:r>
                <a:rPr lang="zh-CN" altLang="en-US" sz="1800">
                  <a:solidFill>
                    <a:srgbClr val="000000"/>
                  </a:solidFill>
                  <a:latin typeface="Times New Roman" pitchFamily="18" charset="0"/>
                  <a:ea typeface="华文中宋" pitchFamily="2" charset="-122"/>
                </a:rPr>
                <a:t>一对保守力的功等于相关势能增量的负值</a:t>
              </a:r>
            </a:p>
          </p:txBody>
        </p:sp>
      </p:grpSp>
      <p:sp>
        <p:nvSpPr>
          <p:cNvPr id="68630" name="Text Box 22"/>
          <p:cNvSpPr txBox="1">
            <a:spLocks noChangeArrowheads="1"/>
          </p:cNvSpPr>
          <p:nvPr/>
        </p:nvSpPr>
        <p:spPr bwMode="auto">
          <a:xfrm>
            <a:off x="227013" y="4156075"/>
            <a:ext cx="441642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en-US" altLang="zh-CN" sz="1800">
                <a:latin typeface="Times New Roman" pitchFamily="18" charset="0"/>
                <a:ea typeface="华文中宋" pitchFamily="2" charset="-122"/>
              </a:rPr>
              <a:t>4) </a:t>
            </a:r>
            <a:r>
              <a:rPr lang="zh-CN" altLang="en-US" sz="1800">
                <a:solidFill>
                  <a:srgbClr val="000000"/>
                </a:solidFill>
                <a:latin typeface="Times New Roman" pitchFamily="18" charset="0"/>
                <a:ea typeface="华文中宋" pitchFamily="2" charset="-122"/>
              </a:rPr>
              <a:t>势能是彼此以保守力作用的系统所共有</a:t>
            </a:r>
            <a:r>
              <a:rPr lang="zh-CN" altLang="en-US" sz="1800">
                <a:latin typeface="Times New Roman" pitchFamily="18" charset="0"/>
                <a:ea typeface="华文中宋"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8610"/>
                                        </p:tgtEl>
                                        <p:attrNameLst>
                                          <p:attrName>style.visibility</p:attrName>
                                        </p:attrNameLst>
                                      </p:cBhvr>
                                      <p:to>
                                        <p:strVal val="visible"/>
                                      </p:to>
                                    </p:set>
                                    <p:animEffect transition="in" filter="box(in)">
                                      <p:cBhvr>
                                        <p:cTn id="7" dur="500"/>
                                        <p:tgtEl>
                                          <p:spTgt spid="686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8611"/>
                                        </p:tgtEl>
                                        <p:attrNameLst>
                                          <p:attrName>style.visibility</p:attrName>
                                        </p:attrNameLst>
                                      </p:cBhvr>
                                      <p:to>
                                        <p:strVal val="visible"/>
                                      </p:to>
                                    </p:set>
                                    <p:animEffect transition="in" filter="box(in)">
                                      <p:cBhvr>
                                        <p:cTn id="12" dur="500"/>
                                        <p:tgtEl>
                                          <p:spTgt spid="686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68612"/>
                                        </p:tgtEl>
                                        <p:attrNameLst>
                                          <p:attrName>style.visibility</p:attrName>
                                        </p:attrNameLst>
                                      </p:cBhvr>
                                      <p:to>
                                        <p:strVal val="visible"/>
                                      </p:to>
                                    </p:set>
                                    <p:animEffect transition="in" filter="box(in)">
                                      <p:cBhvr>
                                        <p:cTn id="17" dur="500"/>
                                        <p:tgtEl>
                                          <p:spTgt spid="686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68613"/>
                                        </p:tgtEl>
                                        <p:attrNameLst>
                                          <p:attrName>style.visibility</p:attrName>
                                        </p:attrNameLst>
                                      </p:cBhvr>
                                      <p:to>
                                        <p:strVal val="visible"/>
                                      </p:to>
                                    </p:set>
                                    <p:animEffect transition="in" filter="box(in)">
                                      <p:cBhvr>
                                        <p:cTn id="22" dur="500"/>
                                        <p:tgtEl>
                                          <p:spTgt spid="686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8616"/>
                                        </p:tgtEl>
                                        <p:attrNameLst>
                                          <p:attrName>style.visibility</p:attrName>
                                        </p:attrNameLst>
                                      </p:cBhvr>
                                      <p:to>
                                        <p:strVal val="visible"/>
                                      </p:to>
                                    </p:set>
                                    <p:animEffect transition="in" filter="blinds(horizontal)">
                                      <p:cBhvr>
                                        <p:cTn id="27" dur="500"/>
                                        <p:tgtEl>
                                          <p:spTgt spid="68616"/>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68615"/>
                                        </p:tgtEl>
                                        <p:attrNameLst>
                                          <p:attrName>style.visibility</p:attrName>
                                        </p:attrNameLst>
                                      </p:cBhvr>
                                      <p:to>
                                        <p:strVal val="visible"/>
                                      </p:to>
                                    </p:set>
                                    <p:animEffect transition="in" filter="blinds(horizontal)">
                                      <p:cBhvr>
                                        <p:cTn id="30" dur="500"/>
                                        <p:tgtEl>
                                          <p:spTgt spid="6861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68617"/>
                                        </p:tgtEl>
                                        <p:attrNameLst>
                                          <p:attrName>style.visibility</p:attrName>
                                        </p:attrNameLst>
                                      </p:cBhvr>
                                      <p:to>
                                        <p:strVal val="visible"/>
                                      </p:to>
                                    </p:set>
                                    <p:animEffect transition="in" filter="box(in)">
                                      <p:cBhvr>
                                        <p:cTn id="35" dur="500"/>
                                        <p:tgtEl>
                                          <p:spTgt spid="6861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68625"/>
                                        </p:tgtEl>
                                        <p:attrNameLst>
                                          <p:attrName>style.visibility</p:attrName>
                                        </p:attrNameLst>
                                      </p:cBhvr>
                                      <p:to>
                                        <p:strVal val="visible"/>
                                      </p:to>
                                    </p:set>
                                    <p:animEffect transition="in" filter="box(in)">
                                      <p:cBhvr>
                                        <p:cTn id="40" dur="500"/>
                                        <p:tgtEl>
                                          <p:spTgt spid="6862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4" presetClass="entr" presetSubtype="16" fill="hold" grpId="0" nodeType="clickEffect">
                                  <p:stCondLst>
                                    <p:cond delay="0"/>
                                  </p:stCondLst>
                                  <p:childTnLst>
                                    <p:set>
                                      <p:cBhvr>
                                        <p:cTn id="44" dur="1" fill="hold">
                                          <p:stCondLst>
                                            <p:cond delay="0"/>
                                          </p:stCondLst>
                                        </p:cTn>
                                        <p:tgtEl>
                                          <p:spTgt spid="68626"/>
                                        </p:tgtEl>
                                        <p:attrNameLst>
                                          <p:attrName>style.visibility</p:attrName>
                                        </p:attrNameLst>
                                      </p:cBhvr>
                                      <p:to>
                                        <p:strVal val="visible"/>
                                      </p:to>
                                    </p:set>
                                    <p:animEffect transition="in" filter="box(in)">
                                      <p:cBhvr>
                                        <p:cTn id="45" dur="500"/>
                                        <p:tgtEl>
                                          <p:spTgt spid="6862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4" presetClass="entr" presetSubtype="16" fill="hold" nodeType="click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box(in)">
                                      <p:cBhvr>
                                        <p:cTn id="50" dur="500"/>
                                        <p:tgtEl>
                                          <p:spTgt spid="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4" presetClass="entr" presetSubtype="16" fill="hold" nodeType="click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box(in)">
                                      <p:cBhvr>
                                        <p:cTn id="55" dur="500"/>
                                        <p:tgtEl>
                                          <p:spTgt spid="2"/>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4" presetClass="entr" presetSubtype="16" fill="hold" grpId="0" nodeType="clickEffect">
                                  <p:stCondLst>
                                    <p:cond delay="0"/>
                                  </p:stCondLst>
                                  <p:childTnLst>
                                    <p:set>
                                      <p:cBhvr>
                                        <p:cTn id="59" dur="1" fill="hold">
                                          <p:stCondLst>
                                            <p:cond delay="0"/>
                                          </p:stCondLst>
                                        </p:cTn>
                                        <p:tgtEl>
                                          <p:spTgt spid="68630"/>
                                        </p:tgtEl>
                                        <p:attrNameLst>
                                          <p:attrName>style.visibility</p:attrName>
                                        </p:attrNameLst>
                                      </p:cBhvr>
                                      <p:to>
                                        <p:strVal val="visible"/>
                                      </p:to>
                                    </p:set>
                                    <p:animEffect transition="in" filter="box(in)">
                                      <p:cBhvr>
                                        <p:cTn id="60" dur="500"/>
                                        <p:tgtEl>
                                          <p:spTgt spid="68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0" grpId="0" autoUpdateAnimBg="0"/>
      <p:bldP spid="68611" grpId="0" autoUpdateAnimBg="0"/>
      <p:bldP spid="68615" grpId="0"/>
      <p:bldP spid="68617" grpId="0" autoUpdateAnimBg="0"/>
      <p:bldP spid="68625" grpId="0" autoUpdateAnimBg="0"/>
      <p:bldP spid="68626" grpId="0" autoUpdateAnimBg="0"/>
      <p:bldP spid="68630"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p:cNvSpPr txBox="1">
            <a:spLocks noChangeArrowheads="1"/>
          </p:cNvSpPr>
          <p:nvPr/>
        </p:nvSpPr>
        <p:spPr bwMode="auto">
          <a:xfrm>
            <a:off x="525463" y="1338263"/>
            <a:ext cx="260667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en-US" altLang="zh-CN" sz="1800">
                <a:solidFill>
                  <a:schemeClr val="accent2"/>
                </a:solidFill>
                <a:latin typeface="华文中宋" pitchFamily="2" charset="-122"/>
                <a:ea typeface="华文中宋" pitchFamily="2" charset="-122"/>
              </a:rPr>
              <a:t>1</a:t>
            </a:r>
            <a:r>
              <a:rPr lang="zh-CN" altLang="en-US" sz="1800">
                <a:solidFill>
                  <a:schemeClr val="accent2"/>
                </a:solidFill>
                <a:latin typeface="华文中宋" pitchFamily="2" charset="-122"/>
                <a:ea typeface="华文中宋" pitchFamily="2" charset="-122"/>
              </a:rPr>
              <a:t>、质点系的动能定理</a:t>
            </a:r>
            <a:r>
              <a:rPr lang="zh-CN" altLang="en-US" sz="1800" b="0">
                <a:solidFill>
                  <a:srgbClr val="3333FF"/>
                </a:solidFill>
                <a:latin typeface="华文中宋" pitchFamily="2" charset="-122"/>
                <a:ea typeface="华文中宋" pitchFamily="2" charset="-122"/>
              </a:rPr>
              <a:t> </a:t>
            </a:r>
          </a:p>
        </p:txBody>
      </p:sp>
      <p:sp>
        <p:nvSpPr>
          <p:cNvPr id="69635" name="Text Box 3"/>
          <p:cNvSpPr txBox="1">
            <a:spLocks noChangeArrowheads="1"/>
          </p:cNvSpPr>
          <p:nvPr/>
        </p:nvSpPr>
        <p:spPr bwMode="auto">
          <a:xfrm>
            <a:off x="609600" y="1625600"/>
            <a:ext cx="237807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latin typeface="华文中宋" pitchFamily="2" charset="-122"/>
                <a:ea typeface="华文中宋" pitchFamily="2" charset="-122"/>
              </a:rPr>
              <a:t>质点系的内力和外力</a:t>
            </a:r>
          </a:p>
        </p:txBody>
      </p:sp>
      <p:graphicFrame>
        <p:nvGraphicFramePr>
          <p:cNvPr id="69636" name="Object 4"/>
          <p:cNvGraphicFramePr>
            <a:graphicFrameLocks noChangeAspect="1"/>
          </p:cNvGraphicFramePr>
          <p:nvPr/>
        </p:nvGraphicFramePr>
        <p:xfrm>
          <a:off x="1533525" y="2082800"/>
          <a:ext cx="4406900" cy="1136650"/>
        </p:xfrm>
        <a:graphic>
          <a:graphicData uri="http://schemas.openxmlformats.org/presentationml/2006/ole">
            <p:oleObj spid="_x0000_s63531" name="Equation" r:id="rId3" imgW="1968500" imgH="812800" progId="Equation.DSMT4">
              <p:embed/>
            </p:oleObj>
          </a:graphicData>
        </a:graphic>
      </p:graphicFrame>
      <p:sp>
        <p:nvSpPr>
          <p:cNvPr id="69638" name="Text Box 6"/>
          <p:cNvSpPr txBox="1">
            <a:spLocks noChangeArrowheads="1"/>
          </p:cNvSpPr>
          <p:nvPr/>
        </p:nvSpPr>
        <p:spPr bwMode="auto">
          <a:xfrm>
            <a:off x="1219200" y="3325813"/>
            <a:ext cx="176847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solidFill>
                  <a:srgbClr val="000000"/>
                </a:solidFill>
                <a:latin typeface="华文中宋" pitchFamily="2" charset="-122"/>
                <a:ea typeface="华文中宋" pitchFamily="2" charset="-122"/>
              </a:rPr>
              <a:t>对于单个质点</a:t>
            </a:r>
            <a:r>
              <a:rPr lang="zh-CN" altLang="en-US" sz="1800">
                <a:latin typeface="华文中宋" pitchFamily="2" charset="-122"/>
                <a:ea typeface="华文中宋" pitchFamily="2" charset="-122"/>
              </a:rPr>
              <a:t> </a:t>
            </a:r>
          </a:p>
        </p:txBody>
      </p:sp>
      <p:graphicFrame>
        <p:nvGraphicFramePr>
          <p:cNvPr id="69639" name="Object 7"/>
          <p:cNvGraphicFramePr>
            <a:graphicFrameLocks noChangeAspect="1"/>
          </p:cNvGraphicFramePr>
          <p:nvPr/>
        </p:nvGraphicFramePr>
        <p:xfrm>
          <a:off x="3201988" y="3289300"/>
          <a:ext cx="3098800" cy="506413"/>
        </p:xfrm>
        <a:graphic>
          <a:graphicData uri="http://schemas.openxmlformats.org/presentationml/2006/ole">
            <p:oleObj spid="_x0000_s63532" name="公式" r:id="rId4" imgW="990600" imgH="228600" progId="Equation.3">
              <p:embed/>
            </p:oleObj>
          </a:graphicData>
        </a:graphic>
      </p:graphicFrame>
      <p:graphicFrame>
        <p:nvGraphicFramePr>
          <p:cNvPr id="69640" name="Object 8"/>
          <p:cNvGraphicFramePr>
            <a:graphicFrameLocks noChangeAspect="1"/>
          </p:cNvGraphicFramePr>
          <p:nvPr/>
        </p:nvGraphicFramePr>
        <p:xfrm>
          <a:off x="1031875" y="3713163"/>
          <a:ext cx="7185025" cy="874712"/>
        </p:xfrm>
        <a:graphic>
          <a:graphicData uri="http://schemas.openxmlformats.org/presentationml/2006/ole">
            <p:oleObj spid="_x0000_s63533" name="Equation" r:id="rId5" imgW="2641600" imgH="431800" progId="Equation.DSMT4">
              <p:embed/>
            </p:oleObj>
          </a:graphicData>
        </a:graphic>
      </p:graphicFrame>
      <p:grpSp>
        <p:nvGrpSpPr>
          <p:cNvPr id="2" name="Group 69"/>
          <p:cNvGrpSpPr>
            <a:grpSpLocks/>
          </p:cNvGrpSpPr>
          <p:nvPr/>
        </p:nvGrpSpPr>
        <p:grpSpPr bwMode="auto">
          <a:xfrm>
            <a:off x="6235700" y="1049338"/>
            <a:ext cx="2800350" cy="1593850"/>
            <a:chOff x="3657" y="164"/>
            <a:chExt cx="1764" cy="1339"/>
          </a:xfrm>
        </p:grpSpPr>
        <p:sp>
          <p:nvSpPr>
            <p:cNvPr id="63498" name="未知"/>
            <p:cNvSpPr>
              <a:spLocks/>
            </p:cNvSpPr>
            <p:nvPr/>
          </p:nvSpPr>
          <p:spPr bwMode="auto">
            <a:xfrm>
              <a:off x="3902" y="858"/>
              <a:ext cx="1519" cy="390"/>
            </a:xfrm>
            <a:custGeom>
              <a:avLst/>
              <a:gdLst>
                <a:gd name="T0" fmla="*/ 27 w 1978"/>
                <a:gd name="T1" fmla="*/ 2 h 1600"/>
                <a:gd name="T2" fmla="*/ 30 w 1978"/>
                <a:gd name="T3" fmla="*/ 0 h 1600"/>
                <a:gd name="T4" fmla="*/ 66 w 1978"/>
                <a:gd name="T5" fmla="*/ 0 h 1600"/>
                <a:gd name="T6" fmla="*/ 131 w 1978"/>
                <a:gd name="T7" fmla="*/ 0 h 1600"/>
                <a:gd name="T8" fmla="*/ 206 w 1978"/>
                <a:gd name="T9" fmla="*/ 0 h 1600"/>
                <a:gd name="T10" fmla="*/ 229 w 1978"/>
                <a:gd name="T11" fmla="*/ 0 h 1600"/>
                <a:gd name="T12" fmla="*/ 251 w 1978"/>
                <a:gd name="T13" fmla="*/ 1 h 1600"/>
                <a:gd name="T14" fmla="*/ 295 w 1978"/>
                <a:gd name="T15" fmla="*/ 1 h 1600"/>
                <a:gd name="T16" fmla="*/ 299 w 1978"/>
                <a:gd name="T17" fmla="*/ 2 h 1600"/>
                <a:gd name="T18" fmla="*/ 302 w 1978"/>
                <a:gd name="T19" fmla="*/ 2 h 1600"/>
                <a:gd name="T20" fmla="*/ 281 w 1978"/>
                <a:gd name="T21" fmla="*/ 5 h 1600"/>
                <a:gd name="T22" fmla="*/ 270 w 1978"/>
                <a:gd name="T23" fmla="*/ 5 h 1600"/>
                <a:gd name="T24" fmla="*/ 202 w 1978"/>
                <a:gd name="T25" fmla="*/ 6 h 1600"/>
                <a:gd name="T26" fmla="*/ 68 w 1978"/>
                <a:gd name="T27" fmla="*/ 5 h 1600"/>
                <a:gd name="T28" fmla="*/ 19 w 1978"/>
                <a:gd name="T29" fmla="*/ 5 h 1600"/>
                <a:gd name="T30" fmla="*/ 8 w 1978"/>
                <a:gd name="T31" fmla="*/ 5 h 1600"/>
                <a:gd name="T32" fmla="*/ 4 w 1978"/>
                <a:gd name="T33" fmla="*/ 5 h 1600"/>
                <a:gd name="T34" fmla="*/ 4 w 1978"/>
                <a:gd name="T35" fmla="*/ 3 h 1600"/>
                <a:gd name="T36" fmla="*/ 9 w 1978"/>
                <a:gd name="T37" fmla="*/ 3 h 1600"/>
                <a:gd name="T38" fmla="*/ 17 w 1978"/>
                <a:gd name="T39" fmla="*/ 2 h 1600"/>
                <a:gd name="T40" fmla="*/ 21 w 1978"/>
                <a:gd name="T41" fmla="*/ 2 h 1600"/>
                <a:gd name="T42" fmla="*/ 27 w 1978"/>
                <a:gd name="T43" fmla="*/ 2 h 16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978"/>
                <a:gd name="T67" fmla="*/ 0 h 1600"/>
                <a:gd name="T68" fmla="*/ 1978 w 1978"/>
                <a:gd name="T69" fmla="*/ 1600 h 160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978" h="1600">
                  <a:moveTo>
                    <a:pt x="168" y="504"/>
                  </a:moveTo>
                  <a:cubicBezTo>
                    <a:pt x="174" y="388"/>
                    <a:pt x="155" y="266"/>
                    <a:pt x="192" y="156"/>
                  </a:cubicBezTo>
                  <a:cubicBezTo>
                    <a:pt x="220" y="73"/>
                    <a:pt x="357" y="74"/>
                    <a:pt x="420" y="60"/>
                  </a:cubicBezTo>
                  <a:cubicBezTo>
                    <a:pt x="556" y="30"/>
                    <a:pt x="689" y="12"/>
                    <a:pt x="828" y="0"/>
                  </a:cubicBezTo>
                  <a:cubicBezTo>
                    <a:pt x="988" y="8"/>
                    <a:pt x="1148" y="12"/>
                    <a:pt x="1308" y="24"/>
                  </a:cubicBezTo>
                  <a:cubicBezTo>
                    <a:pt x="1357" y="28"/>
                    <a:pt x="1410" y="23"/>
                    <a:pt x="1452" y="48"/>
                  </a:cubicBezTo>
                  <a:cubicBezTo>
                    <a:pt x="1511" y="82"/>
                    <a:pt x="1548" y="144"/>
                    <a:pt x="1596" y="192"/>
                  </a:cubicBezTo>
                  <a:cubicBezTo>
                    <a:pt x="1686" y="282"/>
                    <a:pt x="1768" y="301"/>
                    <a:pt x="1872" y="360"/>
                  </a:cubicBezTo>
                  <a:cubicBezTo>
                    <a:pt x="1880" y="392"/>
                    <a:pt x="1886" y="425"/>
                    <a:pt x="1896" y="456"/>
                  </a:cubicBezTo>
                  <a:cubicBezTo>
                    <a:pt x="1902" y="473"/>
                    <a:pt x="1920" y="486"/>
                    <a:pt x="1920" y="504"/>
                  </a:cubicBezTo>
                  <a:cubicBezTo>
                    <a:pt x="1925" y="734"/>
                    <a:pt x="1978" y="1070"/>
                    <a:pt x="1788" y="1260"/>
                  </a:cubicBezTo>
                  <a:cubicBezTo>
                    <a:pt x="1765" y="1328"/>
                    <a:pt x="1758" y="1363"/>
                    <a:pt x="1716" y="1428"/>
                  </a:cubicBezTo>
                  <a:cubicBezTo>
                    <a:pt x="1634" y="1557"/>
                    <a:pt x="1412" y="1539"/>
                    <a:pt x="1284" y="1548"/>
                  </a:cubicBezTo>
                  <a:cubicBezTo>
                    <a:pt x="970" y="1600"/>
                    <a:pt x="724" y="1517"/>
                    <a:pt x="432" y="1452"/>
                  </a:cubicBezTo>
                  <a:cubicBezTo>
                    <a:pt x="326" y="1428"/>
                    <a:pt x="223" y="1414"/>
                    <a:pt x="120" y="1380"/>
                  </a:cubicBezTo>
                  <a:cubicBezTo>
                    <a:pt x="96" y="1356"/>
                    <a:pt x="67" y="1336"/>
                    <a:pt x="48" y="1308"/>
                  </a:cubicBezTo>
                  <a:cubicBezTo>
                    <a:pt x="34" y="1287"/>
                    <a:pt x="24" y="1236"/>
                    <a:pt x="24" y="1236"/>
                  </a:cubicBezTo>
                  <a:cubicBezTo>
                    <a:pt x="0" y="1067"/>
                    <a:pt x="4" y="1132"/>
                    <a:pt x="24" y="852"/>
                  </a:cubicBezTo>
                  <a:cubicBezTo>
                    <a:pt x="26" y="825"/>
                    <a:pt x="53" y="790"/>
                    <a:pt x="60" y="768"/>
                  </a:cubicBezTo>
                  <a:cubicBezTo>
                    <a:pt x="82" y="701"/>
                    <a:pt x="91" y="632"/>
                    <a:pt x="108" y="564"/>
                  </a:cubicBezTo>
                  <a:cubicBezTo>
                    <a:pt x="114" y="539"/>
                    <a:pt x="108" y="484"/>
                    <a:pt x="132" y="492"/>
                  </a:cubicBezTo>
                  <a:cubicBezTo>
                    <a:pt x="144" y="496"/>
                    <a:pt x="156" y="500"/>
                    <a:pt x="168" y="504"/>
                  </a:cubicBezTo>
                  <a:close/>
                </a:path>
              </a:pathLst>
            </a:custGeom>
            <a:noFill/>
            <a:ln w="38100" cap="flat" cmpd="sng">
              <a:solidFill>
                <a:srgbClr val="808000"/>
              </a:solidFill>
              <a:round/>
              <a:headEnd/>
              <a:tailEnd/>
            </a:ln>
            <a:extLst>
              <a:ext uri="{909E8E84-426E-40DD-AFC4-6F175D3DCCD1}">
                <a14:hiddenFill xmlns:a14="http://schemas.microsoft.com/office/drawing/2010/main" xmlns="">
                  <a:solidFill>
                    <a:srgbClr val="FFFFFF"/>
                  </a:solidFill>
                </a14:hiddenFill>
              </a:ext>
            </a:extLst>
          </p:spPr>
          <p:txBody>
            <a:bodyPr lIns="90000" tIns="46800" rIns="90000" bIns="46800" anchor="ctr">
              <a:spAutoFit/>
            </a:bodyPr>
            <a:lstStyle/>
            <a:p>
              <a:endParaRPr lang="zh-CN" altLang="en-US"/>
            </a:p>
          </p:txBody>
        </p:sp>
        <p:sp>
          <p:nvSpPr>
            <p:cNvPr id="63499" name="Line 13"/>
            <p:cNvSpPr>
              <a:spLocks noChangeShapeType="1"/>
            </p:cNvSpPr>
            <p:nvPr/>
          </p:nvSpPr>
          <p:spPr bwMode="auto">
            <a:xfrm>
              <a:off x="4205" y="792"/>
              <a:ext cx="184" cy="204"/>
            </a:xfrm>
            <a:prstGeom prst="line">
              <a:avLst/>
            </a:prstGeom>
            <a:noFill/>
            <a:ln w="57150">
              <a:solidFill>
                <a:srgbClr val="3399FF"/>
              </a:solidFill>
              <a:round/>
              <a:headEnd/>
              <a:tailEnd type="triangle" w="med" len="med"/>
            </a:ln>
            <a:extLst>
              <a:ext uri="{909E8E84-426E-40DD-AFC4-6F175D3DCCD1}">
                <a14:hiddenFill xmlns:a14="http://schemas.microsoft.com/office/drawing/2010/main" xmlns="">
                  <a:noFill/>
                </a14:hiddenFill>
              </a:ext>
            </a:extLst>
          </p:spPr>
          <p:txBody>
            <a:bodyPr lIns="90000" tIns="46800" rIns="90000" bIns="46800" anchor="ctr">
              <a:spAutoFit/>
            </a:bodyPr>
            <a:lstStyle/>
            <a:p>
              <a:endParaRPr lang="zh-CN" altLang="en-US"/>
            </a:p>
          </p:txBody>
        </p:sp>
        <p:sp>
          <p:nvSpPr>
            <p:cNvPr id="63500" name="Line 14"/>
            <p:cNvSpPr>
              <a:spLocks noChangeShapeType="1"/>
            </p:cNvSpPr>
            <p:nvPr/>
          </p:nvSpPr>
          <p:spPr bwMode="auto">
            <a:xfrm>
              <a:off x="4463" y="1076"/>
              <a:ext cx="147" cy="136"/>
            </a:xfrm>
            <a:prstGeom prst="line">
              <a:avLst/>
            </a:prstGeom>
            <a:noFill/>
            <a:ln w="57150">
              <a:solidFill>
                <a:srgbClr val="3399FF"/>
              </a:solidFill>
              <a:round/>
              <a:headEnd type="triangle" w="med" len="med"/>
              <a:tailEnd/>
            </a:ln>
            <a:extLst>
              <a:ext uri="{909E8E84-426E-40DD-AFC4-6F175D3DCCD1}">
                <a14:hiddenFill xmlns:a14="http://schemas.microsoft.com/office/drawing/2010/main" xmlns="">
                  <a:noFill/>
                </a14:hiddenFill>
              </a:ext>
            </a:extLst>
          </p:spPr>
          <p:txBody>
            <a:bodyPr lIns="90000" tIns="46800" rIns="90000" bIns="46800" anchor="ctr">
              <a:spAutoFit/>
            </a:bodyPr>
            <a:lstStyle/>
            <a:p>
              <a:endParaRPr lang="zh-CN" altLang="en-US"/>
            </a:p>
          </p:txBody>
        </p:sp>
        <p:sp>
          <p:nvSpPr>
            <p:cNvPr id="63501" name="Line 15"/>
            <p:cNvSpPr>
              <a:spLocks noChangeShapeType="1"/>
            </p:cNvSpPr>
            <p:nvPr/>
          </p:nvSpPr>
          <p:spPr bwMode="auto">
            <a:xfrm flipH="1" flipV="1">
              <a:off x="3902" y="316"/>
              <a:ext cx="303" cy="510"/>
            </a:xfrm>
            <a:prstGeom prst="line">
              <a:avLst/>
            </a:prstGeom>
            <a:noFill/>
            <a:ln w="38100">
              <a:solidFill>
                <a:schemeClr val="accent2"/>
              </a:solidFill>
              <a:round/>
              <a:headEnd/>
              <a:tailEnd type="triangle" w="med" len="med"/>
            </a:ln>
            <a:extLst>
              <a:ext uri="{909E8E84-426E-40DD-AFC4-6F175D3DCCD1}">
                <a14:hiddenFill xmlns:a14="http://schemas.microsoft.com/office/drawing/2010/main" xmlns="">
                  <a:noFill/>
                </a14:hiddenFill>
              </a:ext>
            </a:extLst>
          </p:spPr>
          <p:txBody>
            <a:bodyPr lIns="90000" tIns="46800" rIns="90000" bIns="46800" anchor="ctr">
              <a:spAutoFit/>
            </a:bodyPr>
            <a:lstStyle/>
            <a:p>
              <a:endParaRPr lang="zh-CN" altLang="en-US"/>
            </a:p>
          </p:txBody>
        </p:sp>
        <p:sp>
          <p:nvSpPr>
            <p:cNvPr id="63502" name="Line 16"/>
            <p:cNvSpPr>
              <a:spLocks noChangeShapeType="1"/>
            </p:cNvSpPr>
            <p:nvPr/>
          </p:nvSpPr>
          <p:spPr bwMode="auto">
            <a:xfrm>
              <a:off x="4205" y="826"/>
              <a:ext cx="368" cy="46"/>
            </a:xfrm>
            <a:prstGeom prst="line">
              <a:avLst/>
            </a:prstGeom>
            <a:noFill/>
            <a:ln w="57150">
              <a:solidFill>
                <a:srgbClr val="FF0000"/>
              </a:solidFill>
              <a:round/>
              <a:headEnd/>
              <a:tailEnd type="triangle" w="med" len="med"/>
            </a:ln>
            <a:extLst>
              <a:ext uri="{909E8E84-426E-40DD-AFC4-6F175D3DCCD1}">
                <a14:hiddenFill xmlns:a14="http://schemas.microsoft.com/office/drawing/2010/main" xmlns="">
                  <a:noFill/>
                </a14:hiddenFill>
              </a:ext>
            </a:extLst>
          </p:spPr>
          <p:txBody>
            <a:bodyPr lIns="90000" tIns="46800" rIns="90000" bIns="46800" anchor="ctr">
              <a:spAutoFit/>
            </a:bodyPr>
            <a:lstStyle/>
            <a:p>
              <a:endParaRPr lang="zh-CN" altLang="en-US"/>
            </a:p>
          </p:txBody>
        </p:sp>
        <p:sp>
          <p:nvSpPr>
            <p:cNvPr id="63503" name="Line 17"/>
            <p:cNvSpPr>
              <a:spLocks noChangeShapeType="1"/>
            </p:cNvSpPr>
            <p:nvPr/>
          </p:nvSpPr>
          <p:spPr bwMode="auto">
            <a:xfrm>
              <a:off x="4647" y="872"/>
              <a:ext cx="295" cy="68"/>
            </a:xfrm>
            <a:prstGeom prst="line">
              <a:avLst/>
            </a:prstGeom>
            <a:noFill/>
            <a:ln w="57150">
              <a:solidFill>
                <a:srgbClr val="FF0000"/>
              </a:solidFill>
              <a:round/>
              <a:headEnd type="triangle" w="med" len="med"/>
              <a:tailEnd/>
            </a:ln>
            <a:extLst>
              <a:ext uri="{909E8E84-426E-40DD-AFC4-6F175D3DCCD1}">
                <a14:hiddenFill xmlns:a14="http://schemas.microsoft.com/office/drawing/2010/main" xmlns="">
                  <a:noFill/>
                </a14:hiddenFill>
              </a:ext>
            </a:extLst>
          </p:spPr>
          <p:txBody>
            <a:bodyPr lIns="90000" tIns="46800" rIns="90000" bIns="46800" anchor="ctr">
              <a:spAutoFit/>
            </a:bodyPr>
            <a:lstStyle/>
            <a:p>
              <a:endParaRPr lang="zh-CN" altLang="en-US"/>
            </a:p>
          </p:txBody>
        </p:sp>
        <p:graphicFrame>
          <p:nvGraphicFramePr>
            <p:cNvPr id="63504" name="Object 18"/>
            <p:cNvGraphicFramePr>
              <a:graphicFrameLocks noChangeAspect="1"/>
            </p:cNvGraphicFramePr>
            <p:nvPr/>
          </p:nvGraphicFramePr>
          <p:xfrm>
            <a:off x="4105" y="859"/>
            <a:ext cx="83" cy="133"/>
          </p:xfrm>
          <a:graphic>
            <a:graphicData uri="http://schemas.openxmlformats.org/presentationml/2006/ole">
              <p:oleObj spid="_x0000_s63534" name="公式" r:id="rId6" imgW="101468" imgH="177569" progId="Equation.3">
                <p:embed/>
              </p:oleObj>
            </a:graphicData>
          </a:graphic>
        </p:graphicFrame>
        <p:graphicFrame>
          <p:nvGraphicFramePr>
            <p:cNvPr id="63505" name="Object 19"/>
            <p:cNvGraphicFramePr>
              <a:graphicFrameLocks noChangeAspect="1"/>
            </p:cNvGraphicFramePr>
            <p:nvPr/>
          </p:nvGraphicFramePr>
          <p:xfrm>
            <a:off x="4339" y="566"/>
            <a:ext cx="223" cy="286"/>
          </p:xfrm>
          <a:graphic>
            <a:graphicData uri="http://schemas.openxmlformats.org/presentationml/2006/ole">
              <p:oleObj spid="_x0000_s63535" name="Equation" r:id="rId7" imgW="203112" imgH="279279" progId="Equation.DSMT4">
                <p:embed/>
              </p:oleObj>
            </a:graphicData>
          </a:graphic>
        </p:graphicFrame>
        <p:graphicFrame>
          <p:nvGraphicFramePr>
            <p:cNvPr id="63506" name="Object 20"/>
            <p:cNvGraphicFramePr>
              <a:graphicFrameLocks noChangeAspect="1"/>
            </p:cNvGraphicFramePr>
            <p:nvPr/>
          </p:nvGraphicFramePr>
          <p:xfrm>
            <a:off x="4787" y="637"/>
            <a:ext cx="222" cy="305"/>
          </p:xfrm>
          <a:graphic>
            <a:graphicData uri="http://schemas.openxmlformats.org/presentationml/2006/ole">
              <p:oleObj spid="_x0000_s63536" name="Equation" r:id="rId8" imgW="190500" imgH="279400" progId="Equation.DSMT4">
                <p:embed/>
              </p:oleObj>
            </a:graphicData>
          </a:graphic>
        </p:graphicFrame>
        <p:graphicFrame>
          <p:nvGraphicFramePr>
            <p:cNvPr id="63507" name="Object 21"/>
            <p:cNvGraphicFramePr>
              <a:graphicFrameLocks noChangeAspect="1"/>
            </p:cNvGraphicFramePr>
            <p:nvPr/>
          </p:nvGraphicFramePr>
          <p:xfrm>
            <a:off x="4902" y="946"/>
            <a:ext cx="99" cy="146"/>
          </p:xfrm>
          <a:graphic>
            <a:graphicData uri="http://schemas.openxmlformats.org/presentationml/2006/ole">
              <p:oleObj spid="_x0000_s63537" name="公式" r:id="rId9" imgW="126835" imgH="202936" progId="Equation.3">
                <p:embed/>
              </p:oleObj>
            </a:graphicData>
          </a:graphic>
        </p:graphicFrame>
        <p:graphicFrame>
          <p:nvGraphicFramePr>
            <p:cNvPr id="63508" name="Object 22"/>
            <p:cNvGraphicFramePr>
              <a:graphicFrameLocks noChangeAspect="1"/>
            </p:cNvGraphicFramePr>
            <p:nvPr/>
          </p:nvGraphicFramePr>
          <p:xfrm>
            <a:off x="3657" y="164"/>
            <a:ext cx="269" cy="259"/>
          </p:xfrm>
          <a:graphic>
            <a:graphicData uri="http://schemas.openxmlformats.org/presentationml/2006/ole">
              <p:oleObj spid="_x0000_s63538" name="Equation" r:id="rId10" imgW="253780" imgH="266469" progId="Equation.DSMT4">
                <p:embed/>
              </p:oleObj>
            </a:graphicData>
          </a:graphic>
        </p:graphicFrame>
        <p:grpSp>
          <p:nvGrpSpPr>
            <p:cNvPr id="63509" name="Group 23"/>
            <p:cNvGrpSpPr>
              <a:grpSpLocks/>
            </p:cNvGrpSpPr>
            <p:nvPr/>
          </p:nvGrpSpPr>
          <p:grpSpPr bwMode="auto">
            <a:xfrm>
              <a:off x="4131" y="547"/>
              <a:ext cx="811" cy="956"/>
              <a:chOff x="0" y="-363"/>
              <a:chExt cx="1056" cy="1350"/>
            </a:xfrm>
          </p:grpSpPr>
          <p:grpSp>
            <p:nvGrpSpPr>
              <p:cNvPr id="63510" name="Group 24"/>
              <p:cNvGrpSpPr>
                <a:grpSpLocks/>
              </p:cNvGrpSpPr>
              <p:nvPr/>
            </p:nvGrpSpPr>
            <p:grpSpPr bwMode="auto">
              <a:xfrm>
                <a:off x="96" y="-363"/>
                <a:ext cx="960" cy="1350"/>
                <a:chOff x="0" y="-363"/>
                <a:chExt cx="960" cy="1350"/>
              </a:xfrm>
            </p:grpSpPr>
            <p:sp>
              <p:nvSpPr>
                <p:cNvPr id="63512" name="Oval 25"/>
                <p:cNvSpPr>
                  <a:spLocks noChangeArrowheads="1"/>
                </p:cNvSpPr>
                <p:nvPr/>
              </p:nvSpPr>
              <p:spPr bwMode="auto">
                <a:xfrm>
                  <a:off x="0" y="-363"/>
                  <a:ext cx="48" cy="773"/>
                </a:xfrm>
                <a:prstGeom prst="ellipse">
                  <a:avLst/>
                </a:prstGeom>
                <a:solidFill>
                  <a:schemeClr val="tx1"/>
                </a:solidFill>
                <a:ln w="9525">
                  <a:solidFill>
                    <a:schemeClr val="tx1"/>
                  </a:solidFill>
                  <a:round/>
                  <a:headEnd/>
                  <a:tailEnd/>
                </a:ln>
              </p:spPr>
              <p:txBody>
                <a:bodyPr lIns="90000" tIns="46800" rIns="90000" bIns="46800" anchor="ctr">
                  <a:spAutoFit/>
                </a:bodyPr>
                <a:lstStyle/>
                <a:p>
                  <a:endParaRPr lang="zh-CN" altLang="en-US"/>
                </a:p>
              </p:txBody>
            </p:sp>
            <p:sp>
              <p:nvSpPr>
                <p:cNvPr id="63513" name="Oval 26"/>
                <p:cNvSpPr>
                  <a:spLocks noChangeArrowheads="1"/>
                </p:cNvSpPr>
                <p:nvPr/>
              </p:nvSpPr>
              <p:spPr bwMode="auto">
                <a:xfrm>
                  <a:off x="528" y="213"/>
                  <a:ext cx="48" cy="774"/>
                </a:xfrm>
                <a:prstGeom prst="ellipse">
                  <a:avLst/>
                </a:prstGeom>
                <a:solidFill>
                  <a:schemeClr val="tx1"/>
                </a:solidFill>
                <a:ln w="9525">
                  <a:solidFill>
                    <a:schemeClr val="tx1"/>
                  </a:solidFill>
                  <a:round/>
                  <a:headEnd/>
                  <a:tailEnd/>
                </a:ln>
              </p:spPr>
              <p:txBody>
                <a:bodyPr lIns="90000" tIns="46800" rIns="90000" bIns="46800" anchor="ctr">
                  <a:spAutoFit/>
                </a:bodyPr>
                <a:lstStyle/>
                <a:p>
                  <a:endParaRPr lang="zh-CN" altLang="en-US"/>
                </a:p>
              </p:txBody>
            </p:sp>
            <p:sp>
              <p:nvSpPr>
                <p:cNvPr id="63514" name="Oval 27"/>
                <p:cNvSpPr>
                  <a:spLocks noChangeArrowheads="1"/>
                </p:cNvSpPr>
                <p:nvPr/>
              </p:nvSpPr>
              <p:spPr bwMode="auto">
                <a:xfrm>
                  <a:off x="912" y="-219"/>
                  <a:ext cx="48" cy="774"/>
                </a:xfrm>
                <a:prstGeom prst="ellipse">
                  <a:avLst/>
                </a:prstGeom>
                <a:solidFill>
                  <a:schemeClr val="tx1"/>
                </a:solidFill>
                <a:ln w="9525">
                  <a:solidFill>
                    <a:schemeClr val="tx1"/>
                  </a:solidFill>
                  <a:round/>
                  <a:headEnd/>
                  <a:tailEnd/>
                </a:ln>
              </p:spPr>
              <p:txBody>
                <a:bodyPr lIns="90000" tIns="46800" rIns="90000" bIns="46800" anchor="ctr">
                  <a:spAutoFit/>
                </a:bodyPr>
                <a:lstStyle/>
                <a:p>
                  <a:endParaRPr lang="zh-CN" altLang="en-US"/>
                </a:p>
              </p:txBody>
            </p:sp>
          </p:grpSp>
          <p:sp>
            <p:nvSpPr>
              <p:cNvPr id="63511" name="Oval 28"/>
              <p:cNvSpPr>
                <a:spLocks noChangeArrowheads="1"/>
              </p:cNvSpPr>
              <p:nvPr/>
            </p:nvSpPr>
            <p:spPr bwMode="auto">
              <a:xfrm>
                <a:off x="0" y="215"/>
                <a:ext cx="48" cy="770"/>
              </a:xfrm>
              <a:prstGeom prst="ellipse">
                <a:avLst/>
              </a:prstGeom>
              <a:solidFill>
                <a:schemeClr val="tx1"/>
              </a:solidFill>
              <a:ln w="9525">
                <a:solidFill>
                  <a:schemeClr val="tx1"/>
                </a:solidFill>
                <a:round/>
                <a:headEnd/>
                <a:tailEnd/>
              </a:ln>
            </p:spPr>
            <p:txBody>
              <a:bodyPr anchor="ctr">
                <a:spAutoFit/>
              </a:bodyPr>
              <a:lstStyle/>
              <a:p>
                <a:endParaRPr lang="zh-CN" altLang="en-US"/>
              </a:p>
            </p:txBody>
          </p:sp>
        </p:grpSp>
      </p:grpSp>
      <p:sp>
        <p:nvSpPr>
          <p:cNvPr id="27" name="Text Box 2"/>
          <p:cNvSpPr>
            <a:spLocks noChangeArrowheads="1"/>
          </p:cNvSpPr>
          <p:nvPr/>
        </p:nvSpPr>
        <p:spPr bwMode="auto">
          <a:xfrm>
            <a:off x="809625" y="874713"/>
            <a:ext cx="1962150" cy="400050"/>
          </a:xfrm>
          <a:prstGeom prst="homePlate">
            <a:avLst>
              <a:gd name="adj" fmla="val 49865"/>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buFont typeface="Arial" charset="0"/>
              <a:buNone/>
            </a:pPr>
            <a:r>
              <a:rPr lang="zh-CN" altLang="en-US" sz="2000">
                <a:solidFill>
                  <a:srgbClr val="FFFFFF"/>
                </a:solidFill>
                <a:latin typeface="微软雅黑" pitchFamily="34" charset="-122"/>
                <a:ea typeface="微软雅黑" pitchFamily="34" charset="-122"/>
              </a:rPr>
              <a:t>四、功能原理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69634"/>
                                        </p:tgtEl>
                                        <p:attrNameLst>
                                          <p:attrName>style.visibility</p:attrName>
                                        </p:attrNameLst>
                                      </p:cBhvr>
                                      <p:to>
                                        <p:strVal val="visible"/>
                                      </p:to>
                                    </p:set>
                                    <p:anim calcmode="lin" valueType="num">
                                      <p:cBhvr>
                                        <p:cTn id="12" dur="500" fill="hold"/>
                                        <p:tgtEl>
                                          <p:spTgt spid="69634"/>
                                        </p:tgtEl>
                                        <p:attrNameLst>
                                          <p:attrName>ppt_w</p:attrName>
                                        </p:attrNameLst>
                                      </p:cBhvr>
                                      <p:tavLst>
                                        <p:tav tm="0">
                                          <p:val>
                                            <p:fltVal val="0"/>
                                          </p:val>
                                        </p:tav>
                                        <p:tav tm="100000">
                                          <p:val>
                                            <p:strVal val="#ppt_w"/>
                                          </p:val>
                                        </p:tav>
                                      </p:tavLst>
                                    </p:anim>
                                    <p:anim calcmode="lin" valueType="num">
                                      <p:cBhvr>
                                        <p:cTn id="13" dur="500" fill="hold"/>
                                        <p:tgtEl>
                                          <p:spTgt spid="69634"/>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69635"/>
                                        </p:tgtEl>
                                        <p:attrNameLst>
                                          <p:attrName>style.visibility</p:attrName>
                                        </p:attrNameLst>
                                      </p:cBhvr>
                                      <p:to>
                                        <p:strVal val="visible"/>
                                      </p:to>
                                    </p:set>
                                    <p:anim calcmode="lin" valueType="num">
                                      <p:cBhvr>
                                        <p:cTn id="18" dur="500" fill="hold"/>
                                        <p:tgtEl>
                                          <p:spTgt spid="69635"/>
                                        </p:tgtEl>
                                        <p:attrNameLst>
                                          <p:attrName>ppt_w</p:attrName>
                                        </p:attrNameLst>
                                      </p:cBhvr>
                                      <p:tavLst>
                                        <p:tav tm="0">
                                          <p:val>
                                            <p:fltVal val="0"/>
                                          </p:val>
                                        </p:tav>
                                        <p:tav tm="100000">
                                          <p:val>
                                            <p:strVal val="#ppt_w"/>
                                          </p:val>
                                        </p:tav>
                                      </p:tavLst>
                                    </p:anim>
                                    <p:anim calcmode="lin" valueType="num">
                                      <p:cBhvr>
                                        <p:cTn id="19" dur="500" fill="hold"/>
                                        <p:tgtEl>
                                          <p:spTgt spid="69635"/>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linds(horizontal)">
                                      <p:cBhvr>
                                        <p:cTn id="24" dur="500"/>
                                        <p:tgtEl>
                                          <p:spTgt spid="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3" presetClass="entr" presetSubtype="16" fill="hold" nodeType="clickEffect">
                                  <p:stCondLst>
                                    <p:cond delay="0"/>
                                  </p:stCondLst>
                                  <p:childTnLst>
                                    <p:set>
                                      <p:cBhvr>
                                        <p:cTn id="28" dur="1" fill="hold">
                                          <p:stCondLst>
                                            <p:cond delay="0"/>
                                          </p:stCondLst>
                                        </p:cTn>
                                        <p:tgtEl>
                                          <p:spTgt spid="69636"/>
                                        </p:tgtEl>
                                        <p:attrNameLst>
                                          <p:attrName>style.visibility</p:attrName>
                                        </p:attrNameLst>
                                      </p:cBhvr>
                                      <p:to>
                                        <p:strVal val="visible"/>
                                      </p:to>
                                    </p:set>
                                    <p:anim calcmode="lin" valueType="num">
                                      <p:cBhvr>
                                        <p:cTn id="29" dur="500" fill="hold"/>
                                        <p:tgtEl>
                                          <p:spTgt spid="69636"/>
                                        </p:tgtEl>
                                        <p:attrNameLst>
                                          <p:attrName>ppt_w</p:attrName>
                                        </p:attrNameLst>
                                      </p:cBhvr>
                                      <p:tavLst>
                                        <p:tav tm="0">
                                          <p:val>
                                            <p:fltVal val="0"/>
                                          </p:val>
                                        </p:tav>
                                        <p:tav tm="100000">
                                          <p:val>
                                            <p:strVal val="#ppt_w"/>
                                          </p:val>
                                        </p:tav>
                                      </p:tavLst>
                                    </p:anim>
                                    <p:anim calcmode="lin" valueType="num">
                                      <p:cBhvr>
                                        <p:cTn id="30" dur="500" fill="hold"/>
                                        <p:tgtEl>
                                          <p:spTgt spid="69636"/>
                                        </p:tgtEl>
                                        <p:attrNameLst>
                                          <p:attrName>ppt_h</p:attrName>
                                        </p:attrNameLst>
                                      </p:cBhvr>
                                      <p:tavLst>
                                        <p:tav tm="0">
                                          <p:val>
                                            <p:fltVal val="0"/>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69639"/>
                                        </p:tgtEl>
                                        <p:attrNameLst>
                                          <p:attrName>style.visibility</p:attrName>
                                        </p:attrNameLst>
                                      </p:cBhvr>
                                      <p:to>
                                        <p:strVal val="visible"/>
                                      </p:to>
                                    </p:set>
                                    <p:animEffect transition="in" filter="blinds(horizontal)">
                                      <p:cBhvr>
                                        <p:cTn id="35" dur="500"/>
                                        <p:tgtEl>
                                          <p:spTgt spid="69639"/>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69638"/>
                                        </p:tgtEl>
                                        <p:attrNameLst>
                                          <p:attrName>style.visibility</p:attrName>
                                        </p:attrNameLst>
                                      </p:cBhvr>
                                      <p:to>
                                        <p:strVal val="visible"/>
                                      </p:to>
                                    </p:set>
                                    <p:animEffect transition="in" filter="blinds(horizontal)">
                                      <p:cBhvr>
                                        <p:cTn id="38" dur="500"/>
                                        <p:tgtEl>
                                          <p:spTgt spid="6963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16" fill="hold" nodeType="clickEffect">
                                  <p:stCondLst>
                                    <p:cond delay="0"/>
                                  </p:stCondLst>
                                  <p:childTnLst>
                                    <p:set>
                                      <p:cBhvr>
                                        <p:cTn id="42" dur="1" fill="hold">
                                          <p:stCondLst>
                                            <p:cond delay="0"/>
                                          </p:stCondLst>
                                        </p:cTn>
                                        <p:tgtEl>
                                          <p:spTgt spid="69640"/>
                                        </p:tgtEl>
                                        <p:attrNameLst>
                                          <p:attrName>style.visibility</p:attrName>
                                        </p:attrNameLst>
                                      </p:cBhvr>
                                      <p:to>
                                        <p:strVal val="visible"/>
                                      </p:to>
                                    </p:set>
                                    <p:anim calcmode="lin" valueType="num">
                                      <p:cBhvr>
                                        <p:cTn id="43" dur="500" fill="hold"/>
                                        <p:tgtEl>
                                          <p:spTgt spid="69640"/>
                                        </p:tgtEl>
                                        <p:attrNameLst>
                                          <p:attrName>ppt_w</p:attrName>
                                        </p:attrNameLst>
                                      </p:cBhvr>
                                      <p:tavLst>
                                        <p:tav tm="0">
                                          <p:val>
                                            <p:fltVal val="0"/>
                                          </p:val>
                                        </p:tav>
                                        <p:tav tm="100000">
                                          <p:val>
                                            <p:strVal val="#ppt_w"/>
                                          </p:val>
                                        </p:tav>
                                      </p:tavLst>
                                    </p:anim>
                                    <p:anim calcmode="lin" valueType="num">
                                      <p:cBhvr>
                                        <p:cTn id="44" dur="500" fill="hold"/>
                                        <p:tgtEl>
                                          <p:spTgt spid="6964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autoUpdateAnimBg="0"/>
      <p:bldP spid="69635" grpId="0" autoUpdateAnimBg="0"/>
      <p:bldP spid="69638" grpId="0"/>
      <p:bldP spid="2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p:cNvSpPr txBox="1">
            <a:spLocks noChangeArrowheads="1"/>
          </p:cNvSpPr>
          <p:nvPr/>
        </p:nvSpPr>
        <p:spPr bwMode="auto">
          <a:xfrm>
            <a:off x="609600" y="762000"/>
            <a:ext cx="302577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solidFill>
                  <a:srgbClr val="000000"/>
                </a:solidFill>
                <a:latin typeface="华文中宋" pitchFamily="2" charset="-122"/>
                <a:ea typeface="华文中宋" pitchFamily="2" charset="-122"/>
              </a:rPr>
              <a:t>对</a:t>
            </a:r>
            <a:r>
              <a:rPr lang="en-US" altLang="zh-CN" sz="1800" i="1">
                <a:solidFill>
                  <a:srgbClr val="000000"/>
                </a:solidFill>
                <a:latin typeface="Times New Roman" pitchFamily="18" charset="0"/>
                <a:ea typeface="华文中宋" pitchFamily="2" charset="-122"/>
                <a:cs typeface="Times New Roman" pitchFamily="18" charset="0"/>
              </a:rPr>
              <a:t>i</a:t>
            </a:r>
            <a:r>
              <a:rPr lang="zh-CN" altLang="en-US" sz="1800">
                <a:solidFill>
                  <a:srgbClr val="000000"/>
                </a:solidFill>
                <a:latin typeface="华文中宋" pitchFamily="2" charset="-122"/>
                <a:ea typeface="华文中宋" pitchFamily="2" charset="-122"/>
              </a:rPr>
              <a:t>求和：质点系的动能定理</a:t>
            </a:r>
          </a:p>
        </p:txBody>
      </p:sp>
      <p:graphicFrame>
        <p:nvGraphicFramePr>
          <p:cNvPr id="70659" name="Object 3"/>
          <p:cNvGraphicFramePr>
            <a:graphicFrameLocks noChangeAspect="1"/>
          </p:cNvGraphicFramePr>
          <p:nvPr/>
        </p:nvGraphicFramePr>
        <p:xfrm>
          <a:off x="350838" y="996950"/>
          <a:ext cx="8181975" cy="819150"/>
        </p:xfrm>
        <a:graphic>
          <a:graphicData uri="http://schemas.openxmlformats.org/presentationml/2006/ole">
            <p:oleObj spid="_x0000_s64529" name="Equation" r:id="rId3" imgW="3302000" imgH="444500" progId="Equation.DSMT4">
              <p:embed/>
            </p:oleObj>
          </a:graphicData>
        </a:graphic>
      </p:graphicFrame>
      <p:graphicFrame>
        <p:nvGraphicFramePr>
          <p:cNvPr id="70660" name="Object 4"/>
          <p:cNvGraphicFramePr>
            <a:graphicFrameLocks noChangeAspect="1"/>
          </p:cNvGraphicFramePr>
          <p:nvPr/>
        </p:nvGraphicFramePr>
        <p:xfrm>
          <a:off x="1525588" y="3586163"/>
          <a:ext cx="5803900" cy="498475"/>
        </p:xfrm>
        <a:graphic>
          <a:graphicData uri="http://schemas.openxmlformats.org/presentationml/2006/ole">
            <p:oleObj spid="_x0000_s64530" name="Equation" r:id="rId4" imgW="1803400" imgH="241300" progId="Equation.DSMT4">
              <p:embed/>
            </p:oleObj>
          </a:graphicData>
        </a:graphic>
      </p:graphicFrame>
      <p:sp>
        <p:nvSpPr>
          <p:cNvPr id="70661" name="Text Box 5"/>
          <p:cNvSpPr txBox="1">
            <a:spLocks noChangeArrowheads="1"/>
          </p:cNvSpPr>
          <p:nvPr/>
        </p:nvSpPr>
        <p:spPr bwMode="auto">
          <a:xfrm>
            <a:off x="323850" y="4156075"/>
            <a:ext cx="8712200" cy="354013"/>
          </a:xfrm>
          <a:prstGeom prst="rect">
            <a:avLst/>
          </a:prstGeom>
          <a:noFill/>
          <a:ln w="57150" cmpd="thickThin">
            <a:solidFill>
              <a:srgbClr val="008000"/>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700">
                <a:solidFill>
                  <a:srgbClr val="0000FF"/>
                </a:solidFill>
                <a:latin typeface="华文中宋" pitchFamily="2" charset="-122"/>
                <a:ea typeface="华文中宋" pitchFamily="2" charset="-122"/>
              </a:rPr>
              <a:t>质点系总动能的增量等于外力的功与质点系内保守力的功、内部非保守力的功三者之和。 </a:t>
            </a:r>
          </a:p>
        </p:txBody>
      </p:sp>
      <p:graphicFrame>
        <p:nvGraphicFramePr>
          <p:cNvPr id="70662" name="Object 6"/>
          <p:cNvGraphicFramePr>
            <a:graphicFrameLocks noChangeAspect="1"/>
          </p:cNvGraphicFramePr>
          <p:nvPr/>
        </p:nvGraphicFramePr>
        <p:xfrm>
          <a:off x="1023938" y="2751138"/>
          <a:ext cx="7004050" cy="792162"/>
        </p:xfrm>
        <a:graphic>
          <a:graphicData uri="http://schemas.openxmlformats.org/presentationml/2006/ole">
            <p:oleObj spid="_x0000_s64531" name="Equation" r:id="rId5" imgW="2870200" imgH="431800" progId="Equation.DSMT4">
              <p:embed/>
            </p:oleObj>
          </a:graphicData>
        </a:graphic>
      </p:graphicFrame>
      <p:graphicFrame>
        <p:nvGraphicFramePr>
          <p:cNvPr id="70663" name="Object 7"/>
          <p:cNvGraphicFramePr>
            <a:graphicFrameLocks noChangeAspect="1"/>
          </p:cNvGraphicFramePr>
          <p:nvPr/>
        </p:nvGraphicFramePr>
        <p:xfrm>
          <a:off x="349250" y="1928813"/>
          <a:ext cx="8039100" cy="804862"/>
        </p:xfrm>
        <a:graphic>
          <a:graphicData uri="http://schemas.openxmlformats.org/presentationml/2006/ole">
            <p:oleObj spid="_x0000_s64532" name="Equation" r:id="rId6" imgW="3302000" imgH="444500" progId="Equation.DSMT4">
              <p:embed/>
            </p:oleObj>
          </a:graphicData>
        </a:graphic>
      </p:graphicFrame>
      <p:sp>
        <p:nvSpPr>
          <p:cNvPr id="70665" name="Rectangle 9">
            <a:hlinkClick r:id="rId7" action="ppaction://hlinksldjump"/>
          </p:cNvPr>
          <p:cNvSpPr>
            <a:spLocks noChangeArrowheads="1"/>
          </p:cNvSpPr>
          <p:nvPr/>
        </p:nvSpPr>
        <p:spPr bwMode="auto">
          <a:xfrm>
            <a:off x="3811588" y="2066925"/>
            <a:ext cx="184150" cy="460375"/>
          </a:xfrm>
          <a:prstGeom prst="rect">
            <a:avLst/>
          </a:prstGeom>
          <a:noFill/>
          <a:ln w="38100" algn="ctr">
            <a:solidFill>
              <a:srgbClr val="FF00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70658"/>
                                        </p:tgtEl>
                                        <p:attrNameLst>
                                          <p:attrName>style.visibility</p:attrName>
                                        </p:attrNameLst>
                                      </p:cBhvr>
                                      <p:to>
                                        <p:strVal val="visible"/>
                                      </p:to>
                                    </p:set>
                                    <p:anim calcmode="lin" valueType="num">
                                      <p:cBhvr>
                                        <p:cTn id="7" dur="500" fill="hold"/>
                                        <p:tgtEl>
                                          <p:spTgt spid="70658"/>
                                        </p:tgtEl>
                                        <p:attrNameLst>
                                          <p:attrName>ppt_w</p:attrName>
                                        </p:attrNameLst>
                                      </p:cBhvr>
                                      <p:tavLst>
                                        <p:tav tm="0">
                                          <p:val>
                                            <p:fltVal val="0"/>
                                          </p:val>
                                        </p:tav>
                                        <p:tav tm="100000">
                                          <p:val>
                                            <p:strVal val="#ppt_w"/>
                                          </p:val>
                                        </p:tav>
                                      </p:tavLst>
                                    </p:anim>
                                    <p:anim calcmode="lin" valueType="num">
                                      <p:cBhvr>
                                        <p:cTn id="8" dur="500" fill="hold"/>
                                        <p:tgtEl>
                                          <p:spTgt spid="70658"/>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70659"/>
                                        </p:tgtEl>
                                        <p:attrNameLst>
                                          <p:attrName>style.visibility</p:attrName>
                                        </p:attrNameLst>
                                      </p:cBhvr>
                                      <p:to>
                                        <p:strVal val="visible"/>
                                      </p:to>
                                    </p:set>
                                    <p:anim calcmode="lin" valueType="num">
                                      <p:cBhvr>
                                        <p:cTn id="13" dur="500" fill="hold"/>
                                        <p:tgtEl>
                                          <p:spTgt spid="70659"/>
                                        </p:tgtEl>
                                        <p:attrNameLst>
                                          <p:attrName>ppt_w</p:attrName>
                                        </p:attrNameLst>
                                      </p:cBhvr>
                                      <p:tavLst>
                                        <p:tav tm="0">
                                          <p:val>
                                            <p:fltVal val="0"/>
                                          </p:val>
                                        </p:tav>
                                        <p:tav tm="100000">
                                          <p:val>
                                            <p:strVal val="#ppt_w"/>
                                          </p:val>
                                        </p:tav>
                                      </p:tavLst>
                                    </p:anim>
                                    <p:anim calcmode="lin" valueType="num">
                                      <p:cBhvr>
                                        <p:cTn id="14" dur="500" fill="hold"/>
                                        <p:tgtEl>
                                          <p:spTgt spid="70659"/>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nodeType="clickEffect">
                                  <p:stCondLst>
                                    <p:cond delay="0"/>
                                  </p:stCondLst>
                                  <p:childTnLst>
                                    <p:set>
                                      <p:cBhvr>
                                        <p:cTn id="18" dur="1" fill="hold">
                                          <p:stCondLst>
                                            <p:cond delay="0"/>
                                          </p:stCondLst>
                                        </p:cTn>
                                        <p:tgtEl>
                                          <p:spTgt spid="70663"/>
                                        </p:tgtEl>
                                        <p:attrNameLst>
                                          <p:attrName>style.visibility</p:attrName>
                                        </p:attrNameLst>
                                      </p:cBhvr>
                                      <p:to>
                                        <p:strVal val="visible"/>
                                      </p:to>
                                    </p:set>
                                    <p:anim calcmode="lin" valueType="num">
                                      <p:cBhvr>
                                        <p:cTn id="19" dur="500" fill="hold"/>
                                        <p:tgtEl>
                                          <p:spTgt spid="70663"/>
                                        </p:tgtEl>
                                        <p:attrNameLst>
                                          <p:attrName>ppt_w</p:attrName>
                                        </p:attrNameLst>
                                      </p:cBhvr>
                                      <p:tavLst>
                                        <p:tav tm="0">
                                          <p:val>
                                            <p:fltVal val="0"/>
                                          </p:val>
                                        </p:tav>
                                        <p:tav tm="100000">
                                          <p:val>
                                            <p:strVal val="#ppt_w"/>
                                          </p:val>
                                        </p:tav>
                                      </p:tavLst>
                                    </p:anim>
                                    <p:anim calcmode="lin" valueType="num">
                                      <p:cBhvr>
                                        <p:cTn id="20" dur="500" fill="hold"/>
                                        <p:tgtEl>
                                          <p:spTgt spid="70663"/>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70665"/>
                                        </p:tgtEl>
                                        <p:attrNameLst>
                                          <p:attrName>style.visibility</p:attrName>
                                        </p:attrNameLst>
                                      </p:cBhvr>
                                      <p:to>
                                        <p:strVal val="visible"/>
                                      </p:to>
                                    </p:set>
                                    <p:animEffect transition="in" filter="blinds(horizontal)">
                                      <p:cBhvr>
                                        <p:cTn id="25" dur="500"/>
                                        <p:tgtEl>
                                          <p:spTgt spid="7066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16" fill="hold" nodeType="clickEffect">
                                  <p:stCondLst>
                                    <p:cond delay="0"/>
                                  </p:stCondLst>
                                  <p:childTnLst>
                                    <p:set>
                                      <p:cBhvr>
                                        <p:cTn id="29" dur="1" fill="hold">
                                          <p:stCondLst>
                                            <p:cond delay="0"/>
                                          </p:stCondLst>
                                        </p:cTn>
                                        <p:tgtEl>
                                          <p:spTgt spid="70662"/>
                                        </p:tgtEl>
                                        <p:attrNameLst>
                                          <p:attrName>style.visibility</p:attrName>
                                        </p:attrNameLst>
                                      </p:cBhvr>
                                      <p:to>
                                        <p:strVal val="visible"/>
                                      </p:to>
                                    </p:set>
                                    <p:anim calcmode="lin" valueType="num">
                                      <p:cBhvr>
                                        <p:cTn id="30" dur="500" fill="hold"/>
                                        <p:tgtEl>
                                          <p:spTgt spid="70662"/>
                                        </p:tgtEl>
                                        <p:attrNameLst>
                                          <p:attrName>ppt_w</p:attrName>
                                        </p:attrNameLst>
                                      </p:cBhvr>
                                      <p:tavLst>
                                        <p:tav tm="0">
                                          <p:val>
                                            <p:fltVal val="0"/>
                                          </p:val>
                                        </p:tav>
                                        <p:tav tm="100000">
                                          <p:val>
                                            <p:strVal val="#ppt_w"/>
                                          </p:val>
                                        </p:tav>
                                      </p:tavLst>
                                    </p:anim>
                                    <p:anim calcmode="lin" valueType="num">
                                      <p:cBhvr>
                                        <p:cTn id="31" dur="500" fill="hold"/>
                                        <p:tgtEl>
                                          <p:spTgt spid="70662"/>
                                        </p:tgtEl>
                                        <p:attrNameLst>
                                          <p:attrName>ppt_h</p:attrName>
                                        </p:attrNameLst>
                                      </p:cBhvr>
                                      <p:tavLst>
                                        <p:tav tm="0">
                                          <p:val>
                                            <p:fltVal val="0"/>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3" presetClass="entr" presetSubtype="16" fill="hold" nodeType="clickEffect">
                                  <p:stCondLst>
                                    <p:cond delay="0"/>
                                  </p:stCondLst>
                                  <p:childTnLst>
                                    <p:set>
                                      <p:cBhvr>
                                        <p:cTn id="35" dur="1" fill="hold">
                                          <p:stCondLst>
                                            <p:cond delay="0"/>
                                          </p:stCondLst>
                                        </p:cTn>
                                        <p:tgtEl>
                                          <p:spTgt spid="70660"/>
                                        </p:tgtEl>
                                        <p:attrNameLst>
                                          <p:attrName>style.visibility</p:attrName>
                                        </p:attrNameLst>
                                      </p:cBhvr>
                                      <p:to>
                                        <p:strVal val="visible"/>
                                      </p:to>
                                    </p:set>
                                    <p:anim calcmode="lin" valueType="num">
                                      <p:cBhvr>
                                        <p:cTn id="36" dur="500" fill="hold"/>
                                        <p:tgtEl>
                                          <p:spTgt spid="70660"/>
                                        </p:tgtEl>
                                        <p:attrNameLst>
                                          <p:attrName>ppt_w</p:attrName>
                                        </p:attrNameLst>
                                      </p:cBhvr>
                                      <p:tavLst>
                                        <p:tav tm="0">
                                          <p:val>
                                            <p:fltVal val="0"/>
                                          </p:val>
                                        </p:tav>
                                        <p:tav tm="100000">
                                          <p:val>
                                            <p:strVal val="#ppt_w"/>
                                          </p:val>
                                        </p:tav>
                                      </p:tavLst>
                                    </p:anim>
                                    <p:anim calcmode="lin" valueType="num">
                                      <p:cBhvr>
                                        <p:cTn id="37" dur="500" fill="hold"/>
                                        <p:tgtEl>
                                          <p:spTgt spid="70660"/>
                                        </p:tgtEl>
                                        <p:attrNameLst>
                                          <p:attrName>ppt_h</p:attrName>
                                        </p:attrNameLst>
                                      </p:cBhvr>
                                      <p:tavLst>
                                        <p:tav tm="0">
                                          <p:val>
                                            <p:fltVal val="0"/>
                                          </p:val>
                                        </p:tav>
                                        <p:tav tm="100000">
                                          <p:val>
                                            <p:strVal val="#ppt_h"/>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16" fill="hold" grpId="0" nodeType="clickEffect">
                                  <p:stCondLst>
                                    <p:cond delay="0"/>
                                  </p:stCondLst>
                                  <p:childTnLst>
                                    <p:set>
                                      <p:cBhvr>
                                        <p:cTn id="41" dur="1" fill="hold">
                                          <p:stCondLst>
                                            <p:cond delay="0"/>
                                          </p:stCondLst>
                                        </p:cTn>
                                        <p:tgtEl>
                                          <p:spTgt spid="70661"/>
                                        </p:tgtEl>
                                        <p:attrNameLst>
                                          <p:attrName>style.visibility</p:attrName>
                                        </p:attrNameLst>
                                      </p:cBhvr>
                                      <p:to>
                                        <p:strVal val="visible"/>
                                      </p:to>
                                    </p:set>
                                    <p:anim calcmode="lin" valueType="num">
                                      <p:cBhvr>
                                        <p:cTn id="42" dur="500" fill="hold"/>
                                        <p:tgtEl>
                                          <p:spTgt spid="70661"/>
                                        </p:tgtEl>
                                        <p:attrNameLst>
                                          <p:attrName>ppt_w</p:attrName>
                                        </p:attrNameLst>
                                      </p:cBhvr>
                                      <p:tavLst>
                                        <p:tav tm="0">
                                          <p:val>
                                            <p:fltVal val="0"/>
                                          </p:val>
                                        </p:tav>
                                        <p:tav tm="100000">
                                          <p:val>
                                            <p:strVal val="#ppt_w"/>
                                          </p:val>
                                        </p:tav>
                                      </p:tavLst>
                                    </p:anim>
                                    <p:anim calcmode="lin" valueType="num">
                                      <p:cBhvr>
                                        <p:cTn id="43" dur="500" fill="hold"/>
                                        <p:tgtEl>
                                          <p:spTgt spid="7066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8" grpId="0" autoUpdateAnimBg="0"/>
      <p:bldP spid="70661" grpId="0" animBg="1" autoUpdateAnimBg="0"/>
      <p:bldP spid="7066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682" name="Object 2"/>
          <p:cNvGraphicFramePr>
            <a:graphicFrameLocks noChangeAspect="1"/>
          </p:cNvGraphicFramePr>
          <p:nvPr/>
        </p:nvGraphicFramePr>
        <p:xfrm>
          <a:off x="468313" y="1408113"/>
          <a:ext cx="3743325" cy="658812"/>
        </p:xfrm>
        <a:graphic>
          <a:graphicData uri="http://schemas.openxmlformats.org/presentationml/2006/ole">
            <p:oleObj spid="_x0000_s65561" name="Equation" r:id="rId3" imgW="1434477" imgH="355446" progId="Equation.DSMT4">
              <p:embed/>
            </p:oleObj>
          </a:graphicData>
        </a:graphic>
      </p:graphicFrame>
      <p:graphicFrame>
        <p:nvGraphicFramePr>
          <p:cNvPr id="71683" name="Object 3"/>
          <p:cNvGraphicFramePr>
            <a:graphicFrameLocks noChangeAspect="1"/>
          </p:cNvGraphicFramePr>
          <p:nvPr/>
        </p:nvGraphicFramePr>
        <p:xfrm>
          <a:off x="4489450" y="1516063"/>
          <a:ext cx="4546600" cy="481012"/>
        </p:xfrm>
        <a:graphic>
          <a:graphicData uri="http://schemas.openxmlformats.org/presentationml/2006/ole">
            <p:oleObj spid="_x0000_s65562" name="Equation" r:id="rId4" imgW="1663700" imgH="254000" progId="Equation.DSMT4">
              <p:embed/>
            </p:oleObj>
          </a:graphicData>
        </a:graphic>
      </p:graphicFrame>
      <p:grpSp>
        <p:nvGrpSpPr>
          <p:cNvPr id="2" name="Group 4"/>
          <p:cNvGrpSpPr>
            <a:grpSpLocks/>
          </p:cNvGrpSpPr>
          <p:nvPr/>
        </p:nvGrpSpPr>
        <p:grpSpPr bwMode="auto">
          <a:xfrm>
            <a:off x="611188" y="3148013"/>
            <a:ext cx="6019800" cy="473075"/>
            <a:chOff x="0" y="32"/>
            <a:chExt cx="3792" cy="397"/>
          </a:xfrm>
        </p:grpSpPr>
        <p:sp>
          <p:nvSpPr>
            <p:cNvPr id="65547" name="Text Box 5"/>
            <p:cNvSpPr txBox="1">
              <a:spLocks noChangeArrowheads="1"/>
            </p:cNvSpPr>
            <p:nvPr/>
          </p:nvSpPr>
          <p:spPr bwMode="auto">
            <a:xfrm>
              <a:off x="0" y="48"/>
              <a:ext cx="3792"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solidFill>
                    <a:srgbClr val="000000"/>
                  </a:solidFill>
                  <a:latin typeface="华文中宋" pitchFamily="2" charset="-122"/>
                  <a:ea typeface="华文中宋" pitchFamily="2" charset="-122"/>
                </a:rPr>
                <a:t>若引入                           </a:t>
              </a:r>
              <a:r>
                <a:rPr lang="en-US" altLang="zh-CN" sz="1800">
                  <a:solidFill>
                    <a:srgbClr val="000000"/>
                  </a:solidFill>
                  <a:latin typeface="华文中宋" pitchFamily="2" charset="-122"/>
                  <a:ea typeface="华文中宋" pitchFamily="2" charset="-122"/>
                </a:rPr>
                <a:t>(</a:t>
              </a:r>
              <a:r>
                <a:rPr lang="zh-CN" altLang="en-US" sz="1800">
                  <a:solidFill>
                    <a:srgbClr val="000000"/>
                  </a:solidFill>
                  <a:latin typeface="华文中宋" pitchFamily="2" charset="-122"/>
                  <a:ea typeface="华文中宋" pitchFamily="2" charset="-122"/>
                </a:rPr>
                <a:t>机械能） 则可得</a:t>
              </a:r>
              <a:r>
                <a:rPr lang="zh-CN" altLang="en-US" sz="1800">
                  <a:latin typeface="华文中宋" pitchFamily="2" charset="-122"/>
                  <a:ea typeface="华文中宋" pitchFamily="2" charset="-122"/>
                </a:rPr>
                <a:t> </a:t>
              </a:r>
            </a:p>
          </p:txBody>
        </p:sp>
        <p:graphicFrame>
          <p:nvGraphicFramePr>
            <p:cNvPr id="65548" name="Object 6"/>
            <p:cNvGraphicFramePr>
              <a:graphicFrameLocks noChangeAspect="1"/>
            </p:cNvGraphicFramePr>
            <p:nvPr/>
          </p:nvGraphicFramePr>
          <p:xfrm>
            <a:off x="494" y="32"/>
            <a:ext cx="1184" cy="397"/>
          </p:xfrm>
          <a:graphic>
            <a:graphicData uri="http://schemas.openxmlformats.org/presentationml/2006/ole">
              <p:oleObj spid="_x0000_s65563" name="Equation" r:id="rId5" imgW="812447" imgH="241195" progId="Equation.DSMT4">
                <p:embed/>
              </p:oleObj>
            </a:graphicData>
          </a:graphic>
        </p:graphicFrame>
      </p:grpSp>
      <p:graphicFrame>
        <p:nvGraphicFramePr>
          <p:cNvPr id="71687" name="Object 7"/>
          <p:cNvGraphicFramePr>
            <a:graphicFrameLocks noChangeAspect="1"/>
          </p:cNvGraphicFramePr>
          <p:nvPr/>
        </p:nvGraphicFramePr>
        <p:xfrm>
          <a:off x="2609850" y="3651250"/>
          <a:ext cx="3186113" cy="390525"/>
        </p:xfrm>
        <a:graphic>
          <a:graphicData uri="http://schemas.openxmlformats.org/presentationml/2006/ole">
            <p:oleObj spid="_x0000_s65564" name="Equation" r:id="rId6" imgW="1269449" imgH="241195" progId="Equation.DSMT4">
              <p:embed/>
            </p:oleObj>
          </a:graphicData>
        </a:graphic>
      </p:graphicFrame>
      <p:sp>
        <p:nvSpPr>
          <p:cNvPr id="71688" name="Text Box 8"/>
          <p:cNvSpPr txBox="1">
            <a:spLocks noChangeArrowheads="1"/>
          </p:cNvSpPr>
          <p:nvPr/>
        </p:nvSpPr>
        <p:spPr bwMode="auto">
          <a:xfrm>
            <a:off x="1127125" y="4156075"/>
            <a:ext cx="6324600" cy="369888"/>
          </a:xfrm>
          <a:prstGeom prst="rect">
            <a:avLst/>
          </a:prstGeom>
          <a:noFill/>
          <a:ln w="57150" cmpd="thickThin">
            <a:solidFill>
              <a:srgbClr val="800000"/>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r>
              <a:rPr lang="zh-CN" altLang="en-US" sz="1800">
                <a:solidFill>
                  <a:srgbClr val="3333FF"/>
                </a:solidFill>
                <a:latin typeface="华文中宋" pitchFamily="2" charset="-122"/>
                <a:ea typeface="华文中宋" pitchFamily="2" charset="-122"/>
              </a:rPr>
              <a:t>系统机械能的增量等于外力的功与内部非保守力功之和。</a:t>
            </a:r>
          </a:p>
        </p:txBody>
      </p:sp>
      <p:sp>
        <p:nvSpPr>
          <p:cNvPr id="71689" name="Text Box 9"/>
          <p:cNvSpPr txBox="1">
            <a:spLocks noChangeArrowheads="1"/>
          </p:cNvSpPr>
          <p:nvPr/>
        </p:nvSpPr>
        <p:spPr bwMode="auto">
          <a:xfrm>
            <a:off x="681038" y="762000"/>
            <a:ext cx="1658937"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en-US" altLang="zh-CN" sz="1800">
                <a:solidFill>
                  <a:schemeClr val="accent2"/>
                </a:solidFill>
                <a:latin typeface="华文中宋" pitchFamily="2" charset="-122"/>
                <a:ea typeface="华文中宋" pitchFamily="2" charset="-122"/>
              </a:rPr>
              <a:t>2</a:t>
            </a:r>
            <a:r>
              <a:rPr lang="zh-CN" altLang="en-US" sz="1800">
                <a:solidFill>
                  <a:schemeClr val="accent2"/>
                </a:solidFill>
                <a:latin typeface="华文中宋" pitchFamily="2" charset="-122"/>
                <a:ea typeface="华文中宋" pitchFamily="2" charset="-122"/>
              </a:rPr>
              <a:t>、功能原理</a:t>
            </a:r>
          </a:p>
        </p:txBody>
      </p:sp>
      <p:sp>
        <p:nvSpPr>
          <p:cNvPr id="71690" name="Text Box 10"/>
          <p:cNvSpPr txBox="1">
            <a:spLocks noChangeArrowheads="1"/>
          </p:cNvSpPr>
          <p:nvPr/>
        </p:nvSpPr>
        <p:spPr bwMode="auto">
          <a:xfrm>
            <a:off x="336550" y="1050925"/>
            <a:ext cx="5891213"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solidFill>
                  <a:srgbClr val="000000"/>
                </a:solidFill>
                <a:latin typeface="华文中宋" pitchFamily="2" charset="-122"/>
                <a:ea typeface="华文中宋" pitchFamily="2" charset="-122"/>
              </a:rPr>
              <a:t>由于内力总是成对出现的，而对每一对</a:t>
            </a:r>
            <a:r>
              <a:rPr lang="zh-CN" altLang="en-US" sz="1800">
                <a:solidFill>
                  <a:srgbClr val="0000FF"/>
                </a:solidFill>
                <a:latin typeface="华文中宋" pitchFamily="2" charset="-122"/>
                <a:ea typeface="华文中宋" pitchFamily="2" charset="-122"/>
              </a:rPr>
              <a:t>内部保守力</a:t>
            </a:r>
            <a:r>
              <a:rPr lang="zh-CN" altLang="en-US" sz="1800">
                <a:solidFill>
                  <a:srgbClr val="000000"/>
                </a:solidFill>
                <a:latin typeface="华文中宋" pitchFamily="2" charset="-122"/>
                <a:ea typeface="华文中宋" pitchFamily="2" charset="-122"/>
              </a:rPr>
              <a:t>均有</a:t>
            </a:r>
            <a:r>
              <a:rPr lang="zh-CN" altLang="en-US" sz="1800">
                <a:latin typeface="华文中宋" pitchFamily="2" charset="-122"/>
                <a:ea typeface="华文中宋" pitchFamily="2" charset="-122"/>
              </a:rPr>
              <a:t> </a:t>
            </a:r>
          </a:p>
        </p:txBody>
      </p:sp>
      <p:graphicFrame>
        <p:nvGraphicFramePr>
          <p:cNvPr id="71691" name="Object 11"/>
          <p:cNvGraphicFramePr>
            <a:graphicFrameLocks noChangeAspect="1"/>
          </p:cNvGraphicFramePr>
          <p:nvPr/>
        </p:nvGraphicFramePr>
        <p:xfrm>
          <a:off x="1116013" y="2647950"/>
          <a:ext cx="7548562" cy="498475"/>
        </p:xfrm>
        <a:graphic>
          <a:graphicData uri="http://schemas.openxmlformats.org/presentationml/2006/ole">
            <p:oleObj spid="_x0000_s65565" name="Equation" r:id="rId7" imgW="2336800" imgH="241300" progId="Equation.DSMT4">
              <p:embed/>
            </p:oleObj>
          </a:graphicData>
        </a:graphic>
      </p:graphicFrame>
      <p:graphicFrame>
        <p:nvGraphicFramePr>
          <p:cNvPr id="71692" name="Object 12"/>
          <p:cNvGraphicFramePr>
            <a:graphicFrameLocks noChangeAspect="1"/>
          </p:cNvGraphicFramePr>
          <p:nvPr/>
        </p:nvGraphicFramePr>
        <p:xfrm>
          <a:off x="1281113" y="2020888"/>
          <a:ext cx="6429375" cy="550862"/>
        </p:xfrm>
        <a:graphic>
          <a:graphicData uri="http://schemas.openxmlformats.org/presentationml/2006/ole">
            <p:oleObj spid="_x0000_s65566" name="Equation" r:id="rId8" imgW="1803400" imgH="2413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71689"/>
                                        </p:tgtEl>
                                        <p:attrNameLst>
                                          <p:attrName>style.visibility</p:attrName>
                                        </p:attrNameLst>
                                      </p:cBhvr>
                                      <p:to>
                                        <p:strVal val="visible"/>
                                      </p:to>
                                    </p:set>
                                    <p:anim calcmode="lin" valueType="num">
                                      <p:cBhvr>
                                        <p:cTn id="7" dur="500" fill="hold"/>
                                        <p:tgtEl>
                                          <p:spTgt spid="71689"/>
                                        </p:tgtEl>
                                        <p:attrNameLst>
                                          <p:attrName>ppt_w</p:attrName>
                                        </p:attrNameLst>
                                      </p:cBhvr>
                                      <p:tavLst>
                                        <p:tav tm="0">
                                          <p:val>
                                            <p:fltVal val="0"/>
                                          </p:val>
                                        </p:tav>
                                        <p:tav tm="100000">
                                          <p:val>
                                            <p:strVal val="#ppt_w"/>
                                          </p:val>
                                        </p:tav>
                                      </p:tavLst>
                                    </p:anim>
                                    <p:anim calcmode="lin" valueType="num">
                                      <p:cBhvr>
                                        <p:cTn id="8" dur="500" fill="hold"/>
                                        <p:tgtEl>
                                          <p:spTgt spid="71689"/>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71690"/>
                                        </p:tgtEl>
                                        <p:attrNameLst>
                                          <p:attrName>style.visibility</p:attrName>
                                        </p:attrNameLst>
                                      </p:cBhvr>
                                      <p:to>
                                        <p:strVal val="visible"/>
                                      </p:to>
                                    </p:set>
                                    <p:anim calcmode="lin" valueType="num">
                                      <p:cBhvr>
                                        <p:cTn id="13" dur="500" fill="hold"/>
                                        <p:tgtEl>
                                          <p:spTgt spid="71690"/>
                                        </p:tgtEl>
                                        <p:attrNameLst>
                                          <p:attrName>ppt_w</p:attrName>
                                        </p:attrNameLst>
                                      </p:cBhvr>
                                      <p:tavLst>
                                        <p:tav tm="0">
                                          <p:val>
                                            <p:fltVal val="0"/>
                                          </p:val>
                                        </p:tav>
                                        <p:tav tm="100000">
                                          <p:val>
                                            <p:strVal val="#ppt_w"/>
                                          </p:val>
                                        </p:tav>
                                      </p:tavLst>
                                    </p:anim>
                                    <p:anim calcmode="lin" valueType="num">
                                      <p:cBhvr>
                                        <p:cTn id="14" dur="500" fill="hold"/>
                                        <p:tgtEl>
                                          <p:spTgt spid="71690"/>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nodeType="clickEffect">
                                  <p:stCondLst>
                                    <p:cond delay="0"/>
                                  </p:stCondLst>
                                  <p:childTnLst>
                                    <p:set>
                                      <p:cBhvr>
                                        <p:cTn id="18" dur="1" fill="hold">
                                          <p:stCondLst>
                                            <p:cond delay="0"/>
                                          </p:stCondLst>
                                        </p:cTn>
                                        <p:tgtEl>
                                          <p:spTgt spid="71682"/>
                                        </p:tgtEl>
                                        <p:attrNameLst>
                                          <p:attrName>style.visibility</p:attrName>
                                        </p:attrNameLst>
                                      </p:cBhvr>
                                      <p:to>
                                        <p:strVal val="visible"/>
                                      </p:to>
                                    </p:set>
                                    <p:anim calcmode="lin" valueType="num">
                                      <p:cBhvr>
                                        <p:cTn id="19" dur="500" fill="hold"/>
                                        <p:tgtEl>
                                          <p:spTgt spid="71682"/>
                                        </p:tgtEl>
                                        <p:attrNameLst>
                                          <p:attrName>ppt_w</p:attrName>
                                        </p:attrNameLst>
                                      </p:cBhvr>
                                      <p:tavLst>
                                        <p:tav tm="0">
                                          <p:val>
                                            <p:fltVal val="0"/>
                                          </p:val>
                                        </p:tav>
                                        <p:tav tm="100000">
                                          <p:val>
                                            <p:strVal val="#ppt_w"/>
                                          </p:val>
                                        </p:tav>
                                      </p:tavLst>
                                    </p:anim>
                                    <p:anim calcmode="lin" valueType="num">
                                      <p:cBhvr>
                                        <p:cTn id="20" dur="500" fill="hold"/>
                                        <p:tgtEl>
                                          <p:spTgt spid="71682"/>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16" fill="hold" nodeType="clickEffect">
                                  <p:stCondLst>
                                    <p:cond delay="0"/>
                                  </p:stCondLst>
                                  <p:childTnLst>
                                    <p:set>
                                      <p:cBhvr>
                                        <p:cTn id="24" dur="1" fill="hold">
                                          <p:stCondLst>
                                            <p:cond delay="0"/>
                                          </p:stCondLst>
                                        </p:cTn>
                                        <p:tgtEl>
                                          <p:spTgt spid="71683"/>
                                        </p:tgtEl>
                                        <p:attrNameLst>
                                          <p:attrName>style.visibility</p:attrName>
                                        </p:attrNameLst>
                                      </p:cBhvr>
                                      <p:to>
                                        <p:strVal val="visible"/>
                                      </p:to>
                                    </p:set>
                                    <p:anim calcmode="lin" valueType="num">
                                      <p:cBhvr>
                                        <p:cTn id="25" dur="500" fill="hold"/>
                                        <p:tgtEl>
                                          <p:spTgt spid="71683"/>
                                        </p:tgtEl>
                                        <p:attrNameLst>
                                          <p:attrName>ppt_w</p:attrName>
                                        </p:attrNameLst>
                                      </p:cBhvr>
                                      <p:tavLst>
                                        <p:tav tm="0">
                                          <p:val>
                                            <p:fltVal val="0"/>
                                          </p:val>
                                        </p:tav>
                                        <p:tav tm="100000">
                                          <p:val>
                                            <p:strVal val="#ppt_w"/>
                                          </p:val>
                                        </p:tav>
                                      </p:tavLst>
                                    </p:anim>
                                    <p:anim calcmode="lin" valueType="num">
                                      <p:cBhvr>
                                        <p:cTn id="26" dur="500" fill="hold"/>
                                        <p:tgtEl>
                                          <p:spTgt spid="71683"/>
                                        </p:tgtEl>
                                        <p:attrNameLst>
                                          <p:attrName>ppt_h</p:attrName>
                                        </p:attrNameLst>
                                      </p:cBhvr>
                                      <p:tavLst>
                                        <p:tav tm="0">
                                          <p:val>
                                            <p:fltVal val="0"/>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nodeType="clickEffect">
                                  <p:stCondLst>
                                    <p:cond delay="0"/>
                                  </p:stCondLst>
                                  <p:childTnLst>
                                    <p:set>
                                      <p:cBhvr>
                                        <p:cTn id="30" dur="1" fill="hold">
                                          <p:stCondLst>
                                            <p:cond delay="0"/>
                                          </p:stCondLst>
                                        </p:cTn>
                                        <p:tgtEl>
                                          <p:spTgt spid="71692"/>
                                        </p:tgtEl>
                                        <p:attrNameLst>
                                          <p:attrName>style.visibility</p:attrName>
                                        </p:attrNameLst>
                                      </p:cBhvr>
                                      <p:to>
                                        <p:strVal val="visible"/>
                                      </p:to>
                                    </p:set>
                                    <p:anim calcmode="lin" valueType="num">
                                      <p:cBhvr>
                                        <p:cTn id="31" dur="500" fill="hold"/>
                                        <p:tgtEl>
                                          <p:spTgt spid="71692"/>
                                        </p:tgtEl>
                                        <p:attrNameLst>
                                          <p:attrName>ppt_w</p:attrName>
                                        </p:attrNameLst>
                                      </p:cBhvr>
                                      <p:tavLst>
                                        <p:tav tm="0">
                                          <p:val>
                                            <p:fltVal val="0"/>
                                          </p:val>
                                        </p:tav>
                                        <p:tav tm="100000">
                                          <p:val>
                                            <p:strVal val="#ppt_w"/>
                                          </p:val>
                                        </p:tav>
                                      </p:tavLst>
                                    </p:anim>
                                    <p:anim calcmode="lin" valueType="num">
                                      <p:cBhvr>
                                        <p:cTn id="32" dur="500" fill="hold"/>
                                        <p:tgtEl>
                                          <p:spTgt spid="71692"/>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10" fill="hold" nodeType="clickEffect">
                                  <p:stCondLst>
                                    <p:cond delay="0"/>
                                  </p:stCondLst>
                                  <p:childTnLst>
                                    <p:set>
                                      <p:cBhvr>
                                        <p:cTn id="36" dur="1" fill="hold">
                                          <p:stCondLst>
                                            <p:cond delay="0"/>
                                          </p:stCondLst>
                                        </p:cTn>
                                        <p:tgtEl>
                                          <p:spTgt spid="71691"/>
                                        </p:tgtEl>
                                        <p:attrNameLst>
                                          <p:attrName>style.visibility</p:attrName>
                                        </p:attrNameLst>
                                      </p:cBhvr>
                                      <p:to>
                                        <p:strVal val="visible"/>
                                      </p:to>
                                    </p:set>
                                    <p:anim calcmode="lin" valueType="num">
                                      <p:cBhvr>
                                        <p:cTn id="37" dur="500" fill="hold"/>
                                        <p:tgtEl>
                                          <p:spTgt spid="71691"/>
                                        </p:tgtEl>
                                        <p:attrNameLst>
                                          <p:attrName>ppt_w</p:attrName>
                                        </p:attrNameLst>
                                      </p:cBhvr>
                                      <p:tavLst>
                                        <p:tav tm="0">
                                          <p:val>
                                            <p:fltVal val="0"/>
                                          </p:val>
                                        </p:tav>
                                        <p:tav tm="100000">
                                          <p:val>
                                            <p:strVal val="#ppt_w"/>
                                          </p:val>
                                        </p:tav>
                                      </p:tavLst>
                                    </p:anim>
                                    <p:anim calcmode="lin" valueType="num">
                                      <p:cBhvr>
                                        <p:cTn id="38" dur="500" fill="hold"/>
                                        <p:tgtEl>
                                          <p:spTgt spid="71691"/>
                                        </p:tgtEl>
                                        <p:attrNameLst>
                                          <p:attrName>ppt_h</p:attrName>
                                        </p:attrNameLst>
                                      </p:cBhvr>
                                      <p:tavLst>
                                        <p:tav tm="0">
                                          <p:val>
                                            <p:strVal val="#ppt_h"/>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16"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 calcmode="lin" valueType="num">
                                      <p:cBhvr>
                                        <p:cTn id="43" dur="500" fill="hold"/>
                                        <p:tgtEl>
                                          <p:spTgt spid="2"/>
                                        </p:tgtEl>
                                        <p:attrNameLst>
                                          <p:attrName>ppt_w</p:attrName>
                                        </p:attrNameLst>
                                      </p:cBhvr>
                                      <p:tavLst>
                                        <p:tav tm="0">
                                          <p:val>
                                            <p:fltVal val="0"/>
                                          </p:val>
                                        </p:tav>
                                        <p:tav tm="100000">
                                          <p:val>
                                            <p:strVal val="#ppt_w"/>
                                          </p:val>
                                        </p:tav>
                                      </p:tavLst>
                                    </p:anim>
                                    <p:anim calcmode="lin" valueType="num">
                                      <p:cBhvr>
                                        <p:cTn id="44"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3" presetClass="entr" presetSubtype="16" fill="hold" nodeType="clickEffect">
                                  <p:stCondLst>
                                    <p:cond delay="0"/>
                                  </p:stCondLst>
                                  <p:childTnLst>
                                    <p:set>
                                      <p:cBhvr>
                                        <p:cTn id="48" dur="1" fill="hold">
                                          <p:stCondLst>
                                            <p:cond delay="0"/>
                                          </p:stCondLst>
                                        </p:cTn>
                                        <p:tgtEl>
                                          <p:spTgt spid="71687"/>
                                        </p:tgtEl>
                                        <p:attrNameLst>
                                          <p:attrName>style.visibility</p:attrName>
                                        </p:attrNameLst>
                                      </p:cBhvr>
                                      <p:to>
                                        <p:strVal val="visible"/>
                                      </p:to>
                                    </p:set>
                                    <p:anim calcmode="lin" valueType="num">
                                      <p:cBhvr>
                                        <p:cTn id="49" dur="500" fill="hold"/>
                                        <p:tgtEl>
                                          <p:spTgt spid="71687"/>
                                        </p:tgtEl>
                                        <p:attrNameLst>
                                          <p:attrName>ppt_w</p:attrName>
                                        </p:attrNameLst>
                                      </p:cBhvr>
                                      <p:tavLst>
                                        <p:tav tm="0">
                                          <p:val>
                                            <p:fltVal val="0"/>
                                          </p:val>
                                        </p:tav>
                                        <p:tav tm="100000">
                                          <p:val>
                                            <p:strVal val="#ppt_w"/>
                                          </p:val>
                                        </p:tav>
                                      </p:tavLst>
                                    </p:anim>
                                    <p:anim calcmode="lin" valueType="num">
                                      <p:cBhvr>
                                        <p:cTn id="50" dur="500" fill="hold"/>
                                        <p:tgtEl>
                                          <p:spTgt spid="71687"/>
                                        </p:tgtEl>
                                        <p:attrNameLst>
                                          <p:attrName>ppt_h</p:attrName>
                                        </p:attrNameLst>
                                      </p:cBhvr>
                                      <p:tavLst>
                                        <p:tav tm="0">
                                          <p:val>
                                            <p:fltVal val="0"/>
                                          </p:val>
                                        </p:tav>
                                        <p:tav tm="100000">
                                          <p:val>
                                            <p:strVal val="#ppt_h"/>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3" presetClass="entr" presetSubtype="16" fill="hold" grpId="0" nodeType="clickEffect">
                                  <p:stCondLst>
                                    <p:cond delay="0"/>
                                  </p:stCondLst>
                                  <p:childTnLst>
                                    <p:set>
                                      <p:cBhvr>
                                        <p:cTn id="54" dur="1" fill="hold">
                                          <p:stCondLst>
                                            <p:cond delay="0"/>
                                          </p:stCondLst>
                                        </p:cTn>
                                        <p:tgtEl>
                                          <p:spTgt spid="71688"/>
                                        </p:tgtEl>
                                        <p:attrNameLst>
                                          <p:attrName>style.visibility</p:attrName>
                                        </p:attrNameLst>
                                      </p:cBhvr>
                                      <p:to>
                                        <p:strVal val="visible"/>
                                      </p:to>
                                    </p:set>
                                    <p:anim calcmode="lin" valueType="num">
                                      <p:cBhvr>
                                        <p:cTn id="55" dur="500" fill="hold"/>
                                        <p:tgtEl>
                                          <p:spTgt spid="71688"/>
                                        </p:tgtEl>
                                        <p:attrNameLst>
                                          <p:attrName>ppt_w</p:attrName>
                                        </p:attrNameLst>
                                      </p:cBhvr>
                                      <p:tavLst>
                                        <p:tav tm="0">
                                          <p:val>
                                            <p:fltVal val="0"/>
                                          </p:val>
                                        </p:tav>
                                        <p:tav tm="100000">
                                          <p:val>
                                            <p:strVal val="#ppt_w"/>
                                          </p:val>
                                        </p:tav>
                                      </p:tavLst>
                                    </p:anim>
                                    <p:anim calcmode="lin" valueType="num">
                                      <p:cBhvr>
                                        <p:cTn id="56" dur="500" fill="hold"/>
                                        <p:tgtEl>
                                          <p:spTgt spid="7168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8" grpId="0" animBg="1" autoUpdateAnimBg="0"/>
      <p:bldP spid="71689" grpId="0" autoUpdateAnimBg="0"/>
      <p:bldP spid="71690"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p:cNvSpPr txBox="1">
            <a:spLocks noChangeArrowheads="1"/>
          </p:cNvSpPr>
          <p:nvPr/>
        </p:nvSpPr>
        <p:spPr bwMode="auto">
          <a:xfrm>
            <a:off x="228600" y="2743200"/>
            <a:ext cx="54229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２）功能原理只适用于惯性系（从牛顿定律导出）</a:t>
            </a:r>
          </a:p>
        </p:txBody>
      </p:sp>
      <p:sp>
        <p:nvSpPr>
          <p:cNvPr id="72707" name="Text Box 3"/>
          <p:cNvSpPr txBox="1">
            <a:spLocks noChangeArrowheads="1"/>
          </p:cNvSpPr>
          <p:nvPr/>
        </p:nvSpPr>
        <p:spPr bwMode="auto">
          <a:xfrm>
            <a:off x="307975" y="3200400"/>
            <a:ext cx="671195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latin typeface="华文中宋" pitchFamily="2" charset="-122"/>
                <a:ea typeface="华文中宋" pitchFamily="2" charset="-122"/>
              </a:rPr>
              <a:t>3 ) </a:t>
            </a:r>
            <a:r>
              <a:rPr lang="zh-CN" altLang="en-US" sz="1800">
                <a:latin typeface="华文中宋" pitchFamily="2" charset="-122"/>
                <a:ea typeface="华文中宋" pitchFamily="2" charset="-122"/>
              </a:rPr>
              <a:t>具体应用时，一是要指明系统，二是要交待相关的势能零点</a:t>
            </a:r>
          </a:p>
        </p:txBody>
      </p:sp>
      <p:sp>
        <p:nvSpPr>
          <p:cNvPr id="72708" name="Text Box 4"/>
          <p:cNvSpPr txBox="1">
            <a:spLocks noChangeArrowheads="1"/>
          </p:cNvSpPr>
          <p:nvPr/>
        </p:nvSpPr>
        <p:spPr bwMode="auto">
          <a:xfrm>
            <a:off x="498475" y="835025"/>
            <a:ext cx="1481138"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solidFill>
                  <a:srgbClr val="FF0000"/>
                </a:solidFill>
                <a:latin typeface="华文中宋" pitchFamily="2" charset="-122"/>
                <a:ea typeface="华文中宋" pitchFamily="2" charset="-122"/>
              </a:rPr>
              <a:t>注意：</a:t>
            </a:r>
          </a:p>
        </p:txBody>
      </p:sp>
      <p:grpSp>
        <p:nvGrpSpPr>
          <p:cNvPr id="2" name="Group 5"/>
          <p:cNvGrpSpPr>
            <a:grpSpLocks/>
          </p:cNvGrpSpPr>
          <p:nvPr/>
        </p:nvGrpSpPr>
        <p:grpSpPr bwMode="auto">
          <a:xfrm>
            <a:off x="3282950" y="1630363"/>
            <a:ext cx="5170488" cy="649287"/>
            <a:chOff x="-44" y="-57"/>
            <a:chExt cx="3257" cy="545"/>
          </a:xfrm>
        </p:grpSpPr>
        <p:graphicFrame>
          <p:nvGraphicFramePr>
            <p:cNvPr id="66573" name="Object 6"/>
            <p:cNvGraphicFramePr>
              <a:graphicFrameLocks noChangeAspect="1"/>
            </p:cNvGraphicFramePr>
            <p:nvPr/>
          </p:nvGraphicFramePr>
          <p:xfrm>
            <a:off x="-44" y="0"/>
            <a:ext cx="3257" cy="422"/>
          </p:xfrm>
          <a:graphic>
            <a:graphicData uri="http://schemas.openxmlformats.org/presentationml/2006/ole">
              <p:oleObj spid="_x0000_s66579" name="Equation" r:id="rId3" imgW="1828800" imgH="241300" progId="Equation.DSMT4">
                <p:embed/>
              </p:oleObj>
            </a:graphicData>
          </a:graphic>
        </p:graphicFrame>
        <p:sp>
          <p:nvSpPr>
            <p:cNvPr id="66574" name="Oval 7"/>
            <p:cNvSpPr>
              <a:spLocks noChangeArrowheads="1"/>
            </p:cNvSpPr>
            <p:nvPr/>
          </p:nvSpPr>
          <p:spPr bwMode="auto">
            <a:xfrm>
              <a:off x="528" y="-57"/>
              <a:ext cx="1393" cy="545"/>
            </a:xfrm>
            <a:prstGeom prst="ellipse">
              <a:avLst/>
            </a:prstGeom>
            <a:noFill/>
            <a:ln w="38100" cap="sq">
              <a:solidFill>
                <a:srgbClr val="FF0000"/>
              </a:solidFill>
              <a:round/>
              <a:headEnd/>
              <a:tailEnd/>
            </a:ln>
            <a:extLst>
              <a:ext uri="{909E8E84-426E-40DD-AFC4-6F175D3DCCD1}">
                <a14:hiddenFill xmlns:a14="http://schemas.microsoft.com/office/drawing/2010/main" xmlns="">
                  <a:solidFill>
                    <a:srgbClr val="FFFFFF"/>
                  </a:solidFill>
                </a14:hiddenFill>
              </a:ext>
            </a:extLst>
          </p:spPr>
          <p:txBody>
            <a:bodyPr anchor="ctr">
              <a:spAutoFit/>
            </a:bodyPr>
            <a:lstStyle/>
            <a:p>
              <a:endParaRPr lang="zh-CN" altLang="en-US">
                <a:solidFill>
                  <a:srgbClr val="FF0000"/>
                </a:solidFill>
                <a:latin typeface="华文新魏" pitchFamily="2" charset="-122"/>
                <a:ea typeface="华文新魏" pitchFamily="2" charset="-122"/>
              </a:endParaRPr>
            </a:p>
          </p:txBody>
        </p:sp>
      </p:grpSp>
      <p:grpSp>
        <p:nvGrpSpPr>
          <p:cNvPr id="3" name="Group 8"/>
          <p:cNvGrpSpPr>
            <a:grpSpLocks/>
          </p:cNvGrpSpPr>
          <p:nvPr/>
        </p:nvGrpSpPr>
        <p:grpSpPr bwMode="auto">
          <a:xfrm>
            <a:off x="4464050" y="2263775"/>
            <a:ext cx="3848100" cy="647700"/>
            <a:chOff x="-35" y="-53"/>
            <a:chExt cx="2326" cy="490"/>
          </a:xfrm>
        </p:grpSpPr>
        <p:graphicFrame>
          <p:nvGraphicFramePr>
            <p:cNvPr id="66571" name="Object 9"/>
            <p:cNvGraphicFramePr>
              <a:graphicFrameLocks noChangeAspect="1"/>
            </p:cNvGraphicFramePr>
            <p:nvPr/>
          </p:nvGraphicFramePr>
          <p:xfrm>
            <a:off x="-35" y="0"/>
            <a:ext cx="2326" cy="381"/>
          </p:xfrm>
          <a:graphic>
            <a:graphicData uri="http://schemas.openxmlformats.org/presentationml/2006/ole">
              <p:oleObj spid="_x0000_s66580" name="Equation" r:id="rId4" imgW="1269449" imgH="241195" progId="Equation.DSMT4">
                <p:embed/>
              </p:oleObj>
            </a:graphicData>
          </a:graphic>
        </p:graphicFrame>
        <p:sp>
          <p:nvSpPr>
            <p:cNvPr id="66572" name="Oval 10"/>
            <p:cNvSpPr>
              <a:spLocks noChangeArrowheads="1"/>
            </p:cNvSpPr>
            <p:nvPr/>
          </p:nvSpPr>
          <p:spPr bwMode="auto">
            <a:xfrm>
              <a:off x="576" y="-53"/>
              <a:ext cx="672" cy="490"/>
            </a:xfrm>
            <a:prstGeom prst="ellipse">
              <a:avLst/>
            </a:prstGeom>
            <a:noFill/>
            <a:ln w="38100" cap="sq">
              <a:solidFill>
                <a:srgbClr val="FF0000"/>
              </a:solidFill>
              <a:round/>
              <a:headEnd/>
              <a:tailEnd/>
            </a:ln>
            <a:extLst>
              <a:ext uri="{909E8E84-426E-40DD-AFC4-6F175D3DCCD1}">
                <a14:hiddenFill xmlns:a14="http://schemas.microsoft.com/office/drawing/2010/main" xmlns="">
                  <a:solidFill>
                    <a:srgbClr val="FFFFFF"/>
                  </a:solidFill>
                </a14:hiddenFill>
              </a:ext>
            </a:extLst>
          </p:spPr>
          <p:txBody>
            <a:bodyPr anchor="ctr">
              <a:spAutoFit/>
            </a:bodyPr>
            <a:lstStyle/>
            <a:p>
              <a:endParaRPr lang="zh-CN" altLang="en-US"/>
            </a:p>
          </p:txBody>
        </p:sp>
      </p:grpSp>
      <p:sp>
        <p:nvSpPr>
          <p:cNvPr id="72715" name="Text Box 11"/>
          <p:cNvSpPr txBox="1">
            <a:spLocks noChangeArrowheads="1"/>
          </p:cNvSpPr>
          <p:nvPr/>
        </p:nvSpPr>
        <p:spPr bwMode="auto">
          <a:xfrm>
            <a:off x="304800" y="1266825"/>
            <a:ext cx="883920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solidFill>
                  <a:srgbClr val="000000"/>
                </a:solidFill>
                <a:latin typeface="华文中宋" pitchFamily="2" charset="-122"/>
                <a:ea typeface="华文中宋" pitchFamily="2" charset="-122"/>
              </a:rPr>
              <a:t>１） 功能原理是属于质点系的规律（因涉及</a:t>
            </a:r>
            <a:r>
              <a:rPr lang="zh-CN" altLang="en-US" sz="1800" i="1">
                <a:solidFill>
                  <a:srgbClr val="000000"/>
                </a:solidFill>
                <a:latin typeface="华文中宋" pitchFamily="2" charset="-122"/>
                <a:ea typeface="华文中宋" pitchFamily="2" charset="-122"/>
              </a:rPr>
              <a:t>Ｅ</a:t>
            </a:r>
            <a:r>
              <a:rPr lang="en-US" altLang="zh-CN" sz="1800" baseline="-25000">
                <a:solidFill>
                  <a:srgbClr val="000000"/>
                </a:solidFill>
                <a:latin typeface="华文中宋" pitchFamily="2" charset="-122"/>
                <a:ea typeface="华文中宋" pitchFamily="2" charset="-122"/>
              </a:rPr>
              <a:t>P</a:t>
            </a:r>
            <a:r>
              <a:rPr lang="zh-CN" altLang="en-US" sz="1800">
                <a:solidFill>
                  <a:srgbClr val="000000"/>
                </a:solidFill>
                <a:latin typeface="华文中宋" pitchFamily="2" charset="-122"/>
                <a:ea typeface="华文中宋" pitchFamily="2" charset="-122"/>
              </a:rPr>
              <a:t>），与质点系的动能定理不同</a:t>
            </a:r>
          </a:p>
        </p:txBody>
      </p:sp>
      <p:sp>
        <p:nvSpPr>
          <p:cNvPr id="72716" name="Text Box 12"/>
          <p:cNvSpPr txBox="1">
            <a:spLocks noChangeArrowheads="1"/>
          </p:cNvSpPr>
          <p:nvPr/>
        </p:nvSpPr>
        <p:spPr bwMode="auto">
          <a:xfrm>
            <a:off x="585788" y="1771650"/>
            <a:ext cx="2401887"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质点系动能定理</a:t>
            </a:r>
          </a:p>
        </p:txBody>
      </p:sp>
      <p:sp>
        <p:nvSpPr>
          <p:cNvPr id="72717" name="Text Box 13"/>
          <p:cNvSpPr txBox="1">
            <a:spLocks noChangeArrowheads="1"/>
          </p:cNvSpPr>
          <p:nvPr/>
        </p:nvSpPr>
        <p:spPr bwMode="auto">
          <a:xfrm>
            <a:off x="606425" y="2373313"/>
            <a:ext cx="2093913"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质点功能原理</a:t>
            </a:r>
          </a:p>
        </p:txBody>
      </p:sp>
      <p:sp>
        <p:nvSpPr>
          <p:cNvPr id="72718" name="Text Box 14"/>
          <p:cNvSpPr txBox="1">
            <a:spLocks noChangeArrowheads="1"/>
          </p:cNvSpPr>
          <p:nvPr/>
        </p:nvSpPr>
        <p:spPr bwMode="auto">
          <a:xfrm>
            <a:off x="304800" y="3690938"/>
            <a:ext cx="7291388"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latin typeface="华文中宋" pitchFamily="2" charset="-122"/>
                <a:ea typeface="华文中宋" pitchFamily="2" charset="-122"/>
              </a:rPr>
              <a:t>4</a:t>
            </a:r>
            <a:r>
              <a:rPr lang="zh-CN" altLang="en-US" sz="1800">
                <a:latin typeface="华文中宋" pitchFamily="2" charset="-122"/>
                <a:ea typeface="华文中宋" pitchFamily="2" charset="-122"/>
              </a:rPr>
              <a:t>）当质点系内各质点有相对运动时，注意将各量统一到同一惯性系中</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72708"/>
                                        </p:tgtEl>
                                        <p:attrNameLst>
                                          <p:attrName>style.visibility</p:attrName>
                                        </p:attrNameLst>
                                      </p:cBhvr>
                                      <p:to>
                                        <p:strVal val="visible"/>
                                      </p:to>
                                    </p:set>
                                    <p:anim calcmode="lin" valueType="num">
                                      <p:cBhvr>
                                        <p:cTn id="7" dur="500" fill="hold"/>
                                        <p:tgtEl>
                                          <p:spTgt spid="72708"/>
                                        </p:tgtEl>
                                        <p:attrNameLst>
                                          <p:attrName>ppt_w</p:attrName>
                                        </p:attrNameLst>
                                      </p:cBhvr>
                                      <p:tavLst>
                                        <p:tav tm="0">
                                          <p:val>
                                            <p:fltVal val="0"/>
                                          </p:val>
                                        </p:tav>
                                        <p:tav tm="100000">
                                          <p:val>
                                            <p:strVal val="#ppt_w"/>
                                          </p:val>
                                        </p:tav>
                                      </p:tavLst>
                                    </p:anim>
                                    <p:anim calcmode="lin" valueType="num">
                                      <p:cBhvr>
                                        <p:cTn id="8" dur="500" fill="hold"/>
                                        <p:tgtEl>
                                          <p:spTgt spid="72708"/>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72715"/>
                                        </p:tgtEl>
                                        <p:attrNameLst>
                                          <p:attrName>style.visibility</p:attrName>
                                        </p:attrNameLst>
                                      </p:cBhvr>
                                      <p:to>
                                        <p:strVal val="visible"/>
                                      </p:to>
                                    </p:set>
                                    <p:anim calcmode="lin" valueType="num">
                                      <p:cBhvr>
                                        <p:cTn id="13" dur="500" fill="hold"/>
                                        <p:tgtEl>
                                          <p:spTgt spid="72715"/>
                                        </p:tgtEl>
                                        <p:attrNameLst>
                                          <p:attrName>ppt_w</p:attrName>
                                        </p:attrNameLst>
                                      </p:cBhvr>
                                      <p:tavLst>
                                        <p:tav tm="0">
                                          <p:val>
                                            <p:fltVal val="0"/>
                                          </p:val>
                                        </p:tav>
                                        <p:tav tm="100000">
                                          <p:val>
                                            <p:strVal val="#ppt_w"/>
                                          </p:val>
                                        </p:tav>
                                      </p:tavLst>
                                    </p:anim>
                                    <p:anim calcmode="lin" valueType="num">
                                      <p:cBhvr>
                                        <p:cTn id="14" dur="500" fill="hold"/>
                                        <p:tgtEl>
                                          <p:spTgt spid="72715"/>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72716"/>
                                        </p:tgtEl>
                                        <p:attrNameLst>
                                          <p:attrName>style.visibility</p:attrName>
                                        </p:attrNameLst>
                                      </p:cBhvr>
                                      <p:to>
                                        <p:strVal val="visible"/>
                                      </p:to>
                                    </p:set>
                                    <p:anim calcmode="lin" valueType="num">
                                      <p:cBhvr>
                                        <p:cTn id="19" dur="500" fill="hold"/>
                                        <p:tgtEl>
                                          <p:spTgt spid="72716"/>
                                        </p:tgtEl>
                                        <p:attrNameLst>
                                          <p:attrName>ppt_w</p:attrName>
                                        </p:attrNameLst>
                                      </p:cBhvr>
                                      <p:tavLst>
                                        <p:tav tm="0">
                                          <p:val>
                                            <p:fltVal val="0"/>
                                          </p:val>
                                        </p:tav>
                                        <p:tav tm="100000">
                                          <p:val>
                                            <p:strVal val="#ppt_w"/>
                                          </p:val>
                                        </p:tav>
                                      </p:tavLst>
                                    </p:anim>
                                    <p:anim calcmode="lin" valueType="num">
                                      <p:cBhvr>
                                        <p:cTn id="20" dur="500" fill="hold"/>
                                        <p:tgtEl>
                                          <p:spTgt spid="72716"/>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16"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p:cTn id="25" dur="500" fill="hold"/>
                                        <p:tgtEl>
                                          <p:spTgt spid="2"/>
                                        </p:tgtEl>
                                        <p:attrNameLst>
                                          <p:attrName>ppt_w</p:attrName>
                                        </p:attrNameLst>
                                      </p:cBhvr>
                                      <p:tavLst>
                                        <p:tav tm="0">
                                          <p:val>
                                            <p:fltVal val="0"/>
                                          </p:val>
                                        </p:tav>
                                        <p:tav tm="100000">
                                          <p:val>
                                            <p:strVal val="#ppt_w"/>
                                          </p:val>
                                        </p:tav>
                                      </p:tavLst>
                                    </p:anim>
                                    <p:anim calcmode="lin" valueType="num">
                                      <p:cBhvr>
                                        <p:cTn id="26"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72717"/>
                                        </p:tgtEl>
                                        <p:attrNameLst>
                                          <p:attrName>style.visibility</p:attrName>
                                        </p:attrNameLst>
                                      </p:cBhvr>
                                      <p:to>
                                        <p:strVal val="visible"/>
                                      </p:to>
                                    </p:set>
                                    <p:anim calcmode="lin" valueType="num">
                                      <p:cBhvr>
                                        <p:cTn id="31" dur="500" fill="hold"/>
                                        <p:tgtEl>
                                          <p:spTgt spid="72717"/>
                                        </p:tgtEl>
                                        <p:attrNameLst>
                                          <p:attrName>ppt_w</p:attrName>
                                        </p:attrNameLst>
                                      </p:cBhvr>
                                      <p:tavLst>
                                        <p:tav tm="0">
                                          <p:val>
                                            <p:fltVal val="0"/>
                                          </p:val>
                                        </p:tav>
                                        <p:tav tm="100000">
                                          <p:val>
                                            <p:strVal val="#ppt_w"/>
                                          </p:val>
                                        </p:tav>
                                      </p:tavLst>
                                    </p:anim>
                                    <p:anim calcmode="lin" valueType="num">
                                      <p:cBhvr>
                                        <p:cTn id="32" dur="500" fill="hold"/>
                                        <p:tgtEl>
                                          <p:spTgt spid="72717"/>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p:cTn id="37" dur="500" fill="hold"/>
                                        <p:tgtEl>
                                          <p:spTgt spid="3"/>
                                        </p:tgtEl>
                                        <p:attrNameLst>
                                          <p:attrName>ppt_w</p:attrName>
                                        </p:attrNameLst>
                                      </p:cBhvr>
                                      <p:tavLst>
                                        <p:tav tm="0">
                                          <p:val>
                                            <p:fltVal val="0"/>
                                          </p:val>
                                        </p:tav>
                                        <p:tav tm="100000">
                                          <p:val>
                                            <p:strVal val="#ppt_w"/>
                                          </p:val>
                                        </p:tav>
                                      </p:tavLst>
                                    </p:anim>
                                    <p:anim calcmode="lin" valueType="num">
                                      <p:cBhvr>
                                        <p:cTn id="38"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16" fill="hold" grpId="0" nodeType="clickEffect">
                                  <p:stCondLst>
                                    <p:cond delay="0"/>
                                  </p:stCondLst>
                                  <p:childTnLst>
                                    <p:set>
                                      <p:cBhvr>
                                        <p:cTn id="42" dur="1" fill="hold">
                                          <p:stCondLst>
                                            <p:cond delay="0"/>
                                          </p:stCondLst>
                                        </p:cTn>
                                        <p:tgtEl>
                                          <p:spTgt spid="72706"/>
                                        </p:tgtEl>
                                        <p:attrNameLst>
                                          <p:attrName>style.visibility</p:attrName>
                                        </p:attrNameLst>
                                      </p:cBhvr>
                                      <p:to>
                                        <p:strVal val="visible"/>
                                      </p:to>
                                    </p:set>
                                    <p:anim calcmode="lin" valueType="num">
                                      <p:cBhvr>
                                        <p:cTn id="43" dur="500" fill="hold"/>
                                        <p:tgtEl>
                                          <p:spTgt spid="72706"/>
                                        </p:tgtEl>
                                        <p:attrNameLst>
                                          <p:attrName>ppt_w</p:attrName>
                                        </p:attrNameLst>
                                      </p:cBhvr>
                                      <p:tavLst>
                                        <p:tav tm="0">
                                          <p:val>
                                            <p:fltVal val="0"/>
                                          </p:val>
                                        </p:tav>
                                        <p:tav tm="100000">
                                          <p:val>
                                            <p:strVal val="#ppt_w"/>
                                          </p:val>
                                        </p:tav>
                                      </p:tavLst>
                                    </p:anim>
                                    <p:anim calcmode="lin" valueType="num">
                                      <p:cBhvr>
                                        <p:cTn id="44" dur="500" fill="hold"/>
                                        <p:tgtEl>
                                          <p:spTgt spid="72706"/>
                                        </p:tgtEl>
                                        <p:attrNameLst>
                                          <p:attrName>ppt_h</p:attrName>
                                        </p:attrNameLst>
                                      </p:cBhvr>
                                      <p:tavLst>
                                        <p:tav tm="0">
                                          <p:val>
                                            <p:fltVal val="0"/>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3" presetClass="entr" presetSubtype="16" fill="hold" grpId="0" nodeType="clickEffect">
                                  <p:stCondLst>
                                    <p:cond delay="0"/>
                                  </p:stCondLst>
                                  <p:childTnLst>
                                    <p:set>
                                      <p:cBhvr>
                                        <p:cTn id="48" dur="1" fill="hold">
                                          <p:stCondLst>
                                            <p:cond delay="0"/>
                                          </p:stCondLst>
                                        </p:cTn>
                                        <p:tgtEl>
                                          <p:spTgt spid="72707"/>
                                        </p:tgtEl>
                                        <p:attrNameLst>
                                          <p:attrName>style.visibility</p:attrName>
                                        </p:attrNameLst>
                                      </p:cBhvr>
                                      <p:to>
                                        <p:strVal val="visible"/>
                                      </p:to>
                                    </p:set>
                                    <p:anim calcmode="lin" valueType="num">
                                      <p:cBhvr>
                                        <p:cTn id="49" dur="500" fill="hold"/>
                                        <p:tgtEl>
                                          <p:spTgt spid="72707"/>
                                        </p:tgtEl>
                                        <p:attrNameLst>
                                          <p:attrName>ppt_w</p:attrName>
                                        </p:attrNameLst>
                                      </p:cBhvr>
                                      <p:tavLst>
                                        <p:tav tm="0">
                                          <p:val>
                                            <p:fltVal val="0"/>
                                          </p:val>
                                        </p:tav>
                                        <p:tav tm="100000">
                                          <p:val>
                                            <p:strVal val="#ppt_w"/>
                                          </p:val>
                                        </p:tav>
                                      </p:tavLst>
                                    </p:anim>
                                    <p:anim calcmode="lin" valueType="num">
                                      <p:cBhvr>
                                        <p:cTn id="50" dur="500" fill="hold"/>
                                        <p:tgtEl>
                                          <p:spTgt spid="72707"/>
                                        </p:tgtEl>
                                        <p:attrNameLst>
                                          <p:attrName>ppt_h</p:attrName>
                                        </p:attrNameLst>
                                      </p:cBhvr>
                                      <p:tavLst>
                                        <p:tav tm="0">
                                          <p:val>
                                            <p:fltVal val="0"/>
                                          </p:val>
                                        </p:tav>
                                        <p:tav tm="100000">
                                          <p:val>
                                            <p:strVal val="#ppt_h"/>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3" presetClass="entr" presetSubtype="16" fill="hold" grpId="0" nodeType="clickEffect">
                                  <p:stCondLst>
                                    <p:cond delay="0"/>
                                  </p:stCondLst>
                                  <p:childTnLst>
                                    <p:set>
                                      <p:cBhvr>
                                        <p:cTn id="54" dur="1" fill="hold">
                                          <p:stCondLst>
                                            <p:cond delay="0"/>
                                          </p:stCondLst>
                                        </p:cTn>
                                        <p:tgtEl>
                                          <p:spTgt spid="72718"/>
                                        </p:tgtEl>
                                        <p:attrNameLst>
                                          <p:attrName>style.visibility</p:attrName>
                                        </p:attrNameLst>
                                      </p:cBhvr>
                                      <p:to>
                                        <p:strVal val="visible"/>
                                      </p:to>
                                    </p:set>
                                    <p:anim calcmode="lin" valueType="num">
                                      <p:cBhvr>
                                        <p:cTn id="55" dur="500" fill="hold"/>
                                        <p:tgtEl>
                                          <p:spTgt spid="72718"/>
                                        </p:tgtEl>
                                        <p:attrNameLst>
                                          <p:attrName>ppt_w</p:attrName>
                                        </p:attrNameLst>
                                      </p:cBhvr>
                                      <p:tavLst>
                                        <p:tav tm="0">
                                          <p:val>
                                            <p:fltVal val="0"/>
                                          </p:val>
                                        </p:tav>
                                        <p:tav tm="100000">
                                          <p:val>
                                            <p:strVal val="#ppt_w"/>
                                          </p:val>
                                        </p:tav>
                                      </p:tavLst>
                                    </p:anim>
                                    <p:anim calcmode="lin" valueType="num">
                                      <p:cBhvr>
                                        <p:cTn id="56" dur="500" fill="hold"/>
                                        <p:tgtEl>
                                          <p:spTgt spid="727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autoUpdateAnimBg="0"/>
      <p:bldP spid="72707" grpId="0" autoUpdateAnimBg="0"/>
      <p:bldP spid="72708" grpId="0" autoUpdateAnimBg="0"/>
      <p:bldP spid="72715" grpId="0" autoUpdateAnimBg="0"/>
      <p:bldP spid="72716" grpId="0" autoUpdateAnimBg="0"/>
      <p:bldP spid="72717" grpId="0" autoUpdateAnimBg="0"/>
      <p:bldP spid="72718"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Text Box 3"/>
          <p:cNvSpPr txBox="1">
            <a:spLocks noChangeArrowheads="1"/>
          </p:cNvSpPr>
          <p:nvPr/>
        </p:nvSpPr>
        <p:spPr bwMode="auto">
          <a:xfrm>
            <a:off x="3114675" y="1165225"/>
            <a:ext cx="2105025"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latin typeface="华文中宋" pitchFamily="2" charset="-122"/>
                <a:ea typeface="华文中宋" pitchFamily="2" charset="-122"/>
              </a:rPr>
              <a:t>由功能原理式可知 </a:t>
            </a:r>
          </a:p>
        </p:txBody>
      </p:sp>
      <p:sp>
        <p:nvSpPr>
          <p:cNvPr id="73732" name="Text Box 4"/>
          <p:cNvSpPr txBox="1">
            <a:spLocks noChangeArrowheads="1"/>
          </p:cNvSpPr>
          <p:nvPr/>
        </p:nvSpPr>
        <p:spPr bwMode="auto">
          <a:xfrm>
            <a:off x="588963" y="1625600"/>
            <a:ext cx="160655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solidFill>
                  <a:srgbClr val="FF0000"/>
                </a:solidFill>
                <a:latin typeface="华文中宋" pitchFamily="2" charset="-122"/>
                <a:ea typeface="华文中宋" pitchFamily="2" charset="-122"/>
              </a:rPr>
              <a:t>注意：</a:t>
            </a:r>
          </a:p>
        </p:txBody>
      </p:sp>
      <p:grpSp>
        <p:nvGrpSpPr>
          <p:cNvPr id="2" name="Group 5"/>
          <p:cNvGrpSpPr>
            <a:grpSpLocks/>
          </p:cNvGrpSpPr>
          <p:nvPr/>
        </p:nvGrpSpPr>
        <p:grpSpPr bwMode="auto">
          <a:xfrm>
            <a:off x="2700338" y="1924050"/>
            <a:ext cx="4035425" cy="441325"/>
            <a:chOff x="-9" y="-9"/>
            <a:chExt cx="2542" cy="370"/>
          </a:xfrm>
        </p:grpSpPr>
        <p:graphicFrame>
          <p:nvGraphicFramePr>
            <p:cNvPr id="67605" name="Object 6"/>
            <p:cNvGraphicFramePr>
              <a:graphicFrameLocks noChangeAspect="1"/>
            </p:cNvGraphicFramePr>
            <p:nvPr/>
          </p:nvGraphicFramePr>
          <p:xfrm>
            <a:off x="-9" y="-9"/>
            <a:ext cx="642" cy="370"/>
          </p:xfrm>
          <a:graphic>
            <a:graphicData uri="http://schemas.openxmlformats.org/presentationml/2006/ole">
              <p:oleObj spid="_x0000_s67621" name="公式" r:id="rId3" imgW="444307" imgH="241195" progId="Equation.3">
                <p:embed/>
              </p:oleObj>
            </a:graphicData>
          </a:graphic>
        </p:graphicFrame>
        <p:sp>
          <p:nvSpPr>
            <p:cNvPr id="67606" name="Rectangle 7"/>
            <p:cNvSpPr>
              <a:spLocks noChangeArrowheads="1"/>
            </p:cNvSpPr>
            <p:nvPr/>
          </p:nvSpPr>
          <p:spPr bwMode="auto">
            <a:xfrm>
              <a:off x="672" y="13"/>
              <a:ext cx="1861"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eaLnBrk="0" hangingPunct="0"/>
              <a:r>
                <a:rPr lang="zh-CN" altLang="en-US" sz="1800">
                  <a:solidFill>
                    <a:srgbClr val="000000"/>
                  </a:solidFill>
                  <a:latin typeface="华文中宋" pitchFamily="2" charset="-122"/>
                  <a:ea typeface="华文中宋" pitchFamily="2" charset="-122"/>
                </a:rPr>
                <a:t>系统与外界无机械能的交换</a:t>
              </a:r>
            </a:p>
          </p:txBody>
        </p:sp>
      </p:grpSp>
      <p:grpSp>
        <p:nvGrpSpPr>
          <p:cNvPr id="3" name="Group 8"/>
          <p:cNvGrpSpPr>
            <a:grpSpLocks/>
          </p:cNvGrpSpPr>
          <p:nvPr/>
        </p:nvGrpSpPr>
        <p:grpSpPr bwMode="auto">
          <a:xfrm>
            <a:off x="2593975" y="2355850"/>
            <a:ext cx="5722938" cy="463550"/>
            <a:chOff x="-10" y="0"/>
            <a:chExt cx="3605" cy="390"/>
          </a:xfrm>
        </p:grpSpPr>
        <p:sp>
          <p:nvSpPr>
            <p:cNvPr id="67603" name="Rectangle 9"/>
            <p:cNvSpPr>
              <a:spLocks noChangeArrowheads="1"/>
            </p:cNvSpPr>
            <p:nvPr/>
          </p:nvSpPr>
          <p:spPr bwMode="auto">
            <a:xfrm>
              <a:off x="768" y="48"/>
              <a:ext cx="2827"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eaLnBrk="0" hangingPunct="0"/>
              <a:r>
                <a:rPr lang="zh-CN" altLang="en-US" sz="1800">
                  <a:solidFill>
                    <a:srgbClr val="000000"/>
                  </a:solidFill>
                  <a:latin typeface="华文中宋" pitchFamily="2" charset="-122"/>
                  <a:ea typeface="华文中宋" pitchFamily="2" charset="-122"/>
                </a:rPr>
                <a:t>系统内部无机械能与其他能量形式的转换 </a:t>
              </a:r>
              <a:r>
                <a:rPr lang="zh-CN" altLang="en-US" sz="1800">
                  <a:latin typeface="华文中宋" pitchFamily="2" charset="-122"/>
                  <a:ea typeface="华文中宋" pitchFamily="2" charset="-122"/>
                </a:rPr>
                <a:t> </a:t>
              </a:r>
            </a:p>
          </p:txBody>
        </p:sp>
        <p:graphicFrame>
          <p:nvGraphicFramePr>
            <p:cNvPr id="67604" name="Object 10"/>
            <p:cNvGraphicFramePr>
              <a:graphicFrameLocks noChangeAspect="1"/>
            </p:cNvGraphicFramePr>
            <p:nvPr/>
          </p:nvGraphicFramePr>
          <p:xfrm>
            <a:off x="-10" y="0"/>
            <a:ext cx="837" cy="390"/>
          </p:xfrm>
          <a:graphic>
            <a:graphicData uri="http://schemas.openxmlformats.org/presentationml/2006/ole">
              <p:oleObj spid="_x0000_s67622" name="公式" r:id="rId4" imgW="520474" imgH="241195" progId="Equation.3">
                <p:embed/>
              </p:oleObj>
            </a:graphicData>
          </a:graphic>
        </p:graphicFrame>
      </p:grpSp>
      <p:sp>
        <p:nvSpPr>
          <p:cNvPr id="73739" name="Text Box 11"/>
          <p:cNvSpPr txBox="1">
            <a:spLocks noChangeArrowheads="1"/>
          </p:cNvSpPr>
          <p:nvPr/>
        </p:nvSpPr>
        <p:spPr bwMode="auto">
          <a:xfrm>
            <a:off x="827088" y="2787650"/>
            <a:ext cx="36322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en-US" altLang="zh-CN" sz="1800">
                <a:solidFill>
                  <a:srgbClr val="000000"/>
                </a:solidFill>
                <a:latin typeface="华文中宋" pitchFamily="2" charset="-122"/>
                <a:ea typeface="华文中宋" pitchFamily="2" charset="-122"/>
              </a:rPr>
              <a:t>2</a:t>
            </a:r>
            <a:r>
              <a:rPr lang="zh-CN" altLang="en-US" sz="1800">
                <a:solidFill>
                  <a:srgbClr val="000000"/>
                </a:solidFill>
                <a:latin typeface="华文中宋" pitchFamily="2" charset="-122"/>
                <a:ea typeface="华文中宋" pitchFamily="2" charset="-122"/>
              </a:rPr>
              <a:t>）当系统机械能守恒时，应有： </a:t>
            </a:r>
          </a:p>
        </p:txBody>
      </p:sp>
      <p:grpSp>
        <p:nvGrpSpPr>
          <p:cNvPr id="4" name="Group 33"/>
          <p:cNvGrpSpPr>
            <a:grpSpLocks/>
          </p:cNvGrpSpPr>
          <p:nvPr/>
        </p:nvGrpSpPr>
        <p:grpSpPr bwMode="auto">
          <a:xfrm>
            <a:off x="1752600" y="3148013"/>
            <a:ext cx="6059488" cy="460375"/>
            <a:chOff x="787" y="2931"/>
            <a:chExt cx="3953" cy="386"/>
          </a:xfrm>
        </p:grpSpPr>
        <p:graphicFrame>
          <p:nvGraphicFramePr>
            <p:cNvPr id="67601" name="Object 12"/>
            <p:cNvGraphicFramePr>
              <a:graphicFrameLocks noChangeAspect="1"/>
            </p:cNvGraphicFramePr>
            <p:nvPr/>
          </p:nvGraphicFramePr>
          <p:xfrm>
            <a:off x="787" y="2931"/>
            <a:ext cx="2109" cy="379"/>
          </p:xfrm>
          <a:graphic>
            <a:graphicData uri="http://schemas.openxmlformats.org/presentationml/2006/ole">
              <p:oleObj spid="_x0000_s67623" name="公式" r:id="rId5" imgW="1333500" imgH="241300" progId="Equation.3">
                <p:embed/>
              </p:oleObj>
            </a:graphicData>
          </a:graphic>
        </p:graphicFrame>
        <p:graphicFrame>
          <p:nvGraphicFramePr>
            <p:cNvPr id="67602" name="Object 13"/>
            <p:cNvGraphicFramePr>
              <a:graphicFrameLocks noChangeAspect="1"/>
            </p:cNvGraphicFramePr>
            <p:nvPr/>
          </p:nvGraphicFramePr>
          <p:xfrm>
            <a:off x="2919" y="2931"/>
            <a:ext cx="1821" cy="386"/>
          </p:xfrm>
          <a:graphic>
            <a:graphicData uri="http://schemas.openxmlformats.org/presentationml/2006/ole">
              <p:oleObj spid="_x0000_s67624" name="公式" r:id="rId6" imgW="1016000" imgH="241300" progId="Equation.3">
                <p:embed/>
              </p:oleObj>
            </a:graphicData>
          </a:graphic>
        </p:graphicFrame>
      </p:grpSp>
      <p:grpSp>
        <p:nvGrpSpPr>
          <p:cNvPr id="5" name="Group 31"/>
          <p:cNvGrpSpPr>
            <a:grpSpLocks/>
          </p:cNvGrpSpPr>
          <p:nvPr/>
        </p:nvGrpSpPr>
        <p:grpSpPr bwMode="auto">
          <a:xfrm>
            <a:off x="3140075" y="1563688"/>
            <a:ext cx="5176838" cy="374650"/>
            <a:chOff x="597" y="887"/>
            <a:chExt cx="3261" cy="315"/>
          </a:xfrm>
        </p:grpSpPr>
        <p:sp>
          <p:nvSpPr>
            <p:cNvPr id="67598" name="Text Box 16"/>
            <p:cNvSpPr txBox="1">
              <a:spLocks noChangeArrowheads="1"/>
            </p:cNvSpPr>
            <p:nvPr/>
          </p:nvSpPr>
          <p:spPr bwMode="auto">
            <a:xfrm>
              <a:off x="597" y="887"/>
              <a:ext cx="3261"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latin typeface="华文中宋" pitchFamily="2" charset="-122"/>
                  <a:ea typeface="华文中宋" pitchFamily="2" charset="-122"/>
                </a:rPr>
                <a:t>若             和             ，则系统的机械能守恒。 </a:t>
              </a:r>
            </a:p>
          </p:txBody>
        </p:sp>
        <p:graphicFrame>
          <p:nvGraphicFramePr>
            <p:cNvPr id="67599" name="Object 17"/>
            <p:cNvGraphicFramePr>
              <a:graphicFrameLocks noChangeAspect="1"/>
            </p:cNvGraphicFramePr>
            <p:nvPr/>
          </p:nvGraphicFramePr>
          <p:xfrm>
            <a:off x="749" y="890"/>
            <a:ext cx="633" cy="298"/>
          </p:xfrm>
          <a:graphic>
            <a:graphicData uri="http://schemas.openxmlformats.org/presentationml/2006/ole">
              <p:oleObj spid="_x0000_s67625" name="公式" r:id="rId7" imgW="520474" imgH="241195" progId="Equation.3">
                <p:embed/>
              </p:oleObj>
            </a:graphicData>
          </a:graphic>
        </p:graphicFrame>
        <p:graphicFrame>
          <p:nvGraphicFramePr>
            <p:cNvPr id="67600" name="Object 18"/>
            <p:cNvGraphicFramePr>
              <a:graphicFrameLocks noChangeAspect="1"/>
            </p:cNvGraphicFramePr>
            <p:nvPr/>
          </p:nvGraphicFramePr>
          <p:xfrm>
            <a:off x="1541" y="895"/>
            <a:ext cx="614" cy="307"/>
          </p:xfrm>
          <a:graphic>
            <a:graphicData uri="http://schemas.openxmlformats.org/presentationml/2006/ole">
              <p:oleObj spid="_x0000_s67626" name="公式" r:id="rId8" imgW="482391" imgH="241195" progId="Equation.3">
                <p:embed/>
              </p:oleObj>
            </a:graphicData>
          </a:graphic>
        </p:graphicFrame>
      </p:grpSp>
      <p:graphicFrame>
        <p:nvGraphicFramePr>
          <p:cNvPr id="73747" name="Object 19"/>
          <p:cNvGraphicFramePr>
            <a:graphicFrameLocks noChangeAspect="1"/>
          </p:cNvGraphicFramePr>
          <p:nvPr/>
        </p:nvGraphicFramePr>
        <p:xfrm>
          <a:off x="5273675" y="1165225"/>
          <a:ext cx="3429000" cy="431800"/>
        </p:xfrm>
        <a:graphic>
          <a:graphicData uri="http://schemas.openxmlformats.org/presentationml/2006/ole">
            <p:oleObj spid="_x0000_s67627" name="公式" r:id="rId9" imgW="1320227" imgH="241195" progId="Equation.3">
              <p:embed/>
            </p:oleObj>
          </a:graphicData>
        </a:graphic>
      </p:graphicFrame>
      <p:sp>
        <p:nvSpPr>
          <p:cNvPr id="73760" name="Text Box 32"/>
          <p:cNvSpPr txBox="1">
            <a:spLocks noChangeArrowheads="1"/>
          </p:cNvSpPr>
          <p:nvPr/>
        </p:nvSpPr>
        <p:spPr bwMode="auto">
          <a:xfrm>
            <a:off x="755650" y="1939925"/>
            <a:ext cx="178593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en-US" altLang="zh-CN" sz="1800">
                <a:solidFill>
                  <a:srgbClr val="000000"/>
                </a:solidFill>
                <a:latin typeface="华文中宋" pitchFamily="2" charset="-122"/>
                <a:ea typeface="华文中宋" pitchFamily="2" charset="-122"/>
              </a:rPr>
              <a:t>1</a:t>
            </a:r>
            <a:r>
              <a:rPr lang="zh-CN" altLang="en-US" sz="1800">
                <a:solidFill>
                  <a:srgbClr val="000000"/>
                </a:solidFill>
                <a:latin typeface="华文中宋" pitchFamily="2" charset="-122"/>
                <a:ea typeface="华文中宋" pitchFamily="2" charset="-122"/>
              </a:rPr>
              <a:t>）守恒条件：</a:t>
            </a:r>
            <a:r>
              <a:rPr lang="en-US" altLang="zh-CN" sz="1800">
                <a:solidFill>
                  <a:srgbClr val="000000"/>
                </a:solidFill>
                <a:latin typeface="华文中宋" pitchFamily="2" charset="-122"/>
                <a:ea typeface="华文中宋" pitchFamily="2" charset="-122"/>
              </a:rPr>
              <a:t> </a:t>
            </a:r>
          </a:p>
        </p:txBody>
      </p:sp>
      <p:sp>
        <p:nvSpPr>
          <p:cNvPr id="73763" name="Rectangle 35"/>
          <p:cNvSpPr>
            <a:spLocks noChangeArrowheads="1"/>
          </p:cNvSpPr>
          <p:nvPr/>
        </p:nvSpPr>
        <p:spPr bwMode="auto">
          <a:xfrm>
            <a:off x="582613" y="4011613"/>
            <a:ext cx="83820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eaLnBrk="0" hangingPunct="0"/>
            <a:r>
              <a:rPr lang="zh-CN" altLang="en-US" sz="1800">
                <a:latin typeface="华文中宋" pitchFamily="2" charset="-122"/>
                <a:ea typeface="华文中宋" pitchFamily="2" charset="-122"/>
              </a:rPr>
              <a:t>    在一个孤立的系统内，各种形态的能量可以相互转换，但无能怎样转换，这个系统的总能量将始终保持不变。</a:t>
            </a:r>
          </a:p>
        </p:txBody>
      </p:sp>
      <p:sp>
        <p:nvSpPr>
          <p:cNvPr id="23" name="Text Box 2"/>
          <p:cNvSpPr>
            <a:spLocks noChangeArrowheads="1"/>
          </p:cNvSpPr>
          <p:nvPr/>
        </p:nvSpPr>
        <p:spPr bwMode="auto">
          <a:xfrm>
            <a:off x="409575" y="906463"/>
            <a:ext cx="2762250" cy="400050"/>
          </a:xfrm>
          <a:prstGeom prst="homePlate">
            <a:avLst>
              <a:gd name="adj" fmla="val 49868"/>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buFont typeface="Arial" charset="0"/>
              <a:buNone/>
            </a:pPr>
            <a:r>
              <a:rPr lang="zh-CN" altLang="en-US" sz="2000">
                <a:solidFill>
                  <a:srgbClr val="FFFFFF"/>
                </a:solidFill>
                <a:latin typeface="微软雅黑" pitchFamily="34" charset="-122"/>
                <a:ea typeface="微软雅黑" pitchFamily="34" charset="-122"/>
              </a:rPr>
              <a:t>五、机械能守恒定律</a:t>
            </a:r>
          </a:p>
        </p:txBody>
      </p:sp>
      <p:sp>
        <p:nvSpPr>
          <p:cNvPr id="24" name="Text Box 2"/>
          <p:cNvSpPr>
            <a:spLocks noChangeArrowheads="1"/>
          </p:cNvSpPr>
          <p:nvPr/>
        </p:nvSpPr>
        <p:spPr bwMode="auto">
          <a:xfrm>
            <a:off x="755650" y="3579813"/>
            <a:ext cx="3333750" cy="400050"/>
          </a:xfrm>
          <a:prstGeom prst="homePlate">
            <a:avLst>
              <a:gd name="adj" fmla="val 49846"/>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a:buFont typeface="Arial" charset="0"/>
              <a:buNone/>
            </a:pPr>
            <a:r>
              <a:rPr lang="zh-CN" altLang="en-US" sz="2000">
                <a:solidFill>
                  <a:srgbClr val="FFFFFF"/>
                </a:solidFill>
                <a:latin typeface="微软雅黑" pitchFamily="34" charset="-122"/>
                <a:ea typeface="微软雅黑" pitchFamily="34" charset="-122"/>
              </a:rPr>
              <a:t>六、能量转换与守恒定律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down)">
                                      <p:cBhvr>
                                        <p:cTn id="7" dur="500"/>
                                        <p:tgtEl>
                                          <p:spTgt spid="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73731"/>
                                        </p:tgtEl>
                                        <p:attrNameLst>
                                          <p:attrName>style.visibility</p:attrName>
                                        </p:attrNameLst>
                                      </p:cBhvr>
                                      <p:to>
                                        <p:strVal val="visible"/>
                                      </p:to>
                                    </p:set>
                                    <p:anim calcmode="lin" valueType="num">
                                      <p:cBhvr>
                                        <p:cTn id="12" dur="500" fill="hold"/>
                                        <p:tgtEl>
                                          <p:spTgt spid="73731"/>
                                        </p:tgtEl>
                                        <p:attrNameLst>
                                          <p:attrName>ppt_x</p:attrName>
                                        </p:attrNameLst>
                                      </p:cBhvr>
                                      <p:tavLst>
                                        <p:tav tm="0">
                                          <p:val>
                                            <p:strVal val="#ppt_x-#ppt_w/2"/>
                                          </p:val>
                                        </p:tav>
                                        <p:tav tm="100000">
                                          <p:val>
                                            <p:strVal val="#ppt_x"/>
                                          </p:val>
                                        </p:tav>
                                      </p:tavLst>
                                    </p:anim>
                                    <p:anim calcmode="lin" valueType="num">
                                      <p:cBhvr>
                                        <p:cTn id="13" dur="500" fill="hold"/>
                                        <p:tgtEl>
                                          <p:spTgt spid="73731"/>
                                        </p:tgtEl>
                                        <p:attrNameLst>
                                          <p:attrName>ppt_y</p:attrName>
                                        </p:attrNameLst>
                                      </p:cBhvr>
                                      <p:tavLst>
                                        <p:tav tm="0">
                                          <p:val>
                                            <p:strVal val="#ppt_y"/>
                                          </p:val>
                                        </p:tav>
                                        <p:tav tm="100000">
                                          <p:val>
                                            <p:strVal val="#ppt_y"/>
                                          </p:val>
                                        </p:tav>
                                      </p:tavLst>
                                    </p:anim>
                                    <p:anim calcmode="lin" valueType="num">
                                      <p:cBhvr>
                                        <p:cTn id="14" dur="500" fill="hold"/>
                                        <p:tgtEl>
                                          <p:spTgt spid="73731"/>
                                        </p:tgtEl>
                                        <p:attrNameLst>
                                          <p:attrName>ppt_w</p:attrName>
                                        </p:attrNameLst>
                                      </p:cBhvr>
                                      <p:tavLst>
                                        <p:tav tm="0">
                                          <p:val>
                                            <p:fltVal val="0"/>
                                          </p:val>
                                        </p:tav>
                                        <p:tav tm="100000">
                                          <p:val>
                                            <p:strVal val="#ppt_w"/>
                                          </p:val>
                                        </p:tav>
                                      </p:tavLst>
                                    </p:anim>
                                    <p:anim calcmode="lin" valueType="num">
                                      <p:cBhvr>
                                        <p:cTn id="15" dur="500" fill="hold"/>
                                        <p:tgtEl>
                                          <p:spTgt spid="73731"/>
                                        </p:tgtEl>
                                        <p:attrNameLst>
                                          <p:attrName>ppt_h</p:attrName>
                                        </p:attrNameLst>
                                      </p:cBhvr>
                                      <p:tavLst>
                                        <p:tav tm="0">
                                          <p:val>
                                            <p:strVal val="#ppt_h"/>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8" fill="hold" nodeType="clickEffect">
                                  <p:stCondLst>
                                    <p:cond delay="0"/>
                                  </p:stCondLst>
                                  <p:childTnLst>
                                    <p:set>
                                      <p:cBhvr>
                                        <p:cTn id="19" dur="1" fill="hold">
                                          <p:stCondLst>
                                            <p:cond delay="0"/>
                                          </p:stCondLst>
                                        </p:cTn>
                                        <p:tgtEl>
                                          <p:spTgt spid="73747"/>
                                        </p:tgtEl>
                                        <p:attrNameLst>
                                          <p:attrName>style.visibility</p:attrName>
                                        </p:attrNameLst>
                                      </p:cBhvr>
                                      <p:to>
                                        <p:strVal val="visible"/>
                                      </p:to>
                                    </p:set>
                                    <p:anim calcmode="lin" valueType="num">
                                      <p:cBhvr>
                                        <p:cTn id="20" dur="500" fill="hold"/>
                                        <p:tgtEl>
                                          <p:spTgt spid="73747"/>
                                        </p:tgtEl>
                                        <p:attrNameLst>
                                          <p:attrName>ppt_x</p:attrName>
                                        </p:attrNameLst>
                                      </p:cBhvr>
                                      <p:tavLst>
                                        <p:tav tm="0">
                                          <p:val>
                                            <p:strVal val="#ppt_x-#ppt_w/2"/>
                                          </p:val>
                                        </p:tav>
                                        <p:tav tm="100000">
                                          <p:val>
                                            <p:strVal val="#ppt_x"/>
                                          </p:val>
                                        </p:tav>
                                      </p:tavLst>
                                    </p:anim>
                                    <p:anim calcmode="lin" valueType="num">
                                      <p:cBhvr>
                                        <p:cTn id="21" dur="500" fill="hold"/>
                                        <p:tgtEl>
                                          <p:spTgt spid="73747"/>
                                        </p:tgtEl>
                                        <p:attrNameLst>
                                          <p:attrName>ppt_y</p:attrName>
                                        </p:attrNameLst>
                                      </p:cBhvr>
                                      <p:tavLst>
                                        <p:tav tm="0">
                                          <p:val>
                                            <p:strVal val="#ppt_y"/>
                                          </p:val>
                                        </p:tav>
                                        <p:tav tm="100000">
                                          <p:val>
                                            <p:strVal val="#ppt_y"/>
                                          </p:val>
                                        </p:tav>
                                      </p:tavLst>
                                    </p:anim>
                                    <p:anim calcmode="lin" valueType="num">
                                      <p:cBhvr>
                                        <p:cTn id="22" dur="500" fill="hold"/>
                                        <p:tgtEl>
                                          <p:spTgt spid="73747"/>
                                        </p:tgtEl>
                                        <p:attrNameLst>
                                          <p:attrName>ppt_w</p:attrName>
                                        </p:attrNameLst>
                                      </p:cBhvr>
                                      <p:tavLst>
                                        <p:tav tm="0">
                                          <p:val>
                                            <p:fltVal val="0"/>
                                          </p:val>
                                        </p:tav>
                                        <p:tav tm="100000">
                                          <p:val>
                                            <p:strVal val="#ppt_w"/>
                                          </p:val>
                                        </p:tav>
                                      </p:tavLst>
                                    </p:anim>
                                    <p:anim calcmode="lin" valueType="num">
                                      <p:cBhvr>
                                        <p:cTn id="23" dur="500" fill="hold"/>
                                        <p:tgtEl>
                                          <p:spTgt spid="73747"/>
                                        </p:tgtEl>
                                        <p:attrNameLst>
                                          <p:attrName>ppt_h</p:attrName>
                                        </p:attrNameLst>
                                      </p:cBhvr>
                                      <p:tavLst>
                                        <p:tav tm="0">
                                          <p:val>
                                            <p:strVal val="#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blinds(horizontal)">
                                      <p:cBhvr>
                                        <p:cTn id="28" dur="500"/>
                                        <p:tgtEl>
                                          <p:spTgt spid="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7" presetClass="entr" presetSubtype="8" fill="hold" grpId="0" nodeType="clickEffect">
                                  <p:stCondLst>
                                    <p:cond delay="0"/>
                                  </p:stCondLst>
                                  <p:childTnLst>
                                    <p:set>
                                      <p:cBhvr>
                                        <p:cTn id="32" dur="1" fill="hold">
                                          <p:stCondLst>
                                            <p:cond delay="0"/>
                                          </p:stCondLst>
                                        </p:cTn>
                                        <p:tgtEl>
                                          <p:spTgt spid="73732"/>
                                        </p:tgtEl>
                                        <p:attrNameLst>
                                          <p:attrName>style.visibility</p:attrName>
                                        </p:attrNameLst>
                                      </p:cBhvr>
                                      <p:to>
                                        <p:strVal val="visible"/>
                                      </p:to>
                                    </p:set>
                                    <p:anim calcmode="lin" valueType="num">
                                      <p:cBhvr>
                                        <p:cTn id="33" dur="500" fill="hold"/>
                                        <p:tgtEl>
                                          <p:spTgt spid="73732"/>
                                        </p:tgtEl>
                                        <p:attrNameLst>
                                          <p:attrName>ppt_x</p:attrName>
                                        </p:attrNameLst>
                                      </p:cBhvr>
                                      <p:tavLst>
                                        <p:tav tm="0">
                                          <p:val>
                                            <p:strVal val="#ppt_x-#ppt_w/2"/>
                                          </p:val>
                                        </p:tav>
                                        <p:tav tm="100000">
                                          <p:val>
                                            <p:strVal val="#ppt_x"/>
                                          </p:val>
                                        </p:tav>
                                      </p:tavLst>
                                    </p:anim>
                                    <p:anim calcmode="lin" valueType="num">
                                      <p:cBhvr>
                                        <p:cTn id="34" dur="500" fill="hold"/>
                                        <p:tgtEl>
                                          <p:spTgt spid="73732"/>
                                        </p:tgtEl>
                                        <p:attrNameLst>
                                          <p:attrName>ppt_y</p:attrName>
                                        </p:attrNameLst>
                                      </p:cBhvr>
                                      <p:tavLst>
                                        <p:tav tm="0">
                                          <p:val>
                                            <p:strVal val="#ppt_y"/>
                                          </p:val>
                                        </p:tav>
                                        <p:tav tm="100000">
                                          <p:val>
                                            <p:strVal val="#ppt_y"/>
                                          </p:val>
                                        </p:tav>
                                      </p:tavLst>
                                    </p:anim>
                                    <p:anim calcmode="lin" valueType="num">
                                      <p:cBhvr>
                                        <p:cTn id="35" dur="500" fill="hold"/>
                                        <p:tgtEl>
                                          <p:spTgt spid="73732"/>
                                        </p:tgtEl>
                                        <p:attrNameLst>
                                          <p:attrName>ppt_w</p:attrName>
                                        </p:attrNameLst>
                                      </p:cBhvr>
                                      <p:tavLst>
                                        <p:tav tm="0">
                                          <p:val>
                                            <p:fltVal val="0"/>
                                          </p:val>
                                        </p:tav>
                                        <p:tav tm="100000">
                                          <p:val>
                                            <p:strVal val="#ppt_w"/>
                                          </p:val>
                                        </p:tav>
                                      </p:tavLst>
                                    </p:anim>
                                    <p:anim calcmode="lin" valueType="num">
                                      <p:cBhvr>
                                        <p:cTn id="36" dur="500" fill="hold"/>
                                        <p:tgtEl>
                                          <p:spTgt spid="73732"/>
                                        </p:tgtEl>
                                        <p:attrNameLst>
                                          <p:attrName>ppt_h</p:attrName>
                                        </p:attrNameLst>
                                      </p:cBhvr>
                                      <p:tavLst>
                                        <p:tav tm="0">
                                          <p:val>
                                            <p:strVal val="#ppt_h"/>
                                          </p:val>
                                        </p:tav>
                                        <p:tav tm="100000">
                                          <p:val>
                                            <p:strVal val="#ppt_h"/>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17" presetClass="entr" presetSubtype="8" fill="hold" grpId="0" nodeType="clickEffect">
                                  <p:stCondLst>
                                    <p:cond delay="0"/>
                                  </p:stCondLst>
                                  <p:childTnLst>
                                    <p:set>
                                      <p:cBhvr>
                                        <p:cTn id="40" dur="1" fill="hold">
                                          <p:stCondLst>
                                            <p:cond delay="0"/>
                                          </p:stCondLst>
                                        </p:cTn>
                                        <p:tgtEl>
                                          <p:spTgt spid="73760"/>
                                        </p:tgtEl>
                                        <p:attrNameLst>
                                          <p:attrName>style.visibility</p:attrName>
                                        </p:attrNameLst>
                                      </p:cBhvr>
                                      <p:to>
                                        <p:strVal val="visible"/>
                                      </p:to>
                                    </p:set>
                                    <p:anim calcmode="lin" valueType="num">
                                      <p:cBhvr>
                                        <p:cTn id="41" dur="500" fill="hold"/>
                                        <p:tgtEl>
                                          <p:spTgt spid="73760"/>
                                        </p:tgtEl>
                                        <p:attrNameLst>
                                          <p:attrName>ppt_x</p:attrName>
                                        </p:attrNameLst>
                                      </p:cBhvr>
                                      <p:tavLst>
                                        <p:tav tm="0">
                                          <p:val>
                                            <p:strVal val="#ppt_x-#ppt_w/2"/>
                                          </p:val>
                                        </p:tav>
                                        <p:tav tm="100000">
                                          <p:val>
                                            <p:strVal val="#ppt_x"/>
                                          </p:val>
                                        </p:tav>
                                      </p:tavLst>
                                    </p:anim>
                                    <p:anim calcmode="lin" valueType="num">
                                      <p:cBhvr>
                                        <p:cTn id="42" dur="500" fill="hold"/>
                                        <p:tgtEl>
                                          <p:spTgt spid="73760"/>
                                        </p:tgtEl>
                                        <p:attrNameLst>
                                          <p:attrName>ppt_y</p:attrName>
                                        </p:attrNameLst>
                                      </p:cBhvr>
                                      <p:tavLst>
                                        <p:tav tm="0">
                                          <p:val>
                                            <p:strVal val="#ppt_y"/>
                                          </p:val>
                                        </p:tav>
                                        <p:tav tm="100000">
                                          <p:val>
                                            <p:strVal val="#ppt_y"/>
                                          </p:val>
                                        </p:tav>
                                      </p:tavLst>
                                    </p:anim>
                                    <p:anim calcmode="lin" valueType="num">
                                      <p:cBhvr>
                                        <p:cTn id="43" dur="500" fill="hold"/>
                                        <p:tgtEl>
                                          <p:spTgt spid="73760"/>
                                        </p:tgtEl>
                                        <p:attrNameLst>
                                          <p:attrName>ppt_w</p:attrName>
                                        </p:attrNameLst>
                                      </p:cBhvr>
                                      <p:tavLst>
                                        <p:tav tm="0">
                                          <p:val>
                                            <p:fltVal val="0"/>
                                          </p:val>
                                        </p:tav>
                                        <p:tav tm="100000">
                                          <p:val>
                                            <p:strVal val="#ppt_w"/>
                                          </p:val>
                                        </p:tav>
                                      </p:tavLst>
                                    </p:anim>
                                    <p:anim calcmode="lin" valueType="num">
                                      <p:cBhvr>
                                        <p:cTn id="44" dur="500" fill="hold"/>
                                        <p:tgtEl>
                                          <p:spTgt spid="73760"/>
                                        </p:tgtEl>
                                        <p:attrNameLst>
                                          <p:attrName>ppt_h</p:attrName>
                                        </p:attrNameLst>
                                      </p:cBhvr>
                                      <p:tavLst>
                                        <p:tav tm="0">
                                          <p:val>
                                            <p:strVal val="#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8" fill="hold" nodeType="clickEffect">
                                  <p:stCondLst>
                                    <p:cond delay="0"/>
                                  </p:stCondLst>
                                  <p:childTnLst>
                                    <p:set>
                                      <p:cBhvr>
                                        <p:cTn id="48" dur="1" fill="hold">
                                          <p:stCondLst>
                                            <p:cond delay="0"/>
                                          </p:stCondLst>
                                        </p:cTn>
                                        <p:tgtEl>
                                          <p:spTgt spid="2"/>
                                        </p:tgtEl>
                                        <p:attrNameLst>
                                          <p:attrName>style.visibility</p:attrName>
                                        </p:attrNameLst>
                                      </p:cBhvr>
                                      <p:to>
                                        <p:strVal val="visible"/>
                                      </p:to>
                                    </p:set>
                                    <p:anim calcmode="lin" valueType="num">
                                      <p:cBhvr>
                                        <p:cTn id="49" dur="500" fill="hold"/>
                                        <p:tgtEl>
                                          <p:spTgt spid="2"/>
                                        </p:tgtEl>
                                        <p:attrNameLst>
                                          <p:attrName>ppt_x</p:attrName>
                                        </p:attrNameLst>
                                      </p:cBhvr>
                                      <p:tavLst>
                                        <p:tav tm="0">
                                          <p:val>
                                            <p:strVal val="#ppt_x-#ppt_w/2"/>
                                          </p:val>
                                        </p:tav>
                                        <p:tav tm="100000">
                                          <p:val>
                                            <p:strVal val="#ppt_x"/>
                                          </p:val>
                                        </p:tav>
                                      </p:tavLst>
                                    </p:anim>
                                    <p:anim calcmode="lin" valueType="num">
                                      <p:cBhvr>
                                        <p:cTn id="50" dur="500" fill="hold"/>
                                        <p:tgtEl>
                                          <p:spTgt spid="2"/>
                                        </p:tgtEl>
                                        <p:attrNameLst>
                                          <p:attrName>ppt_y</p:attrName>
                                        </p:attrNameLst>
                                      </p:cBhvr>
                                      <p:tavLst>
                                        <p:tav tm="0">
                                          <p:val>
                                            <p:strVal val="#ppt_y"/>
                                          </p:val>
                                        </p:tav>
                                        <p:tav tm="100000">
                                          <p:val>
                                            <p:strVal val="#ppt_y"/>
                                          </p:val>
                                        </p:tav>
                                      </p:tavLst>
                                    </p:anim>
                                    <p:anim calcmode="lin" valueType="num">
                                      <p:cBhvr>
                                        <p:cTn id="51" dur="500" fill="hold"/>
                                        <p:tgtEl>
                                          <p:spTgt spid="2"/>
                                        </p:tgtEl>
                                        <p:attrNameLst>
                                          <p:attrName>ppt_w</p:attrName>
                                        </p:attrNameLst>
                                      </p:cBhvr>
                                      <p:tavLst>
                                        <p:tav tm="0">
                                          <p:val>
                                            <p:fltVal val="0"/>
                                          </p:val>
                                        </p:tav>
                                        <p:tav tm="100000">
                                          <p:val>
                                            <p:strVal val="#ppt_w"/>
                                          </p:val>
                                        </p:tav>
                                      </p:tavLst>
                                    </p:anim>
                                    <p:anim calcmode="lin" valueType="num">
                                      <p:cBhvr>
                                        <p:cTn id="52"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17" presetClass="entr" presetSubtype="8" fill="hold" nodeType="clickEffect">
                                  <p:stCondLst>
                                    <p:cond delay="0"/>
                                  </p:stCondLst>
                                  <p:childTnLst>
                                    <p:set>
                                      <p:cBhvr>
                                        <p:cTn id="56" dur="1" fill="hold">
                                          <p:stCondLst>
                                            <p:cond delay="0"/>
                                          </p:stCondLst>
                                        </p:cTn>
                                        <p:tgtEl>
                                          <p:spTgt spid="3"/>
                                        </p:tgtEl>
                                        <p:attrNameLst>
                                          <p:attrName>style.visibility</p:attrName>
                                        </p:attrNameLst>
                                      </p:cBhvr>
                                      <p:to>
                                        <p:strVal val="visible"/>
                                      </p:to>
                                    </p:set>
                                    <p:anim calcmode="lin" valueType="num">
                                      <p:cBhvr>
                                        <p:cTn id="57" dur="500" fill="hold"/>
                                        <p:tgtEl>
                                          <p:spTgt spid="3"/>
                                        </p:tgtEl>
                                        <p:attrNameLst>
                                          <p:attrName>ppt_x</p:attrName>
                                        </p:attrNameLst>
                                      </p:cBhvr>
                                      <p:tavLst>
                                        <p:tav tm="0">
                                          <p:val>
                                            <p:strVal val="#ppt_x-#ppt_w/2"/>
                                          </p:val>
                                        </p:tav>
                                        <p:tav tm="100000">
                                          <p:val>
                                            <p:strVal val="#ppt_x"/>
                                          </p:val>
                                        </p:tav>
                                      </p:tavLst>
                                    </p:anim>
                                    <p:anim calcmode="lin" valueType="num">
                                      <p:cBhvr>
                                        <p:cTn id="58" dur="500" fill="hold"/>
                                        <p:tgtEl>
                                          <p:spTgt spid="3"/>
                                        </p:tgtEl>
                                        <p:attrNameLst>
                                          <p:attrName>ppt_y</p:attrName>
                                        </p:attrNameLst>
                                      </p:cBhvr>
                                      <p:tavLst>
                                        <p:tav tm="0">
                                          <p:val>
                                            <p:strVal val="#ppt_y"/>
                                          </p:val>
                                        </p:tav>
                                        <p:tav tm="100000">
                                          <p:val>
                                            <p:strVal val="#ppt_y"/>
                                          </p:val>
                                        </p:tav>
                                      </p:tavLst>
                                    </p:anim>
                                    <p:anim calcmode="lin" valueType="num">
                                      <p:cBhvr>
                                        <p:cTn id="59" dur="500" fill="hold"/>
                                        <p:tgtEl>
                                          <p:spTgt spid="3"/>
                                        </p:tgtEl>
                                        <p:attrNameLst>
                                          <p:attrName>ppt_w</p:attrName>
                                        </p:attrNameLst>
                                      </p:cBhvr>
                                      <p:tavLst>
                                        <p:tav tm="0">
                                          <p:val>
                                            <p:fltVal val="0"/>
                                          </p:val>
                                        </p:tav>
                                        <p:tav tm="100000">
                                          <p:val>
                                            <p:strVal val="#ppt_w"/>
                                          </p:val>
                                        </p:tav>
                                      </p:tavLst>
                                    </p:anim>
                                    <p:anim calcmode="lin" valueType="num">
                                      <p:cBhvr>
                                        <p:cTn id="60"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17" presetClass="entr" presetSubtype="8" fill="hold" grpId="0" nodeType="clickEffect">
                                  <p:stCondLst>
                                    <p:cond delay="0"/>
                                  </p:stCondLst>
                                  <p:childTnLst>
                                    <p:set>
                                      <p:cBhvr>
                                        <p:cTn id="64" dur="1" fill="hold">
                                          <p:stCondLst>
                                            <p:cond delay="0"/>
                                          </p:stCondLst>
                                        </p:cTn>
                                        <p:tgtEl>
                                          <p:spTgt spid="73739"/>
                                        </p:tgtEl>
                                        <p:attrNameLst>
                                          <p:attrName>style.visibility</p:attrName>
                                        </p:attrNameLst>
                                      </p:cBhvr>
                                      <p:to>
                                        <p:strVal val="visible"/>
                                      </p:to>
                                    </p:set>
                                    <p:anim calcmode="lin" valueType="num">
                                      <p:cBhvr>
                                        <p:cTn id="65" dur="500" fill="hold"/>
                                        <p:tgtEl>
                                          <p:spTgt spid="73739"/>
                                        </p:tgtEl>
                                        <p:attrNameLst>
                                          <p:attrName>ppt_x</p:attrName>
                                        </p:attrNameLst>
                                      </p:cBhvr>
                                      <p:tavLst>
                                        <p:tav tm="0">
                                          <p:val>
                                            <p:strVal val="#ppt_x-#ppt_w/2"/>
                                          </p:val>
                                        </p:tav>
                                        <p:tav tm="100000">
                                          <p:val>
                                            <p:strVal val="#ppt_x"/>
                                          </p:val>
                                        </p:tav>
                                      </p:tavLst>
                                    </p:anim>
                                    <p:anim calcmode="lin" valueType="num">
                                      <p:cBhvr>
                                        <p:cTn id="66" dur="500" fill="hold"/>
                                        <p:tgtEl>
                                          <p:spTgt spid="73739"/>
                                        </p:tgtEl>
                                        <p:attrNameLst>
                                          <p:attrName>ppt_y</p:attrName>
                                        </p:attrNameLst>
                                      </p:cBhvr>
                                      <p:tavLst>
                                        <p:tav tm="0">
                                          <p:val>
                                            <p:strVal val="#ppt_y"/>
                                          </p:val>
                                        </p:tav>
                                        <p:tav tm="100000">
                                          <p:val>
                                            <p:strVal val="#ppt_y"/>
                                          </p:val>
                                        </p:tav>
                                      </p:tavLst>
                                    </p:anim>
                                    <p:anim calcmode="lin" valueType="num">
                                      <p:cBhvr>
                                        <p:cTn id="67" dur="500" fill="hold"/>
                                        <p:tgtEl>
                                          <p:spTgt spid="73739"/>
                                        </p:tgtEl>
                                        <p:attrNameLst>
                                          <p:attrName>ppt_w</p:attrName>
                                        </p:attrNameLst>
                                      </p:cBhvr>
                                      <p:tavLst>
                                        <p:tav tm="0">
                                          <p:val>
                                            <p:fltVal val="0"/>
                                          </p:val>
                                        </p:tav>
                                        <p:tav tm="100000">
                                          <p:val>
                                            <p:strVal val="#ppt_w"/>
                                          </p:val>
                                        </p:tav>
                                      </p:tavLst>
                                    </p:anim>
                                    <p:anim calcmode="lin" valueType="num">
                                      <p:cBhvr>
                                        <p:cTn id="68" dur="500" fill="hold"/>
                                        <p:tgtEl>
                                          <p:spTgt spid="73739"/>
                                        </p:tgtEl>
                                        <p:attrNameLst>
                                          <p:attrName>ppt_h</p:attrName>
                                        </p:attrNameLst>
                                      </p:cBhvr>
                                      <p:tavLst>
                                        <p:tav tm="0">
                                          <p:val>
                                            <p:strVal val="#ppt_h"/>
                                          </p:val>
                                        </p:tav>
                                        <p:tav tm="100000">
                                          <p:val>
                                            <p:strVal val="#ppt_h"/>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3" presetClass="entr" presetSubtype="10" fill="hold" nodeType="clickEffect">
                                  <p:stCondLst>
                                    <p:cond delay="0"/>
                                  </p:stCondLst>
                                  <p:childTnLst>
                                    <p:set>
                                      <p:cBhvr>
                                        <p:cTn id="72" dur="1" fill="hold">
                                          <p:stCondLst>
                                            <p:cond delay="0"/>
                                          </p:stCondLst>
                                        </p:cTn>
                                        <p:tgtEl>
                                          <p:spTgt spid="4"/>
                                        </p:tgtEl>
                                        <p:attrNameLst>
                                          <p:attrName>style.visibility</p:attrName>
                                        </p:attrNameLst>
                                      </p:cBhvr>
                                      <p:to>
                                        <p:strVal val="visible"/>
                                      </p:to>
                                    </p:set>
                                    <p:animEffect transition="in" filter="blinds(horizontal)">
                                      <p:cBhvr>
                                        <p:cTn id="73" dur="500"/>
                                        <p:tgtEl>
                                          <p:spTgt spid="4"/>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wipe(down)">
                                      <p:cBhvr>
                                        <p:cTn id="78" dur="500"/>
                                        <p:tgtEl>
                                          <p:spTgt spid="24"/>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7" presetClass="entr" presetSubtype="8" fill="hold" grpId="0" nodeType="clickEffect">
                                  <p:stCondLst>
                                    <p:cond delay="0"/>
                                  </p:stCondLst>
                                  <p:childTnLst>
                                    <p:set>
                                      <p:cBhvr>
                                        <p:cTn id="82" dur="1" fill="hold">
                                          <p:stCondLst>
                                            <p:cond delay="0"/>
                                          </p:stCondLst>
                                        </p:cTn>
                                        <p:tgtEl>
                                          <p:spTgt spid="73763"/>
                                        </p:tgtEl>
                                        <p:attrNameLst>
                                          <p:attrName>style.visibility</p:attrName>
                                        </p:attrNameLst>
                                      </p:cBhvr>
                                      <p:to>
                                        <p:strVal val="visible"/>
                                      </p:to>
                                    </p:set>
                                    <p:anim calcmode="lin" valueType="num">
                                      <p:cBhvr>
                                        <p:cTn id="83" dur="500" fill="hold"/>
                                        <p:tgtEl>
                                          <p:spTgt spid="73763"/>
                                        </p:tgtEl>
                                        <p:attrNameLst>
                                          <p:attrName>ppt_x</p:attrName>
                                        </p:attrNameLst>
                                      </p:cBhvr>
                                      <p:tavLst>
                                        <p:tav tm="0">
                                          <p:val>
                                            <p:strVal val="#ppt_x-#ppt_w/2"/>
                                          </p:val>
                                        </p:tav>
                                        <p:tav tm="100000">
                                          <p:val>
                                            <p:strVal val="#ppt_x"/>
                                          </p:val>
                                        </p:tav>
                                      </p:tavLst>
                                    </p:anim>
                                    <p:anim calcmode="lin" valueType="num">
                                      <p:cBhvr>
                                        <p:cTn id="84" dur="500" fill="hold"/>
                                        <p:tgtEl>
                                          <p:spTgt spid="73763"/>
                                        </p:tgtEl>
                                        <p:attrNameLst>
                                          <p:attrName>ppt_y</p:attrName>
                                        </p:attrNameLst>
                                      </p:cBhvr>
                                      <p:tavLst>
                                        <p:tav tm="0">
                                          <p:val>
                                            <p:strVal val="#ppt_y"/>
                                          </p:val>
                                        </p:tav>
                                        <p:tav tm="100000">
                                          <p:val>
                                            <p:strVal val="#ppt_y"/>
                                          </p:val>
                                        </p:tav>
                                      </p:tavLst>
                                    </p:anim>
                                    <p:anim calcmode="lin" valueType="num">
                                      <p:cBhvr>
                                        <p:cTn id="85" dur="500" fill="hold"/>
                                        <p:tgtEl>
                                          <p:spTgt spid="73763"/>
                                        </p:tgtEl>
                                        <p:attrNameLst>
                                          <p:attrName>ppt_w</p:attrName>
                                        </p:attrNameLst>
                                      </p:cBhvr>
                                      <p:tavLst>
                                        <p:tav tm="0">
                                          <p:val>
                                            <p:fltVal val="0"/>
                                          </p:val>
                                        </p:tav>
                                        <p:tav tm="100000">
                                          <p:val>
                                            <p:strVal val="#ppt_w"/>
                                          </p:val>
                                        </p:tav>
                                      </p:tavLst>
                                    </p:anim>
                                    <p:anim calcmode="lin" valueType="num">
                                      <p:cBhvr>
                                        <p:cTn id="86" dur="500" fill="hold"/>
                                        <p:tgtEl>
                                          <p:spTgt spid="7376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autoUpdateAnimBg="0"/>
      <p:bldP spid="73732" grpId="0" autoUpdateAnimBg="0"/>
      <p:bldP spid="73739" grpId="0" autoUpdateAnimBg="0"/>
      <p:bldP spid="73760" grpId="0" autoUpdateAnimBg="0"/>
      <p:bldP spid="73763" grpId="0" autoUpdateAnimBg="0"/>
      <p:bldP spid="23" grpId="0" animBg="1"/>
      <p:bldP spid="24"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228600" y="777875"/>
            <a:ext cx="86868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CC"/>
                </a:solidFill>
                <a:latin typeface="华文中宋" pitchFamily="2" charset="-122"/>
                <a:ea typeface="华文中宋" pitchFamily="2" charset="-122"/>
              </a:rPr>
              <a:t>例</a:t>
            </a:r>
            <a:r>
              <a:rPr lang="en-US" altLang="zh-CN" sz="1800">
                <a:solidFill>
                  <a:srgbClr val="0000CC"/>
                </a:solidFill>
                <a:latin typeface="华文中宋" pitchFamily="2" charset="-122"/>
                <a:ea typeface="华文中宋" pitchFamily="2" charset="-122"/>
              </a:rPr>
              <a:t> </a:t>
            </a:r>
            <a:r>
              <a:rPr lang="zh-CN" altLang="en-US" sz="1800">
                <a:solidFill>
                  <a:srgbClr val="0000CC"/>
                </a:solidFill>
                <a:latin typeface="华文中宋" pitchFamily="2" charset="-122"/>
                <a:ea typeface="华文中宋" pitchFamily="2" charset="-122"/>
              </a:rPr>
              <a:t>　试证两个全同粒子发生非对心弹性碰撞（其中一个静止）后成直角散开。</a:t>
            </a:r>
          </a:p>
        </p:txBody>
      </p:sp>
      <p:sp>
        <p:nvSpPr>
          <p:cNvPr id="81923" name="Text Box 3"/>
          <p:cNvSpPr txBox="1">
            <a:spLocks noChangeArrowheads="1"/>
          </p:cNvSpPr>
          <p:nvPr/>
        </p:nvSpPr>
        <p:spPr bwMode="auto">
          <a:xfrm>
            <a:off x="457200" y="1554163"/>
            <a:ext cx="2262188"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证：碰撞中动量守恒</a:t>
            </a:r>
          </a:p>
        </p:txBody>
      </p:sp>
      <p:graphicFrame>
        <p:nvGraphicFramePr>
          <p:cNvPr id="81924" name="Object 4"/>
          <p:cNvGraphicFramePr>
            <a:graphicFrameLocks noChangeAspect="1"/>
          </p:cNvGraphicFramePr>
          <p:nvPr/>
        </p:nvGraphicFramePr>
        <p:xfrm>
          <a:off x="3562350" y="1476375"/>
          <a:ext cx="2846388" cy="473075"/>
        </p:xfrm>
        <a:graphic>
          <a:graphicData uri="http://schemas.openxmlformats.org/presentationml/2006/ole">
            <p:oleObj spid="_x0000_s68628" name="Equation" r:id="rId3" imgW="1028700" imgH="228600" progId="Equation.DSMT4">
              <p:embed/>
            </p:oleObj>
          </a:graphicData>
        </a:graphic>
      </p:graphicFrame>
      <p:sp>
        <p:nvSpPr>
          <p:cNvPr id="81925" name="Text Box 5"/>
          <p:cNvSpPr txBox="1">
            <a:spLocks noChangeArrowheads="1"/>
          </p:cNvSpPr>
          <p:nvPr/>
        </p:nvSpPr>
        <p:spPr bwMode="auto">
          <a:xfrm>
            <a:off x="611188" y="3121025"/>
            <a:ext cx="180022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碰撞中能量守恒</a:t>
            </a:r>
          </a:p>
        </p:txBody>
      </p:sp>
      <p:graphicFrame>
        <p:nvGraphicFramePr>
          <p:cNvPr id="81926" name="Object 6"/>
          <p:cNvGraphicFramePr>
            <a:graphicFrameLocks noChangeAspect="1"/>
          </p:cNvGraphicFramePr>
          <p:nvPr/>
        </p:nvGraphicFramePr>
        <p:xfrm>
          <a:off x="3500438" y="2887663"/>
          <a:ext cx="3656012" cy="735012"/>
        </p:xfrm>
        <a:graphic>
          <a:graphicData uri="http://schemas.openxmlformats.org/presentationml/2006/ole">
            <p:oleObj spid="_x0000_s68629" name="Equation" r:id="rId4" imgW="1473200" imgH="393700" progId="Equation.DSMT4">
              <p:embed/>
            </p:oleObj>
          </a:graphicData>
        </a:graphic>
      </p:graphicFrame>
      <p:graphicFrame>
        <p:nvGraphicFramePr>
          <p:cNvPr id="81927" name="Object 7"/>
          <p:cNvGraphicFramePr>
            <a:graphicFrameLocks noChangeAspect="1"/>
          </p:cNvGraphicFramePr>
          <p:nvPr/>
        </p:nvGraphicFramePr>
        <p:xfrm>
          <a:off x="3636963" y="1990725"/>
          <a:ext cx="1798637" cy="474663"/>
        </p:xfrm>
        <a:graphic>
          <a:graphicData uri="http://schemas.openxmlformats.org/presentationml/2006/ole">
            <p:oleObj spid="_x0000_s68630" name="Equation" r:id="rId5" imgW="647700" imgH="228600" progId="Equation.DSMT4">
              <p:embed/>
            </p:oleObj>
          </a:graphicData>
        </a:graphic>
      </p:graphicFrame>
      <p:graphicFrame>
        <p:nvGraphicFramePr>
          <p:cNvPr id="81928" name="Object 8"/>
          <p:cNvGraphicFramePr>
            <a:graphicFrameLocks noChangeAspect="1"/>
          </p:cNvGraphicFramePr>
          <p:nvPr/>
        </p:nvGraphicFramePr>
        <p:xfrm>
          <a:off x="3563938" y="3622675"/>
          <a:ext cx="2160587" cy="533400"/>
        </p:xfrm>
        <a:graphic>
          <a:graphicData uri="http://schemas.openxmlformats.org/presentationml/2006/ole">
            <p:oleObj spid="_x0000_s68631" name="Equation" r:id="rId6" imgW="736600" imgH="241300" progId="Equation.DSMT4">
              <p:embed/>
            </p:oleObj>
          </a:graphicData>
        </a:graphic>
      </p:graphicFrame>
      <p:sp>
        <p:nvSpPr>
          <p:cNvPr id="81929" name="Text Box 9"/>
          <p:cNvSpPr txBox="1">
            <a:spLocks noChangeArrowheads="1"/>
          </p:cNvSpPr>
          <p:nvPr/>
        </p:nvSpPr>
        <p:spPr bwMode="auto">
          <a:xfrm>
            <a:off x="611188" y="2465388"/>
            <a:ext cx="82296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Times New Roman" pitchFamily="18" charset="0"/>
                <a:ea typeface="华文中宋" pitchFamily="2" charset="-122"/>
              </a:rPr>
              <a:t>说明</a:t>
            </a:r>
            <a:r>
              <a:rPr lang="en-US" altLang="zh-CN" sz="1800" i="1">
                <a:latin typeface="Times New Roman" pitchFamily="18" charset="0"/>
                <a:ea typeface="华文中宋" pitchFamily="2" charset="-122"/>
              </a:rPr>
              <a:t>v</a:t>
            </a:r>
            <a:r>
              <a:rPr lang="zh-CN" altLang="en-US" sz="1800">
                <a:latin typeface="Times New Roman" pitchFamily="18" charset="0"/>
                <a:ea typeface="华文中宋" pitchFamily="2" charset="-122"/>
              </a:rPr>
              <a:t>，</a:t>
            </a:r>
            <a:r>
              <a:rPr lang="en-US" altLang="zh-CN" sz="1800" i="1">
                <a:latin typeface="Times New Roman" pitchFamily="18" charset="0"/>
                <a:ea typeface="华文中宋" pitchFamily="2" charset="-122"/>
              </a:rPr>
              <a:t>v</a:t>
            </a:r>
            <a:r>
              <a:rPr lang="en-US" altLang="zh-CN" sz="1800" i="1" baseline="-25000">
                <a:latin typeface="Times New Roman" pitchFamily="18" charset="0"/>
                <a:ea typeface="华文中宋" pitchFamily="2" charset="-122"/>
              </a:rPr>
              <a:t>1</a:t>
            </a:r>
            <a:r>
              <a:rPr lang="zh-CN" altLang="en-US" sz="1800">
                <a:latin typeface="Times New Roman" pitchFamily="18" charset="0"/>
                <a:ea typeface="华文中宋" pitchFamily="2" charset="-122"/>
              </a:rPr>
              <a:t>，</a:t>
            </a:r>
            <a:r>
              <a:rPr lang="en-US" altLang="zh-CN" sz="1800" i="1">
                <a:latin typeface="Times New Roman" pitchFamily="18" charset="0"/>
                <a:ea typeface="华文中宋" pitchFamily="2" charset="-122"/>
              </a:rPr>
              <a:t>v</a:t>
            </a:r>
            <a:r>
              <a:rPr lang="en-US" altLang="zh-CN" sz="1800" i="1" baseline="-25000">
                <a:latin typeface="Times New Roman" pitchFamily="18" charset="0"/>
                <a:ea typeface="华文中宋" pitchFamily="2" charset="-122"/>
              </a:rPr>
              <a:t>2</a:t>
            </a:r>
            <a:r>
              <a:rPr lang="zh-CN" altLang="en-US" sz="1800">
                <a:latin typeface="Times New Roman" pitchFamily="18" charset="0"/>
                <a:ea typeface="华文中宋" pitchFamily="2" charset="-122"/>
              </a:rPr>
              <a:t>这三个矢量可组成一个三角形；</a:t>
            </a:r>
          </a:p>
        </p:txBody>
      </p:sp>
      <p:sp>
        <p:nvSpPr>
          <p:cNvPr id="81930" name="Text Box 10"/>
          <p:cNvSpPr txBox="1">
            <a:spLocks noChangeArrowheads="1"/>
          </p:cNvSpPr>
          <p:nvPr/>
        </p:nvSpPr>
        <p:spPr bwMode="auto">
          <a:xfrm>
            <a:off x="611188" y="4084638"/>
            <a:ext cx="3878262"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说明这个三角形是一个直角三角形。</a:t>
            </a:r>
          </a:p>
        </p:txBody>
      </p:sp>
      <p:sp>
        <p:nvSpPr>
          <p:cNvPr id="81931" name="Text Box 11"/>
          <p:cNvSpPr txBox="1">
            <a:spLocks noChangeArrowheads="1"/>
          </p:cNvSpPr>
          <p:nvPr/>
        </p:nvSpPr>
        <p:spPr bwMode="auto">
          <a:xfrm>
            <a:off x="4559300" y="4227513"/>
            <a:ext cx="8763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证毕。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81922"/>
                                        </p:tgtEl>
                                        <p:attrNameLst>
                                          <p:attrName>style.visibility</p:attrName>
                                        </p:attrNameLst>
                                      </p:cBhvr>
                                      <p:to>
                                        <p:strVal val="visible"/>
                                      </p:to>
                                    </p:set>
                                    <p:anim calcmode="lin" valueType="num">
                                      <p:cBhvr>
                                        <p:cTn id="7" dur="500" fill="hold"/>
                                        <p:tgtEl>
                                          <p:spTgt spid="81922"/>
                                        </p:tgtEl>
                                        <p:attrNameLst>
                                          <p:attrName>ppt_x</p:attrName>
                                        </p:attrNameLst>
                                      </p:cBhvr>
                                      <p:tavLst>
                                        <p:tav tm="0">
                                          <p:val>
                                            <p:strVal val="#ppt_x-#ppt_w/2"/>
                                          </p:val>
                                        </p:tav>
                                        <p:tav tm="100000">
                                          <p:val>
                                            <p:strVal val="#ppt_x"/>
                                          </p:val>
                                        </p:tav>
                                      </p:tavLst>
                                    </p:anim>
                                    <p:anim calcmode="lin" valueType="num">
                                      <p:cBhvr>
                                        <p:cTn id="8" dur="500" fill="hold"/>
                                        <p:tgtEl>
                                          <p:spTgt spid="81922"/>
                                        </p:tgtEl>
                                        <p:attrNameLst>
                                          <p:attrName>ppt_y</p:attrName>
                                        </p:attrNameLst>
                                      </p:cBhvr>
                                      <p:tavLst>
                                        <p:tav tm="0">
                                          <p:val>
                                            <p:strVal val="#ppt_y"/>
                                          </p:val>
                                        </p:tav>
                                        <p:tav tm="100000">
                                          <p:val>
                                            <p:strVal val="#ppt_y"/>
                                          </p:val>
                                        </p:tav>
                                      </p:tavLst>
                                    </p:anim>
                                    <p:anim calcmode="lin" valueType="num">
                                      <p:cBhvr>
                                        <p:cTn id="9" dur="500" fill="hold"/>
                                        <p:tgtEl>
                                          <p:spTgt spid="81922"/>
                                        </p:tgtEl>
                                        <p:attrNameLst>
                                          <p:attrName>ppt_w</p:attrName>
                                        </p:attrNameLst>
                                      </p:cBhvr>
                                      <p:tavLst>
                                        <p:tav tm="0">
                                          <p:val>
                                            <p:fltVal val="0"/>
                                          </p:val>
                                        </p:tav>
                                        <p:tav tm="100000">
                                          <p:val>
                                            <p:strVal val="#ppt_w"/>
                                          </p:val>
                                        </p:tav>
                                      </p:tavLst>
                                    </p:anim>
                                    <p:anim calcmode="lin" valueType="num">
                                      <p:cBhvr>
                                        <p:cTn id="10" dur="500" fill="hold"/>
                                        <p:tgtEl>
                                          <p:spTgt spid="81922"/>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81923"/>
                                        </p:tgtEl>
                                        <p:attrNameLst>
                                          <p:attrName>style.visibility</p:attrName>
                                        </p:attrNameLst>
                                      </p:cBhvr>
                                      <p:to>
                                        <p:strVal val="visible"/>
                                      </p:to>
                                    </p:set>
                                    <p:anim calcmode="lin" valueType="num">
                                      <p:cBhvr>
                                        <p:cTn id="15" dur="500" fill="hold"/>
                                        <p:tgtEl>
                                          <p:spTgt spid="81923"/>
                                        </p:tgtEl>
                                        <p:attrNameLst>
                                          <p:attrName>ppt_x</p:attrName>
                                        </p:attrNameLst>
                                      </p:cBhvr>
                                      <p:tavLst>
                                        <p:tav tm="0">
                                          <p:val>
                                            <p:strVal val="#ppt_x-#ppt_w/2"/>
                                          </p:val>
                                        </p:tav>
                                        <p:tav tm="100000">
                                          <p:val>
                                            <p:strVal val="#ppt_x"/>
                                          </p:val>
                                        </p:tav>
                                      </p:tavLst>
                                    </p:anim>
                                    <p:anim calcmode="lin" valueType="num">
                                      <p:cBhvr>
                                        <p:cTn id="16" dur="500" fill="hold"/>
                                        <p:tgtEl>
                                          <p:spTgt spid="81923"/>
                                        </p:tgtEl>
                                        <p:attrNameLst>
                                          <p:attrName>ppt_y</p:attrName>
                                        </p:attrNameLst>
                                      </p:cBhvr>
                                      <p:tavLst>
                                        <p:tav tm="0">
                                          <p:val>
                                            <p:strVal val="#ppt_y"/>
                                          </p:val>
                                        </p:tav>
                                        <p:tav tm="100000">
                                          <p:val>
                                            <p:strVal val="#ppt_y"/>
                                          </p:val>
                                        </p:tav>
                                      </p:tavLst>
                                    </p:anim>
                                    <p:anim calcmode="lin" valueType="num">
                                      <p:cBhvr>
                                        <p:cTn id="17" dur="500" fill="hold"/>
                                        <p:tgtEl>
                                          <p:spTgt spid="81923"/>
                                        </p:tgtEl>
                                        <p:attrNameLst>
                                          <p:attrName>ppt_w</p:attrName>
                                        </p:attrNameLst>
                                      </p:cBhvr>
                                      <p:tavLst>
                                        <p:tav tm="0">
                                          <p:val>
                                            <p:fltVal val="0"/>
                                          </p:val>
                                        </p:tav>
                                        <p:tav tm="100000">
                                          <p:val>
                                            <p:strVal val="#ppt_w"/>
                                          </p:val>
                                        </p:tav>
                                      </p:tavLst>
                                    </p:anim>
                                    <p:anim calcmode="lin" valueType="num">
                                      <p:cBhvr>
                                        <p:cTn id="18" dur="500" fill="hold"/>
                                        <p:tgtEl>
                                          <p:spTgt spid="81923"/>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8" fill="hold" nodeType="clickEffect">
                                  <p:stCondLst>
                                    <p:cond delay="0"/>
                                  </p:stCondLst>
                                  <p:childTnLst>
                                    <p:set>
                                      <p:cBhvr>
                                        <p:cTn id="22" dur="1" fill="hold">
                                          <p:stCondLst>
                                            <p:cond delay="0"/>
                                          </p:stCondLst>
                                        </p:cTn>
                                        <p:tgtEl>
                                          <p:spTgt spid="81924"/>
                                        </p:tgtEl>
                                        <p:attrNameLst>
                                          <p:attrName>style.visibility</p:attrName>
                                        </p:attrNameLst>
                                      </p:cBhvr>
                                      <p:to>
                                        <p:strVal val="visible"/>
                                      </p:to>
                                    </p:set>
                                    <p:anim calcmode="lin" valueType="num">
                                      <p:cBhvr>
                                        <p:cTn id="23" dur="500" fill="hold"/>
                                        <p:tgtEl>
                                          <p:spTgt spid="81924"/>
                                        </p:tgtEl>
                                        <p:attrNameLst>
                                          <p:attrName>ppt_x</p:attrName>
                                        </p:attrNameLst>
                                      </p:cBhvr>
                                      <p:tavLst>
                                        <p:tav tm="0">
                                          <p:val>
                                            <p:strVal val="#ppt_x-#ppt_w/2"/>
                                          </p:val>
                                        </p:tav>
                                        <p:tav tm="100000">
                                          <p:val>
                                            <p:strVal val="#ppt_x"/>
                                          </p:val>
                                        </p:tav>
                                      </p:tavLst>
                                    </p:anim>
                                    <p:anim calcmode="lin" valueType="num">
                                      <p:cBhvr>
                                        <p:cTn id="24" dur="500" fill="hold"/>
                                        <p:tgtEl>
                                          <p:spTgt spid="81924"/>
                                        </p:tgtEl>
                                        <p:attrNameLst>
                                          <p:attrName>ppt_y</p:attrName>
                                        </p:attrNameLst>
                                      </p:cBhvr>
                                      <p:tavLst>
                                        <p:tav tm="0">
                                          <p:val>
                                            <p:strVal val="#ppt_y"/>
                                          </p:val>
                                        </p:tav>
                                        <p:tav tm="100000">
                                          <p:val>
                                            <p:strVal val="#ppt_y"/>
                                          </p:val>
                                        </p:tav>
                                      </p:tavLst>
                                    </p:anim>
                                    <p:anim calcmode="lin" valueType="num">
                                      <p:cBhvr>
                                        <p:cTn id="25" dur="500" fill="hold"/>
                                        <p:tgtEl>
                                          <p:spTgt spid="81924"/>
                                        </p:tgtEl>
                                        <p:attrNameLst>
                                          <p:attrName>ppt_w</p:attrName>
                                        </p:attrNameLst>
                                      </p:cBhvr>
                                      <p:tavLst>
                                        <p:tav tm="0">
                                          <p:val>
                                            <p:fltVal val="0"/>
                                          </p:val>
                                        </p:tav>
                                        <p:tav tm="100000">
                                          <p:val>
                                            <p:strVal val="#ppt_w"/>
                                          </p:val>
                                        </p:tav>
                                      </p:tavLst>
                                    </p:anim>
                                    <p:anim calcmode="lin" valueType="num">
                                      <p:cBhvr>
                                        <p:cTn id="26" dur="500" fill="hold"/>
                                        <p:tgtEl>
                                          <p:spTgt spid="81924"/>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8" fill="hold" nodeType="clickEffect">
                                  <p:stCondLst>
                                    <p:cond delay="0"/>
                                  </p:stCondLst>
                                  <p:childTnLst>
                                    <p:set>
                                      <p:cBhvr>
                                        <p:cTn id="30" dur="1" fill="hold">
                                          <p:stCondLst>
                                            <p:cond delay="0"/>
                                          </p:stCondLst>
                                        </p:cTn>
                                        <p:tgtEl>
                                          <p:spTgt spid="81927"/>
                                        </p:tgtEl>
                                        <p:attrNameLst>
                                          <p:attrName>style.visibility</p:attrName>
                                        </p:attrNameLst>
                                      </p:cBhvr>
                                      <p:to>
                                        <p:strVal val="visible"/>
                                      </p:to>
                                    </p:set>
                                    <p:anim calcmode="lin" valueType="num">
                                      <p:cBhvr>
                                        <p:cTn id="31" dur="500" fill="hold"/>
                                        <p:tgtEl>
                                          <p:spTgt spid="81927"/>
                                        </p:tgtEl>
                                        <p:attrNameLst>
                                          <p:attrName>ppt_x</p:attrName>
                                        </p:attrNameLst>
                                      </p:cBhvr>
                                      <p:tavLst>
                                        <p:tav tm="0">
                                          <p:val>
                                            <p:strVal val="#ppt_x-#ppt_w/2"/>
                                          </p:val>
                                        </p:tav>
                                        <p:tav tm="100000">
                                          <p:val>
                                            <p:strVal val="#ppt_x"/>
                                          </p:val>
                                        </p:tav>
                                      </p:tavLst>
                                    </p:anim>
                                    <p:anim calcmode="lin" valueType="num">
                                      <p:cBhvr>
                                        <p:cTn id="32" dur="500" fill="hold"/>
                                        <p:tgtEl>
                                          <p:spTgt spid="81927"/>
                                        </p:tgtEl>
                                        <p:attrNameLst>
                                          <p:attrName>ppt_y</p:attrName>
                                        </p:attrNameLst>
                                      </p:cBhvr>
                                      <p:tavLst>
                                        <p:tav tm="0">
                                          <p:val>
                                            <p:strVal val="#ppt_y"/>
                                          </p:val>
                                        </p:tav>
                                        <p:tav tm="100000">
                                          <p:val>
                                            <p:strVal val="#ppt_y"/>
                                          </p:val>
                                        </p:tav>
                                      </p:tavLst>
                                    </p:anim>
                                    <p:anim calcmode="lin" valueType="num">
                                      <p:cBhvr>
                                        <p:cTn id="33" dur="500" fill="hold"/>
                                        <p:tgtEl>
                                          <p:spTgt spid="81927"/>
                                        </p:tgtEl>
                                        <p:attrNameLst>
                                          <p:attrName>ppt_w</p:attrName>
                                        </p:attrNameLst>
                                      </p:cBhvr>
                                      <p:tavLst>
                                        <p:tav tm="0">
                                          <p:val>
                                            <p:fltVal val="0"/>
                                          </p:val>
                                        </p:tav>
                                        <p:tav tm="100000">
                                          <p:val>
                                            <p:strVal val="#ppt_w"/>
                                          </p:val>
                                        </p:tav>
                                      </p:tavLst>
                                    </p:anim>
                                    <p:anim calcmode="lin" valueType="num">
                                      <p:cBhvr>
                                        <p:cTn id="34" dur="500" fill="hold"/>
                                        <p:tgtEl>
                                          <p:spTgt spid="81927"/>
                                        </p:tgtEl>
                                        <p:attrNameLst>
                                          <p:attrName>ppt_h</p:attrName>
                                        </p:attrNameLst>
                                      </p:cBhvr>
                                      <p:tavLst>
                                        <p:tav tm="0">
                                          <p:val>
                                            <p:strVal val="#ppt_h"/>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7" presetClass="entr" presetSubtype="8" fill="hold" grpId="0" nodeType="clickEffect">
                                  <p:stCondLst>
                                    <p:cond delay="0"/>
                                  </p:stCondLst>
                                  <p:childTnLst>
                                    <p:set>
                                      <p:cBhvr>
                                        <p:cTn id="38" dur="1" fill="hold">
                                          <p:stCondLst>
                                            <p:cond delay="0"/>
                                          </p:stCondLst>
                                        </p:cTn>
                                        <p:tgtEl>
                                          <p:spTgt spid="81929"/>
                                        </p:tgtEl>
                                        <p:attrNameLst>
                                          <p:attrName>style.visibility</p:attrName>
                                        </p:attrNameLst>
                                      </p:cBhvr>
                                      <p:to>
                                        <p:strVal val="visible"/>
                                      </p:to>
                                    </p:set>
                                    <p:anim calcmode="lin" valueType="num">
                                      <p:cBhvr>
                                        <p:cTn id="39" dur="500" fill="hold"/>
                                        <p:tgtEl>
                                          <p:spTgt spid="81929"/>
                                        </p:tgtEl>
                                        <p:attrNameLst>
                                          <p:attrName>ppt_x</p:attrName>
                                        </p:attrNameLst>
                                      </p:cBhvr>
                                      <p:tavLst>
                                        <p:tav tm="0">
                                          <p:val>
                                            <p:strVal val="#ppt_x-#ppt_w/2"/>
                                          </p:val>
                                        </p:tav>
                                        <p:tav tm="100000">
                                          <p:val>
                                            <p:strVal val="#ppt_x"/>
                                          </p:val>
                                        </p:tav>
                                      </p:tavLst>
                                    </p:anim>
                                    <p:anim calcmode="lin" valueType="num">
                                      <p:cBhvr>
                                        <p:cTn id="40" dur="500" fill="hold"/>
                                        <p:tgtEl>
                                          <p:spTgt spid="81929"/>
                                        </p:tgtEl>
                                        <p:attrNameLst>
                                          <p:attrName>ppt_y</p:attrName>
                                        </p:attrNameLst>
                                      </p:cBhvr>
                                      <p:tavLst>
                                        <p:tav tm="0">
                                          <p:val>
                                            <p:strVal val="#ppt_y"/>
                                          </p:val>
                                        </p:tav>
                                        <p:tav tm="100000">
                                          <p:val>
                                            <p:strVal val="#ppt_y"/>
                                          </p:val>
                                        </p:tav>
                                      </p:tavLst>
                                    </p:anim>
                                    <p:anim calcmode="lin" valueType="num">
                                      <p:cBhvr>
                                        <p:cTn id="41" dur="500" fill="hold"/>
                                        <p:tgtEl>
                                          <p:spTgt spid="81929"/>
                                        </p:tgtEl>
                                        <p:attrNameLst>
                                          <p:attrName>ppt_w</p:attrName>
                                        </p:attrNameLst>
                                      </p:cBhvr>
                                      <p:tavLst>
                                        <p:tav tm="0">
                                          <p:val>
                                            <p:fltVal val="0"/>
                                          </p:val>
                                        </p:tav>
                                        <p:tav tm="100000">
                                          <p:val>
                                            <p:strVal val="#ppt_w"/>
                                          </p:val>
                                        </p:tav>
                                      </p:tavLst>
                                    </p:anim>
                                    <p:anim calcmode="lin" valueType="num">
                                      <p:cBhvr>
                                        <p:cTn id="42" dur="500" fill="hold"/>
                                        <p:tgtEl>
                                          <p:spTgt spid="81929"/>
                                        </p:tgtEl>
                                        <p:attrNameLst>
                                          <p:attrName>ppt_h</p:attrName>
                                        </p:attrNameLst>
                                      </p:cBhvr>
                                      <p:tavLst>
                                        <p:tav tm="0">
                                          <p:val>
                                            <p:strVal val="#ppt_h"/>
                                          </p:val>
                                        </p:tav>
                                        <p:tav tm="100000">
                                          <p:val>
                                            <p:strVal val="#ppt_h"/>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17" presetClass="entr" presetSubtype="8" fill="hold" grpId="0" nodeType="clickEffect">
                                  <p:stCondLst>
                                    <p:cond delay="0"/>
                                  </p:stCondLst>
                                  <p:childTnLst>
                                    <p:set>
                                      <p:cBhvr>
                                        <p:cTn id="46" dur="1" fill="hold">
                                          <p:stCondLst>
                                            <p:cond delay="0"/>
                                          </p:stCondLst>
                                        </p:cTn>
                                        <p:tgtEl>
                                          <p:spTgt spid="81925"/>
                                        </p:tgtEl>
                                        <p:attrNameLst>
                                          <p:attrName>style.visibility</p:attrName>
                                        </p:attrNameLst>
                                      </p:cBhvr>
                                      <p:to>
                                        <p:strVal val="visible"/>
                                      </p:to>
                                    </p:set>
                                    <p:anim calcmode="lin" valueType="num">
                                      <p:cBhvr>
                                        <p:cTn id="47" dur="500" fill="hold"/>
                                        <p:tgtEl>
                                          <p:spTgt spid="81925"/>
                                        </p:tgtEl>
                                        <p:attrNameLst>
                                          <p:attrName>ppt_x</p:attrName>
                                        </p:attrNameLst>
                                      </p:cBhvr>
                                      <p:tavLst>
                                        <p:tav tm="0">
                                          <p:val>
                                            <p:strVal val="#ppt_x-#ppt_w/2"/>
                                          </p:val>
                                        </p:tav>
                                        <p:tav tm="100000">
                                          <p:val>
                                            <p:strVal val="#ppt_x"/>
                                          </p:val>
                                        </p:tav>
                                      </p:tavLst>
                                    </p:anim>
                                    <p:anim calcmode="lin" valueType="num">
                                      <p:cBhvr>
                                        <p:cTn id="48" dur="500" fill="hold"/>
                                        <p:tgtEl>
                                          <p:spTgt spid="81925"/>
                                        </p:tgtEl>
                                        <p:attrNameLst>
                                          <p:attrName>ppt_y</p:attrName>
                                        </p:attrNameLst>
                                      </p:cBhvr>
                                      <p:tavLst>
                                        <p:tav tm="0">
                                          <p:val>
                                            <p:strVal val="#ppt_y"/>
                                          </p:val>
                                        </p:tav>
                                        <p:tav tm="100000">
                                          <p:val>
                                            <p:strVal val="#ppt_y"/>
                                          </p:val>
                                        </p:tav>
                                      </p:tavLst>
                                    </p:anim>
                                    <p:anim calcmode="lin" valueType="num">
                                      <p:cBhvr>
                                        <p:cTn id="49" dur="500" fill="hold"/>
                                        <p:tgtEl>
                                          <p:spTgt spid="81925"/>
                                        </p:tgtEl>
                                        <p:attrNameLst>
                                          <p:attrName>ppt_w</p:attrName>
                                        </p:attrNameLst>
                                      </p:cBhvr>
                                      <p:tavLst>
                                        <p:tav tm="0">
                                          <p:val>
                                            <p:fltVal val="0"/>
                                          </p:val>
                                        </p:tav>
                                        <p:tav tm="100000">
                                          <p:val>
                                            <p:strVal val="#ppt_w"/>
                                          </p:val>
                                        </p:tav>
                                      </p:tavLst>
                                    </p:anim>
                                    <p:anim calcmode="lin" valueType="num">
                                      <p:cBhvr>
                                        <p:cTn id="50" dur="500" fill="hold"/>
                                        <p:tgtEl>
                                          <p:spTgt spid="81925"/>
                                        </p:tgtEl>
                                        <p:attrNameLst>
                                          <p:attrName>ppt_h</p:attrName>
                                        </p:attrNameLst>
                                      </p:cBhvr>
                                      <p:tavLst>
                                        <p:tav tm="0">
                                          <p:val>
                                            <p:strVal val="#ppt_h"/>
                                          </p:val>
                                        </p:tav>
                                        <p:tav tm="100000">
                                          <p:val>
                                            <p:strVal val="#ppt_h"/>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7" presetClass="entr" presetSubtype="8" fill="hold" nodeType="clickEffect">
                                  <p:stCondLst>
                                    <p:cond delay="0"/>
                                  </p:stCondLst>
                                  <p:childTnLst>
                                    <p:set>
                                      <p:cBhvr>
                                        <p:cTn id="54" dur="1" fill="hold">
                                          <p:stCondLst>
                                            <p:cond delay="0"/>
                                          </p:stCondLst>
                                        </p:cTn>
                                        <p:tgtEl>
                                          <p:spTgt spid="81926"/>
                                        </p:tgtEl>
                                        <p:attrNameLst>
                                          <p:attrName>style.visibility</p:attrName>
                                        </p:attrNameLst>
                                      </p:cBhvr>
                                      <p:to>
                                        <p:strVal val="visible"/>
                                      </p:to>
                                    </p:set>
                                    <p:anim calcmode="lin" valueType="num">
                                      <p:cBhvr>
                                        <p:cTn id="55" dur="500" fill="hold"/>
                                        <p:tgtEl>
                                          <p:spTgt spid="81926"/>
                                        </p:tgtEl>
                                        <p:attrNameLst>
                                          <p:attrName>ppt_x</p:attrName>
                                        </p:attrNameLst>
                                      </p:cBhvr>
                                      <p:tavLst>
                                        <p:tav tm="0">
                                          <p:val>
                                            <p:strVal val="#ppt_x-#ppt_w/2"/>
                                          </p:val>
                                        </p:tav>
                                        <p:tav tm="100000">
                                          <p:val>
                                            <p:strVal val="#ppt_x"/>
                                          </p:val>
                                        </p:tav>
                                      </p:tavLst>
                                    </p:anim>
                                    <p:anim calcmode="lin" valueType="num">
                                      <p:cBhvr>
                                        <p:cTn id="56" dur="500" fill="hold"/>
                                        <p:tgtEl>
                                          <p:spTgt spid="81926"/>
                                        </p:tgtEl>
                                        <p:attrNameLst>
                                          <p:attrName>ppt_y</p:attrName>
                                        </p:attrNameLst>
                                      </p:cBhvr>
                                      <p:tavLst>
                                        <p:tav tm="0">
                                          <p:val>
                                            <p:strVal val="#ppt_y"/>
                                          </p:val>
                                        </p:tav>
                                        <p:tav tm="100000">
                                          <p:val>
                                            <p:strVal val="#ppt_y"/>
                                          </p:val>
                                        </p:tav>
                                      </p:tavLst>
                                    </p:anim>
                                    <p:anim calcmode="lin" valueType="num">
                                      <p:cBhvr>
                                        <p:cTn id="57" dur="500" fill="hold"/>
                                        <p:tgtEl>
                                          <p:spTgt spid="81926"/>
                                        </p:tgtEl>
                                        <p:attrNameLst>
                                          <p:attrName>ppt_w</p:attrName>
                                        </p:attrNameLst>
                                      </p:cBhvr>
                                      <p:tavLst>
                                        <p:tav tm="0">
                                          <p:val>
                                            <p:fltVal val="0"/>
                                          </p:val>
                                        </p:tav>
                                        <p:tav tm="100000">
                                          <p:val>
                                            <p:strVal val="#ppt_w"/>
                                          </p:val>
                                        </p:tav>
                                      </p:tavLst>
                                    </p:anim>
                                    <p:anim calcmode="lin" valueType="num">
                                      <p:cBhvr>
                                        <p:cTn id="58" dur="500" fill="hold"/>
                                        <p:tgtEl>
                                          <p:spTgt spid="81926"/>
                                        </p:tgtEl>
                                        <p:attrNameLst>
                                          <p:attrName>ppt_h</p:attrName>
                                        </p:attrNameLst>
                                      </p:cBhvr>
                                      <p:tavLst>
                                        <p:tav tm="0">
                                          <p:val>
                                            <p:strVal val="#ppt_h"/>
                                          </p:val>
                                        </p:tav>
                                        <p:tav tm="100000">
                                          <p:val>
                                            <p:strVal val="#ppt_h"/>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17" presetClass="entr" presetSubtype="8" fill="hold" nodeType="clickEffect">
                                  <p:stCondLst>
                                    <p:cond delay="0"/>
                                  </p:stCondLst>
                                  <p:childTnLst>
                                    <p:set>
                                      <p:cBhvr>
                                        <p:cTn id="62" dur="1" fill="hold">
                                          <p:stCondLst>
                                            <p:cond delay="0"/>
                                          </p:stCondLst>
                                        </p:cTn>
                                        <p:tgtEl>
                                          <p:spTgt spid="81928"/>
                                        </p:tgtEl>
                                        <p:attrNameLst>
                                          <p:attrName>style.visibility</p:attrName>
                                        </p:attrNameLst>
                                      </p:cBhvr>
                                      <p:to>
                                        <p:strVal val="visible"/>
                                      </p:to>
                                    </p:set>
                                    <p:anim calcmode="lin" valueType="num">
                                      <p:cBhvr>
                                        <p:cTn id="63" dur="500" fill="hold"/>
                                        <p:tgtEl>
                                          <p:spTgt spid="81928"/>
                                        </p:tgtEl>
                                        <p:attrNameLst>
                                          <p:attrName>ppt_x</p:attrName>
                                        </p:attrNameLst>
                                      </p:cBhvr>
                                      <p:tavLst>
                                        <p:tav tm="0">
                                          <p:val>
                                            <p:strVal val="#ppt_x-#ppt_w/2"/>
                                          </p:val>
                                        </p:tav>
                                        <p:tav tm="100000">
                                          <p:val>
                                            <p:strVal val="#ppt_x"/>
                                          </p:val>
                                        </p:tav>
                                      </p:tavLst>
                                    </p:anim>
                                    <p:anim calcmode="lin" valueType="num">
                                      <p:cBhvr>
                                        <p:cTn id="64" dur="500" fill="hold"/>
                                        <p:tgtEl>
                                          <p:spTgt spid="81928"/>
                                        </p:tgtEl>
                                        <p:attrNameLst>
                                          <p:attrName>ppt_y</p:attrName>
                                        </p:attrNameLst>
                                      </p:cBhvr>
                                      <p:tavLst>
                                        <p:tav tm="0">
                                          <p:val>
                                            <p:strVal val="#ppt_y"/>
                                          </p:val>
                                        </p:tav>
                                        <p:tav tm="100000">
                                          <p:val>
                                            <p:strVal val="#ppt_y"/>
                                          </p:val>
                                        </p:tav>
                                      </p:tavLst>
                                    </p:anim>
                                    <p:anim calcmode="lin" valueType="num">
                                      <p:cBhvr>
                                        <p:cTn id="65" dur="500" fill="hold"/>
                                        <p:tgtEl>
                                          <p:spTgt spid="81928"/>
                                        </p:tgtEl>
                                        <p:attrNameLst>
                                          <p:attrName>ppt_w</p:attrName>
                                        </p:attrNameLst>
                                      </p:cBhvr>
                                      <p:tavLst>
                                        <p:tav tm="0">
                                          <p:val>
                                            <p:fltVal val="0"/>
                                          </p:val>
                                        </p:tav>
                                        <p:tav tm="100000">
                                          <p:val>
                                            <p:strVal val="#ppt_w"/>
                                          </p:val>
                                        </p:tav>
                                      </p:tavLst>
                                    </p:anim>
                                    <p:anim calcmode="lin" valueType="num">
                                      <p:cBhvr>
                                        <p:cTn id="66" dur="500" fill="hold"/>
                                        <p:tgtEl>
                                          <p:spTgt spid="81928"/>
                                        </p:tgtEl>
                                        <p:attrNameLst>
                                          <p:attrName>ppt_h</p:attrName>
                                        </p:attrNameLst>
                                      </p:cBhvr>
                                      <p:tavLst>
                                        <p:tav tm="0">
                                          <p:val>
                                            <p:strVal val="#ppt_h"/>
                                          </p:val>
                                        </p:tav>
                                        <p:tav tm="100000">
                                          <p:val>
                                            <p:strVal val="#ppt_h"/>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17" presetClass="entr" presetSubtype="8" fill="hold" grpId="0" nodeType="clickEffect">
                                  <p:stCondLst>
                                    <p:cond delay="0"/>
                                  </p:stCondLst>
                                  <p:childTnLst>
                                    <p:set>
                                      <p:cBhvr>
                                        <p:cTn id="70" dur="1" fill="hold">
                                          <p:stCondLst>
                                            <p:cond delay="0"/>
                                          </p:stCondLst>
                                        </p:cTn>
                                        <p:tgtEl>
                                          <p:spTgt spid="81930"/>
                                        </p:tgtEl>
                                        <p:attrNameLst>
                                          <p:attrName>style.visibility</p:attrName>
                                        </p:attrNameLst>
                                      </p:cBhvr>
                                      <p:to>
                                        <p:strVal val="visible"/>
                                      </p:to>
                                    </p:set>
                                    <p:anim calcmode="lin" valueType="num">
                                      <p:cBhvr>
                                        <p:cTn id="71" dur="500" fill="hold"/>
                                        <p:tgtEl>
                                          <p:spTgt spid="81930"/>
                                        </p:tgtEl>
                                        <p:attrNameLst>
                                          <p:attrName>ppt_x</p:attrName>
                                        </p:attrNameLst>
                                      </p:cBhvr>
                                      <p:tavLst>
                                        <p:tav tm="0">
                                          <p:val>
                                            <p:strVal val="#ppt_x-#ppt_w/2"/>
                                          </p:val>
                                        </p:tav>
                                        <p:tav tm="100000">
                                          <p:val>
                                            <p:strVal val="#ppt_x"/>
                                          </p:val>
                                        </p:tav>
                                      </p:tavLst>
                                    </p:anim>
                                    <p:anim calcmode="lin" valueType="num">
                                      <p:cBhvr>
                                        <p:cTn id="72" dur="500" fill="hold"/>
                                        <p:tgtEl>
                                          <p:spTgt spid="81930"/>
                                        </p:tgtEl>
                                        <p:attrNameLst>
                                          <p:attrName>ppt_y</p:attrName>
                                        </p:attrNameLst>
                                      </p:cBhvr>
                                      <p:tavLst>
                                        <p:tav tm="0">
                                          <p:val>
                                            <p:strVal val="#ppt_y"/>
                                          </p:val>
                                        </p:tav>
                                        <p:tav tm="100000">
                                          <p:val>
                                            <p:strVal val="#ppt_y"/>
                                          </p:val>
                                        </p:tav>
                                      </p:tavLst>
                                    </p:anim>
                                    <p:anim calcmode="lin" valueType="num">
                                      <p:cBhvr>
                                        <p:cTn id="73" dur="500" fill="hold"/>
                                        <p:tgtEl>
                                          <p:spTgt spid="81930"/>
                                        </p:tgtEl>
                                        <p:attrNameLst>
                                          <p:attrName>ppt_w</p:attrName>
                                        </p:attrNameLst>
                                      </p:cBhvr>
                                      <p:tavLst>
                                        <p:tav tm="0">
                                          <p:val>
                                            <p:fltVal val="0"/>
                                          </p:val>
                                        </p:tav>
                                        <p:tav tm="100000">
                                          <p:val>
                                            <p:strVal val="#ppt_w"/>
                                          </p:val>
                                        </p:tav>
                                      </p:tavLst>
                                    </p:anim>
                                    <p:anim calcmode="lin" valueType="num">
                                      <p:cBhvr>
                                        <p:cTn id="74" dur="500" fill="hold"/>
                                        <p:tgtEl>
                                          <p:spTgt spid="81930"/>
                                        </p:tgtEl>
                                        <p:attrNameLst>
                                          <p:attrName>ppt_h</p:attrName>
                                        </p:attrNameLst>
                                      </p:cBhvr>
                                      <p:tavLst>
                                        <p:tav tm="0">
                                          <p:val>
                                            <p:strVal val="#ppt_h"/>
                                          </p:val>
                                        </p:tav>
                                        <p:tav tm="100000">
                                          <p:val>
                                            <p:strVal val="#ppt_h"/>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17" presetClass="entr" presetSubtype="8" fill="hold" grpId="0" nodeType="clickEffect">
                                  <p:stCondLst>
                                    <p:cond delay="0"/>
                                  </p:stCondLst>
                                  <p:childTnLst>
                                    <p:set>
                                      <p:cBhvr>
                                        <p:cTn id="78" dur="1" fill="hold">
                                          <p:stCondLst>
                                            <p:cond delay="0"/>
                                          </p:stCondLst>
                                        </p:cTn>
                                        <p:tgtEl>
                                          <p:spTgt spid="81931"/>
                                        </p:tgtEl>
                                        <p:attrNameLst>
                                          <p:attrName>style.visibility</p:attrName>
                                        </p:attrNameLst>
                                      </p:cBhvr>
                                      <p:to>
                                        <p:strVal val="visible"/>
                                      </p:to>
                                    </p:set>
                                    <p:anim calcmode="lin" valueType="num">
                                      <p:cBhvr>
                                        <p:cTn id="79" dur="500" fill="hold"/>
                                        <p:tgtEl>
                                          <p:spTgt spid="81931"/>
                                        </p:tgtEl>
                                        <p:attrNameLst>
                                          <p:attrName>ppt_x</p:attrName>
                                        </p:attrNameLst>
                                      </p:cBhvr>
                                      <p:tavLst>
                                        <p:tav tm="0">
                                          <p:val>
                                            <p:strVal val="#ppt_x-#ppt_w/2"/>
                                          </p:val>
                                        </p:tav>
                                        <p:tav tm="100000">
                                          <p:val>
                                            <p:strVal val="#ppt_x"/>
                                          </p:val>
                                        </p:tav>
                                      </p:tavLst>
                                    </p:anim>
                                    <p:anim calcmode="lin" valueType="num">
                                      <p:cBhvr>
                                        <p:cTn id="80" dur="500" fill="hold"/>
                                        <p:tgtEl>
                                          <p:spTgt spid="81931"/>
                                        </p:tgtEl>
                                        <p:attrNameLst>
                                          <p:attrName>ppt_y</p:attrName>
                                        </p:attrNameLst>
                                      </p:cBhvr>
                                      <p:tavLst>
                                        <p:tav tm="0">
                                          <p:val>
                                            <p:strVal val="#ppt_y"/>
                                          </p:val>
                                        </p:tav>
                                        <p:tav tm="100000">
                                          <p:val>
                                            <p:strVal val="#ppt_y"/>
                                          </p:val>
                                        </p:tav>
                                      </p:tavLst>
                                    </p:anim>
                                    <p:anim calcmode="lin" valueType="num">
                                      <p:cBhvr>
                                        <p:cTn id="81" dur="500" fill="hold"/>
                                        <p:tgtEl>
                                          <p:spTgt spid="81931"/>
                                        </p:tgtEl>
                                        <p:attrNameLst>
                                          <p:attrName>ppt_w</p:attrName>
                                        </p:attrNameLst>
                                      </p:cBhvr>
                                      <p:tavLst>
                                        <p:tav tm="0">
                                          <p:val>
                                            <p:fltVal val="0"/>
                                          </p:val>
                                        </p:tav>
                                        <p:tav tm="100000">
                                          <p:val>
                                            <p:strVal val="#ppt_w"/>
                                          </p:val>
                                        </p:tav>
                                      </p:tavLst>
                                    </p:anim>
                                    <p:anim calcmode="lin" valueType="num">
                                      <p:cBhvr>
                                        <p:cTn id="82" dur="500" fill="hold"/>
                                        <p:tgtEl>
                                          <p:spTgt spid="8193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2" grpId="0" autoUpdateAnimBg="0"/>
      <p:bldP spid="81923" grpId="0" autoUpdateAnimBg="0"/>
      <p:bldP spid="81925" grpId="0" autoUpdateAnimBg="0"/>
      <p:bldP spid="81929" grpId="0" autoUpdateAnimBg="0"/>
      <p:bldP spid="81930" grpId="0" autoUpdateAnimBg="0"/>
      <p:bldP spid="81931"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p:cNvSpPr txBox="1">
            <a:spLocks noChangeArrowheads="1"/>
          </p:cNvSpPr>
          <p:nvPr/>
        </p:nvSpPr>
        <p:spPr bwMode="auto">
          <a:xfrm>
            <a:off x="304800" y="3086100"/>
            <a:ext cx="8382000" cy="371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latin typeface="Times New Roman" pitchFamily="18" charset="0"/>
                <a:ea typeface="华文中宋" pitchFamily="2" charset="-122"/>
              </a:rPr>
              <a:t>解：设子弹对木块的作用力为</a:t>
            </a:r>
            <a:r>
              <a:rPr lang="en-US" altLang="zh-CN" sz="1800" i="1">
                <a:latin typeface="Times New Roman" pitchFamily="18" charset="0"/>
                <a:ea typeface="华文中宋" pitchFamily="2" charset="-122"/>
              </a:rPr>
              <a:t>f</a:t>
            </a:r>
            <a:r>
              <a:rPr lang="en-US" altLang="zh-CN" sz="1800" baseline="30000">
                <a:latin typeface="Times New Roman" pitchFamily="18" charset="0"/>
                <a:ea typeface="华文中宋" pitchFamily="2" charset="-122"/>
              </a:rPr>
              <a:t>’</a:t>
            </a:r>
            <a:r>
              <a:rPr lang="zh-CN" altLang="en-US" sz="1800">
                <a:latin typeface="Times New Roman" pitchFamily="18" charset="0"/>
                <a:ea typeface="华文中宋" pitchFamily="2" charset="-122"/>
              </a:rPr>
              <a:t>，木块的位移为</a:t>
            </a:r>
            <a:r>
              <a:rPr lang="en-US" altLang="zh-CN" sz="1800" i="1">
                <a:latin typeface="Times New Roman" pitchFamily="18" charset="0"/>
                <a:ea typeface="华文中宋" pitchFamily="2" charset="-122"/>
              </a:rPr>
              <a:t>S</a:t>
            </a:r>
            <a:r>
              <a:rPr lang="zh-CN" altLang="en-US" sz="1800">
                <a:latin typeface="Times New Roman" pitchFamily="18" charset="0"/>
                <a:ea typeface="华文中宋" pitchFamily="2" charset="-122"/>
              </a:rPr>
              <a:t>，</a:t>
            </a:r>
            <a:endParaRPr lang="zh-CN" altLang="en-US" sz="1800" i="1">
              <a:latin typeface="Times New Roman" pitchFamily="18" charset="0"/>
              <a:ea typeface="华文中宋" pitchFamily="2" charset="-122"/>
            </a:endParaRPr>
          </a:p>
        </p:txBody>
      </p:sp>
      <p:grpSp>
        <p:nvGrpSpPr>
          <p:cNvPr id="2" name="Group 7"/>
          <p:cNvGrpSpPr>
            <a:grpSpLocks/>
          </p:cNvGrpSpPr>
          <p:nvPr/>
        </p:nvGrpSpPr>
        <p:grpSpPr bwMode="auto">
          <a:xfrm>
            <a:off x="1524000" y="1943100"/>
            <a:ext cx="5715000" cy="949325"/>
            <a:chOff x="0" y="561"/>
            <a:chExt cx="3600" cy="797"/>
          </a:xfrm>
        </p:grpSpPr>
        <p:sp>
          <p:nvSpPr>
            <p:cNvPr id="69668" name="Rectangle 8"/>
            <p:cNvSpPr>
              <a:spLocks noChangeArrowheads="1"/>
            </p:cNvSpPr>
            <p:nvPr/>
          </p:nvSpPr>
          <p:spPr bwMode="auto">
            <a:xfrm>
              <a:off x="0" y="574"/>
              <a:ext cx="3600" cy="388"/>
            </a:xfrm>
            <a:prstGeom prst="rect">
              <a:avLst/>
            </a:prstGeom>
            <a:gradFill rotWithShape="0">
              <a:gsLst>
                <a:gs pos="0">
                  <a:srgbClr val="FFFFFF"/>
                </a:gs>
                <a:gs pos="100000">
                  <a:srgbClr val="33CC33"/>
                </a:gs>
              </a:gsLst>
              <a:lin ang="540000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endParaRPr lang="zh-CN" altLang="en-US"/>
            </a:p>
          </p:txBody>
        </p:sp>
        <p:sp>
          <p:nvSpPr>
            <p:cNvPr id="69669" name="Rectangle 9" descr="栎木"/>
            <p:cNvSpPr>
              <a:spLocks noChangeArrowheads="1"/>
            </p:cNvSpPr>
            <p:nvPr/>
          </p:nvSpPr>
          <p:spPr bwMode="auto">
            <a:xfrm>
              <a:off x="240" y="970"/>
              <a:ext cx="3024" cy="388"/>
            </a:xfrm>
            <a:prstGeom prst="rect">
              <a:avLst/>
            </a:prstGeom>
            <a:blipFill dpi="0" rotWithShape="0">
              <a:blip r:embed="rId4" cstate="print"/>
              <a:srcRect/>
              <a:tile tx="0" ty="0" sx="100000" sy="100000" flip="none" algn="tl"/>
            </a:blipFill>
            <a:ln w="9525">
              <a:miter lim="800000"/>
              <a:headEnd/>
              <a:tailEnd/>
            </a:ln>
            <a:scene3d>
              <a:camera prst="legacyObliqueTopRight"/>
              <a:lightRig rig="legacyFlat3" dir="b"/>
            </a:scene3d>
            <a:sp3d extrusionH="430200" prstMaterial="legacyMatte">
              <a:bevelT w="13500" h="13500" prst="angle"/>
              <a:bevelB w="13500" h="13500" prst="angle"/>
              <a:extrusionClr>
                <a:srgbClr val="FFFFFF"/>
              </a:extrusionClr>
            </a:sp3d>
          </p:spPr>
          <p:txBody>
            <a:bodyPr>
              <a:spAutoFit/>
              <a:flatTx/>
            </a:bodyPr>
            <a:lstStyle/>
            <a:p>
              <a:endParaRPr lang="zh-CN" altLang="en-US"/>
            </a:p>
          </p:txBody>
        </p:sp>
        <p:sp>
          <p:nvSpPr>
            <p:cNvPr id="69670" name="Rectangle 10" descr="大纸屑"/>
            <p:cNvSpPr>
              <a:spLocks noChangeArrowheads="1"/>
            </p:cNvSpPr>
            <p:nvPr/>
          </p:nvSpPr>
          <p:spPr bwMode="auto">
            <a:xfrm>
              <a:off x="564" y="561"/>
              <a:ext cx="490" cy="388"/>
            </a:xfrm>
            <a:prstGeom prst="rect">
              <a:avLst/>
            </a:prstGeom>
            <a:blipFill dpi="0" rotWithShape="0">
              <a:blip r:embed="rId5" cstate="print"/>
              <a:srcRect/>
              <a:tile tx="0" ty="0" sx="100000" sy="100000" flip="none" algn="tl"/>
            </a:blipFill>
            <a:ln w="9525">
              <a:miter lim="800000"/>
              <a:headEnd/>
              <a:tailEnd/>
            </a:ln>
            <a:scene3d>
              <a:camera prst="legacyPerspectiveTopRight"/>
              <a:lightRig rig="legacyFlat3" dir="r"/>
            </a:scene3d>
            <a:sp3d extrusionH="887400" prstMaterial="legacyMatte">
              <a:bevelT w="13500" h="13500" prst="angle"/>
              <a:bevelB w="13500" h="13500" prst="angle"/>
              <a:extrusionClr>
                <a:srgbClr val="FF9900"/>
              </a:extrusionClr>
            </a:sp3d>
          </p:spPr>
          <p:txBody>
            <a:bodyPr anchor="ctr">
              <a:spAutoFit/>
              <a:flatTx/>
            </a:bodyPr>
            <a:lstStyle/>
            <a:p>
              <a:endParaRPr lang="zh-CN" altLang="en-US"/>
            </a:p>
          </p:txBody>
        </p:sp>
      </p:grpSp>
      <p:grpSp>
        <p:nvGrpSpPr>
          <p:cNvPr id="3" name="Group 11"/>
          <p:cNvGrpSpPr>
            <a:grpSpLocks/>
          </p:cNvGrpSpPr>
          <p:nvPr/>
        </p:nvGrpSpPr>
        <p:grpSpPr bwMode="auto">
          <a:xfrm>
            <a:off x="2419350" y="2409825"/>
            <a:ext cx="3016250" cy="369888"/>
            <a:chOff x="0" y="0"/>
            <a:chExt cx="1900" cy="311"/>
          </a:xfrm>
        </p:grpSpPr>
        <p:sp>
          <p:nvSpPr>
            <p:cNvPr id="69663" name="Rectangle 12"/>
            <p:cNvSpPr>
              <a:spLocks noChangeArrowheads="1"/>
            </p:cNvSpPr>
            <p:nvPr/>
          </p:nvSpPr>
          <p:spPr bwMode="auto">
            <a:xfrm>
              <a:off x="819" y="1"/>
              <a:ext cx="203"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just" eaLnBrk="0" hangingPunct="0"/>
              <a:r>
                <a:rPr lang="en-US" altLang="zh-CN" sz="1800" b="0" i="1">
                  <a:solidFill>
                    <a:srgbClr val="000000"/>
                  </a:solidFill>
                  <a:latin typeface="Times New Roman" pitchFamily="18" charset="0"/>
                  <a:ea typeface="宋体" pitchFamily="2" charset="-122"/>
                </a:rPr>
                <a:t>s</a:t>
              </a:r>
              <a:endParaRPr lang="en-US" altLang="zh-CN" sz="1800" b="0">
                <a:solidFill>
                  <a:srgbClr val="000000"/>
                </a:solidFill>
                <a:latin typeface="Times New Roman" pitchFamily="18" charset="0"/>
                <a:ea typeface="宋体" pitchFamily="2" charset="-122"/>
              </a:endParaRPr>
            </a:p>
          </p:txBody>
        </p:sp>
        <p:sp>
          <p:nvSpPr>
            <p:cNvPr id="69664" name="Line 13"/>
            <p:cNvSpPr>
              <a:spLocks noChangeShapeType="1"/>
            </p:cNvSpPr>
            <p:nvPr/>
          </p:nvSpPr>
          <p:spPr bwMode="auto">
            <a:xfrm>
              <a:off x="0" y="0"/>
              <a:ext cx="0" cy="289"/>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69665" name="Line 14"/>
            <p:cNvSpPr>
              <a:spLocks noChangeShapeType="1"/>
            </p:cNvSpPr>
            <p:nvPr/>
          </p:nvSpPr>
          <p:spPr bwMode="auto">
            <a:xfrm>
              <a:off x="1900" y="13"/>
              <a:ext cx="0" cy="289"/>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69666" name="Line 15"/>
            <p:cNvSpPr>
              <a:spLocks noChangeShapeType="1"/>
            </p:cNvSpPr>
            <p:nvPr/>
          </p:nvSpPr>
          <p:spPr bwMode="auto">
            <a:xfrm>
              <a:off x="0" y="184"/>
              <a:ext cx="755" cy="0"/>
            </a:xfrm>
            <a:prstGeom prst="line">
              <a:avLst/>
            </a:prstGeom>
            <a:noFill/>
            <a:ln w="9525">
              <a:solidFill>
                <a:srgbClr val="000000"/>
              </a:solidFill>
              <a:round/>
              <a:headEnd type="triangle" w="med" len="me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69667" name="Line 16"/>
            <p:cNvSpPr>
              <a:spLocks noChangeShapeType="1"/>
            </p:cNvSpPr>
            <p:nvPr/>
          </p:nvSpPr>
          <p:spPr bwMode="auto">
            <a:xfrm>
              <a:off x="1116" y="184"/>
              <a:ext cx="754" cy="0"/>
            </a:xfrm>
            <a:prstGeom prst="line">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txBody>
            <a:bodyPr anchor="ctr">
              <a:spAutoFit/>
            </a:bodyPr>
            <a:lstStyle/>
            <a:p>
              <a:endParaRPr lang="zh-CN" altLang="en-US"/>
            </a:p>
          </p:txBody>
        </p:sp>
      </p:grpSp>
      <p:grpSp>
        <p:nvGrpSpPr>
          <p:cNvPr id="4" name="Group 17"/>
          <p:cNvGrpSpPr>
            <a:grpSpLocks/>
          </p:cNvGrpSpPr>
          <p:nvPr/>
        </p:nvGrpSpPr>
        <p:grpSpPr bwMode="auto">
          <a:xfrm>
            <a:off x="5435600" y="2078038"/>
            <a:ext cx="592138" cy="758825"/>
            <a:chOff x="0" y="0"/>
            <a:chExt cx="373" cy="638"/>
          </a:xfrm>
        </p:grpSpPr>
        <p:sp>
          <p:nvSpPr>
            <p:cNvPr id="69659" name="Rectangle 18"/>
            <p:cNvSpPr>
              <a:spLocks noChangeArrowheads="1"/>
            </p:cNvSpPr>
            <p:nvPr/>
          </p:nvSpPr>
          <p:spPr bwMode="auto">
            <a:xfrm>
              <a:off x="88" y="328"/>
              <a:ext cx="178"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just" eaLnBrk="0" hangingPunct="0"/>
              <a:r>
                <a:rPr lang="en-US" altLang="zh-CN" sz="1800" b="0" i="1">
                  <a:solidFill>
                    <a:srgbClr val="000000"/>
                  </a:solidFill>
                  <a:latin typeface="Times New Roman" pitchFamily="18" charset="0"/>
                  <a:ea typeface="宋体" pitchFamily="2" charset="-122"/>
                </a:rPr>
                <a:t>l</a:t>
              </a:r>
              <a:endParaRPr lang="en-US" altLang="zh-CN" sz="1800" b="0">
                <a:solidFill>
                  <a:srgbClr val="000000"/>
                </a:solidFill>
                <a:latin typeface="Times New Roman" pitchFamily="18" charset="0"/>
                <a:ea typeface="宋体" pitchFamily="2" charset="-122"/>
              </a:endParaRPr>
            </a:p>
          </p:txBody>
        </p:sp>
        <p:sp>
          <p:nvSpPr>
            <p:cNvPr id="69660" name="Line 19"/>
            <p:cNvSpPr>
              <a:spLocks noChangeShapeType="1"/>
            </p:cNvSpPr>
            <p:nvPr/>
          </p:nvSpPr>
          <p:spPr bwMode="auto">
            <a:xfrm>
              <a:off x="0" y="463"/>
              <a:ext cx="87" cy="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69661" name="Line 20"/>
            <p:cNvSpPr>
              <a:spLocks noChangeShapeType="1"/>
            </p:cNvSpPr>
            <p:nvPr/>
          </p:nvSpPr>
          <p:spPr bwMode="auto">
            <a:xfrm>
              <a:off x="280" y="463"/>
              <a:ext cx="80" cy="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69662" name="Line 21"/>
            <p:cNvSpPr>
              <a:spLocks noChangeShapeType="1"/>
            </p:cNvSpPr>
            <p:nvPr/>
          </p:nvSpPr>
          <p:spPr bwMode="auto">
            <a:xfrm>
              <a:off x="373" y="0"/>
              <a:ext cx="0" cy="568"/>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lIns="90000" tIns="46800" rIns="90000" bIns="46800" anchor="ctr">
              <a:spAutoFit/>
            </a:bodyPr>
            <a:lstStyle/>
            <a:p>
              <a:endParaRPr lang="zh-CN" altLang="en-US"/>
            </a:p>
          </p:txBody>
        </p:sp>
      </p:grpSp>
      <p:sp>
        <p:nvSpPr>
          <p:cNvPr id="78870" name="AutoShape 22"/>
          <p:cNvSpPr>
            <a:spLocks noChangeArrowheads="1"/>
          </p:cNvSpPr>
          <p:nvPr/>
        </p:nvSpPr>
        <p:spPr bwMode="auto">
          <a:xfrm>
            <a:off x="2057400" y="1809750"/>
            <a:ext cx="381000" cy="647700"/>
          </a:xfrm>
          <a:prstGeom prst="flowChartDelay">
            <a:avLst/>
          </a:prstGeom>
          <a:gradFill rotWithShape="0">
            <a:gsLst>
              <a:gs pos="0">
                <a:srgbClr val="A98744"/>
              </a:gs>
              <a:gs pos="50000">
                <a:srgbClr val="FFCC66"/>
              </a:gs>
              <a:gs pos="100000">
                <a:srgbClr val="A98744"/>
              </a:gs>
            </a:gsLst>
            <a:lin ang="5400000" scaled="1"/>
          </a:gradFill>
          <a:ln w="12700" cap="sq">
            <a:solidFill>
              <a:schemeClr val="tx1"/>
            </a:solidFill>
            <a:miter lim="800000"/>
            <a:headEnd/>
            <a:tailEnd/>
          </a:ln>
        </p:spPr>
        <p:txBody>
          <a:bodyPr anchor="ctr">
            <a:spAutoFit/>
          </a:bodyPr>
          <a:lstStyle/>
          <a:p>
            <a:endParaRPr lang="zh-CN" altLang="en-US"/>
          </a:p>
        </p:txBody>
      </p:sp>
      <p:grpSp>
        <p:nvGrpSpPr>
          <p:cNvPr id="5" name="Group 23"/>
          <p:cNvGrpSpPr>
            <a:grpSpLocks/>
          </p:cNvGrpSpPr>
          <p:nvPr/>
        </p:nvGrpSpPr>
        <p:grpSpPr bwMode="auto">
          <a:xfrm>
            <a:off x="3276600" y="1808163"/>
            <a:ext cx="1682750" cy="649287"/>
            <a:chOff x="0" y="-65"/>
            <a:chExt cx="1060" cy="545"/>
          </a:xfrm>
        </p:grpSpPr>
        <p:grpSp>
          <p:nvGrpSpPr>
            <p:cNvPr id="69650" name="Group 24"/>
            <p:cNvGrpSpPr>
              <a:grpSpLocks/>
            </p:cNvGrpSpPr>
            <p:nvPr/>
          </p:nvGrpSpPr>
          <p:grpSpPr bwMode="auto">
            <a:xfrm>
              <a:off x="0" y="-65"/>
              <a:ext cx="1060" cy="545"/>
              <a:chOff x="0" y="-65"/>
              <a:chExt cx="1060" cy="545"/>
            </a:xfrm>
          </p:grpSpPr>
          <p:sp>
            <p:nvSpPr>
              <p:cNvPr id="69653" name="Rectangle 25" descr="大纸屑"/>
              <p:cNvSpPr>
                <a:spLocks noChangeArrowheads="1"/>
              </p:cNvSpPr>
              <p:nvPr/>
            </p:nvSpPr>
            <p:spPr bwMode="auto">
              <a:xfrm>
                <a:off x="269" y="33"/>
                <a:ext cx="490" cy="388"/>
              </a:xfrm>
              <a:prstGeom prst="rect">
                <a:avLst/>
              </a:prstGeom>
              <a:blipFill dpi="0" rotWithShape="0">
                <a:blip r:embed="rId5" cstate="print"/>
                <a:srcRect/>
                <a:tile tx="0" ty="0" sx="100000" sy="100000" flip="none" algn="tl"/>
              </a:blipFill>
              <a:ln w="9525">
                <a:miter lim="800000"/>
                <a:headEnd/>
                <a:tailEnd/>
              </a:ln>
              <a:scene3d>
                <a:camera prst="legacyPerspectiveTopRight"/>
                <a:lightRig rig="legacyFlat3" dir="r"/>
              </a:scene3d>
              <a:sp3d extrusionH="887400" prstMaterial="legacyMatte">
                <a:bevelT w="13500" h="13500" prst="angle"/>
                <a:bevelB w="13500" h="13500" prst="angle"/>
                <a:extrusionClr>
                  <a:srgbClr val="FF9900"/>
                </a:extrusionClr>
              </a:sp3d>
            </p:spPr>
            <p:txBody>
              <a:bodyPr anchor="ctr">
                <a:spAutoFit/>
                <a:flatTx/>
              </a:bodyPr>
              <a:lstStyle/>
              <a:p>
                <a:endParaRPr lang="zh-CN" altLang="en-US"/>
              </a:p>
            </p:txBody>
          </p:sp>
          <p:sp>
            <p:nvSpPr>
              <p:cNvPr id="69654" name="Line 26"/>
              <p:cNvSpPr>
                <a:spLocks noChangeShapeType="1"/>
              </p:cNvSpPr>
              <p:nvPr/>
            </p:nvSpPr>
            <p:spPr bwMode="auto">
              <a:xfrm flipH="1">
                <a:off x="144" y="216"/>
                <a:ext cx="238" cy="0"/>
              </a:xfrm>
              <a:prstGeom prst="line">
                <a:avLst/>
              </a:prstGeom>
              <a:noFill/>
              <a:ln w="28575">
                <a:solidFill>
                  <a:srgbClr val="FF0000"/>
                </a:solidFill>
                <a:round/>
                <a:headEnd/>
                <a:tailEnd type="triangle" w="sm" len="me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69655" name="Line 27"/>
              <p:cNvSpPr>
                <a:spLocks noChangeShapeType="1"/>
              </p:cNvSpPr>
              <p:nvPr/>
            </p:nvSpPr>
            <p:spPr bwMode="auto">
              <a:xfrm>
                <a:off x="480" y="216"/>
                <a:ext cx="260" cy="0"/>
              </a:xfrm>
              <a:prstGeom prst="line">
                <a:avLst/>
              </a:prstGeom>
              <a:noFill/>
              <a:ln w="28575">
                <a:solidFill>
                  <a:srgbClr val="FF0000"/>
                </a:solidFill>
                <a:round/>
                <a:headEnd/>
                <a:tailEnd type="triangle" w="sm" len="me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69656" name="Rectangle 28"/>
              <p:cNvSpPr>
                <a:spLocks noChangeArrowheads="1"/>
              </p:cNvSpPr>
              <p:nvPr/>
            </p:nvSpPr>
            <p:spPr bwMode="auto">
              <a:xfrm>
                <a:off x="0" y="0"/>
                <a:ext cx="169" cy="3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just" eaLnBrk="0" hangingPunct="0"/>
                <a:r>
                  <a:rPr lang="en-US" altLang="zh-CN" b="0" i="1">
                    <a:solidFill>
                      <a:srgbClr val="000000"/>
                    </a:solidFill>
                    <a:latin typeface="Times New Roman" pitchFamily="18" charset="0"/>
                    <a:ea typeface="宋体" pitchFamily="2" charset="-122"/>
                  </a:rPr>
                  <a:t>f</a:t>
                </a:r>
              </a:p>
            </p:txBody>
          </p:sp>
          <p:graphicFrame>
            <p:nvGraphicFramePr>
              <p:cNvPr id="69657" name="Object 29"/>
              <p:cNvGraphicFramePr>
                <a:graphicFrameLocks noChangeAspect="1"/>
              </p:cNvGraphicFramePr>
              <p:nvPr/>
            </p:nvGraphicFramePr>
            <p:xfrm>
              <a:off x="840" y="72"/>
              <a:ext cx="220" cy="264"/>
            </p:xfrm>
            <a:graphic>
              <a:graphicData uri="http://schemas.openxmlformats.org/presentationml/2006/ole">
                <p:oleObj spid="_x0000_s69675" r:id="rId6" imgW="190666" imgH="228799" progId="Equation.3">
                  <p:embed/>
                </p:oleObj>
              </a:graphicData>
            </a:graphic>
          </p:graphicFrame>
          <p:sp>
            <p:nvSpPr>
              <p:cNvPr id="69658" name="AutoShape 30"/>
              <p:cNvSpPr>
                <a:spLocks noChangeArrowheads="1"/>
              </p:cNvSpPr>
              <p:nvPr/>
            </p:nvSpPr>
            <p:spPr bwMode="auto">
              <a:xfrm>
                <a:off x="336" y="-65"/>
                <a:ext cx="240" cy="545"/>
              </a:xfrm>
              <a:prstGeom prst="flowChartDelay">
                <a:avLst/>
              </a:prstGeom>
              <a:gradFill rotWithShape="0">
                <a:gsLst>
                  <a:gs pos="0">
                    <a:srgbClr val="A98744"/>
                  </a:gs>
                  <a:gs pos="50000">
                    <a:srgbClr val="FFCC66"/>
                  </a:gs>
                  <a:gs pos="100000">
                    <a:srgbClr val="A98744"/>
                  </a:gs>
                </a:gsLst>
                <a:lin ang="5400000" scaled="1"/>
              </a:gradFill>
              <a:ln w="12700" cap="sq">
                <a:solidFill>
                  <a:schemeClr val="tx1"/>
                </a:solidFill>
                <a:miter lim="800000"/>
                <a:headEnd/>
                <a:tailEnd/>
              </a:ln>
            </p:spPr>
            <p:txBody>
              <a:bodyPr anchor="ctr">
                <a:spAutoFit/>
              </a:bodyPr>
              <a:lstStyle/>
              <a:p>
                <a:endParaRPr lang="zh-CN" altLang="en-US"/>
              </a:p>
            </p:txBody>
          </p:sp>
        </p:grpSp>
        <p:sp>
          <p:nvSpPr>
            <p:cNvPr id="69651" name="Line 31"/>
            <p:cNvSpPr>
              <a:spLocks noChangeShapeType="1"/>
            </p:cNvSpPr>
            <p:nvPr/>
          </p:nvSpPr>
          <p:spPr bwMode="auto">
            <a:xfrm>
              <a:off x="256" y="168"/>
              <a:ext cx="96" cy="0"/>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69652" name="Line 32"/>
            <p:cNvSpPr>
              <a:spLocks noChangeShapeType="1"/>
            </p:cNvSpPr>
            <p:nvPr/>
          </p:nvSpPr>
          <p:spPr bwMode="auto">
            <a:xfrm>
              <a:off x="264" y="256"/>
              <a:ext cx="96" cy="0"/>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grpSp>
      <p:grpSp>
        <p:nvGrpSpPr>
          <p:cNvPr id="7" name="Group 33"/>
          <p:cNvGrpSpPr>
            <a:grpSpLocks/>
          </p:cNvGrpSpPr>
          <p:nvPr/>
        </p:nvGrpSpPr>
        <p:grpSpPr bwMode="auto">
          <a:xfrm>
            <a:off x="5410200" y="1798638"/>
            <a:ext cx="777875" cy="649287"/>
            <a:chOff x="0" y="-73"/>
            <a:chExt cx="490" cy="545"/>
          </a:xfrm>
        </p:grpSpPr>
        <p:sp>
          <p:nvSpPr>
            <p:cNvPr id="69646" name="Rectangle 34" descr="大纸屑"/>
            <p:cNvSpPr>
              <a:spLocks noChangeArrowheads="1"/>
            </p:cNvSpPr>
            <p:nvPr/>
          </p:nvSpPr>
          <p:spPr bwMode="auto">
            <a:xfrm>
              <a:off x="0" y="33"/>
              <a:ext cx="490" cy="388"/>
            </a:xfrm>
            <a:prstGeom prst="rect">
              <a:avLst/>
            </a:prstGeom>
            <a:blipFill dpi="0" rotWithShape="0">
              <a:blip r:embed="rId5" cstate="print"/>
              <a:srcRect/>
              <a:tile tx="0" ty="0" sx="100000" sy="100000" flip="none" algn="tl"/>
            </a:blipFill>
            <a:ln w="9525">
              <a:miter lim="800000"/>
              <a:headEnd/>
              <a:tailEnd/>
            </a:ln>
            <a:scene3d>
              <a:camera prst="legacyPerspectiveTopRight"/>
              <a:lightRig rig="legacyFlat3" dir="r"/>
            </a:scene3d>
            <a:sp3d extrusionH="887400" prstMaterial="legacyMatte">
              <a:bevelT w="13500" h="13500" prst="angle"/>
              <a:bevelB w="13500" h="13500" prst="angle"/>
              <a:extrusionClr>
                <a:srgbClr val="FF9900"/>
              </a:extrusionClr>
            </a:sp3d>
          </p:spPr>
          <p:txBody>
            <a:bodyPr anchor="ctr">
              <a:spAutoFit/>
              <a:flatTx/>
            </a:bodyPr>
            <a:lstStyle/>
            <a:p>
              <a:endParaRPr lang="zh-CN" altLang="en-US"/>
            </a:p>
          </p:txBody>
        </p:sp>
        <p:sp>
          <p:nvSpPr>
            <p:cNvPr id="69647" name="AutoShape 35"/>
            <p:cNvSpPr>
              <a:spLocks noChangeArrowheads="1"/>
            </p:cNvSpPr>
            <p:nvPr/>
          </p:nvSpPr>
          <p:spPr bwMode="auto">
            <a:xfrm>
              <a:off x="144" y="-73"/>
              <a:ext cx="240" cy="545"/>
            </a:xfrm>
            <a:prstGeom prst="flowChartDelay">
              <a:avLst/>
            </a:prstGeom>
            <a:gradFill rotWithShape="0">
              <a:gsLst>
                <a:gs pos="0">
                  <a:srgbClr val="A98744"/>
                </a:gs>
                <a:gs pos="50000">
                  <a:srgbClr val="FFCC66"/>
                </a:gs>
                <a:gs pos="100000">
                  <a:srgbClr val="A98744"/>
                </a:gs>
              </a:gsLst>
              <a:lin ang="5400000" scaled="1"/>
            </a:gradFill>
            <a:ln w="12700" cap="sq">
              <a:solidFill>
                <a:schemeClr val="tx1"/>
              </a:solidFill>
              <a:miter lim="800000"/>
              <a:headEnd/>
              <a:tailEnd/>
            </a:ln>
          </p:spPr>
          <p:txBody>
            <a:bodyPr anchor="ctr">
              <a:spAutoFit/>
            </a:bodyPr>
            <a:lstStyle/>
            <a:p>
              <a:endParaRPr lang="zh-CN" altLang="en-US"/>
            </a:p>
          </p:txBody>
        </p:sp>
        <p:sp>
          <p:nvSpPr>
            <p:cNvPr id="69648" name="Line 36"/>
            <p:cNvSpPr>
              <a:spLocks noChangeShapeType="1"/>
            </p:cNvSpPr>
            <p:nvPr/>
          </p:nvSpPr>
          <p:spPr bwMode="auto">
            <a:xfrm>
              <a:off x="0" y="152"/>
              <a:ext cx="144" cy="0"/>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69649" name="Line 37"/>
            <p:cNvSpPr>
              <a:spLocks noChangeShapeType="1"/>
            </p:cNvSpPr>
            <p:nvPr/>
          </p:nvSpPr>
          <p:spPr bwMode="auto">
            <a:xfrm>
              <a:off x="0" y="248"/>
              <a:ext cx="144" cy="0"/>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nchor="ctr">
              <a:spAutoFit/>
            </a:bodyPr>
            <a:lstStyle/>
            <a:p>
              <a:endParaRPr lang="zh-CN" altLang="en-US"/>
            </a:p>
          </p:txBody>
        </p:sp>
      </p:grpSp>
      <p:sp>
        <p:nvSpPr>
          <p:cNvPr id="78886" name="Rectangle 38"/>
          <p:cNvSpPr>
            <a:spLocks noChangeArrowheads="1"/>
          </p:cNvSpPr>
          <p:nvPr/>
        </p:nvSpPr>
        <p:spPr bwMode="auto">
          <a:xfrm>
            <a:off x="755650" y="3425825"/>
            <a:ext cx="813593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l" eaLnBrk="0" hangingPunct="0"/>
            <a:r>
              <a:rPr lang="zh-CN" altLang="en-US" sz="1800">
                <a:latin typeface="Times New Roman" pitchFamily="18" charset="0"/>
                <a:ea typeface="华文中宋" pitchFamily="2" charset="-122"/>
              </a:rPr>
              <a:t>木块对子弹的作用力为</a:t>
            </a:r>
            <a:r>
              <a:rPr lang="en-US" altLang="zh-CN" sz="1800" i="1">
                <a:latin typeface="Times New Roman" pitchFamily="18" charset="0"/>
                <a:ea typeface="华文中宋" pitchFamily="2" charset="-122"/>
              </a:rPr>
              <a:t>f</a:t>
            </a:r>
            <a:r>
              <a:rPr lang="en-US" altLang="zh-CN" sz="1800">
                <a:latin typeface="Times New Roman" pitchFamily="18" charset="0"/>
                <a:ea typeface="华文中宋" pitchFamily="2" charset="-122"/>
              </a:rPr>
              <a:t>,</a:t>
            </a:r>
            <a:r>
              <a:rPr lang="zh-CN" altLang="en-US" sz="1800">
                <a:latin typeface="Times New Roman" pitchFamily="18" charset="0"/>
                <a:ea typeface="华文中宋" pitchFamily="2" charset="-122"/>
              </a:rPr>
              <a:t>子弹的位移为</a:t>
            </a:r>
            <a:r>
              <a:rPr lang="en-US" altLang="zh-CN" sz="1800" i="1">
                <a:latin typeface="Times New Roman" pitchFamily="18" charset="0"/>
                <a:ea typeface="华文中宋" pitchFamily="2" charset="-122"/>
              </a:rPr>
              <a:t>S</a:t>
            </a:r>
            <a:r>
              <a:rPr lang="en-US" altLang="zh-CN" sz="1800">
                <a:latin typeface="Times New Roman" pitchFamily="18" charset="0"/>
                <a:ea typeface="华文中宋" pitchFamily="2" charset="-122"/>
              </a:rPr>
              <a:t>+</a:t>
            </a:r>
            <a:r>
              <a:rPr lang="en-US" altLang="zh-CN" sz="1800" i="1">
                <a:latin typeface="Times New Roman" pitchFamily="18" charset="0"/>
                <a:ea typeface="华文中宋" pitchFamily="2" charset="-122"/>
              </a:rPr>
              <a:t>l</a:t>
            </a:r>
            <a:r>
              <a:rPr lang="en-US" altLang="zh-CN" sz="1800">
                <a:latin typeface="Times New Roman" pitchFamily="18" charset="0"/>
                <a:ea typeface="华文中宋" pitchFamily="2" charset="-122"/>
              </a:rPr>
              <a:t>;</a:t>
            </a:r>
            <a:r>
              <a:rPr lang="zh-CN" altLang="en-US" sz="1800">
                <a:latin typeface="Times New Roman" pitchFamily="18" charset="0"/>
                <a:ea typeface="华文中宋" pitchFamily="2" charset="-122"/>
              </a:rPr>
              <a:t>最终子弹与木块的共同速度为</a:t>
            </a:r>
            <a:r>
              <a:rPr lang="en-US" altLang="zh-CN" sz="1800" i="1">
                <a:latin typeface="Times New Roman" pitchFamily="18" charset="0"/>
                <a:ea typeface="华文中宋" pitchFamily="2" charset="-122"/>
              </a:rPr>
              <a:t>V</a:t>
            </a:r>
            <a:r>
              <a:rPr lang="zh-CN" altLang="en-US" sz="1800" i="1">
                <a:latin typeface="Times New Roman" pitchFamily="18" charset="0"/>
                <a:ea typeface="华文中宋" pitchFamily="2" charset="-122"/>
              </a:rPr>
              <a:t>。</a:t>
            </a:r>
          </a:p>
        </p:txBody>
      </p:sp>
      <p:sp>
        <p:nvSpPr>
          <p:cNvPr id="78887" name="Text Box 39"/>
          <p:cNvSpPr txBox="1">
            <a:spLocks noChangeArrowheads="1"/>
          </p:cNvSpPr>
          <p:nvPr/>
        </p:nvSpPr>
        <p:spPr bwMode="auto">
          <a:xfrm>
            <a:off x="304800" y="784225"/>
            <a:ext cx="8610600" cy="923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CC"/>
                </a:solidFill>
                <a:latin typeface="Times New Roman" pitchFamily="18" charset="0"/>
                <a:ea typeface="华文中宋" pitchFamily="2" charset="-122"/>
              </a:rPr>
              <a:t>例</a:t>
            </a:r>
            <a:r>
              <a:rPr lang="en-US" altLang="zh-CN" sz="1800">
                <a:solidFill>
                  <a:srgbClr val="0000CC"/>
                </a:solidFill>
                <a:latin typeface="Times New Roman" pitchFamily="18" charset="0"/>
                <a:ea typeface="华文中宋" pitchFamily="2" charset="-122"/>
              </a:rPr>
              <a:t>    </a:t>
            </a:r>
            <a:r>
              <a:rPr lang="zh-CN" altLang="en-US" sz="1800">
                <a:solidFill>
                  <a:srgbClr val="0000CC"/>
                </a:solidFill>
                <a:latin typeface="Times New Roman" pitchFamily="18" charset="0"/>
                <a:ea typeface="华文中宋" pitchFamily="2" charset="-122"/>
              </a:rPr>
              <a:t>质量为</a:t>
            </a:r>
            <a:r>
              <a:rPr lang="en-US" altLang="zh-CN" sz="1800" i="1">
                <a:solidFill>
                  <a:srgbClr val="0000CC"/>
                </a:solidFill>
                <a:latin typeface="Times New Roman" pitchFamily="18" charset="0"/>
                <a:ea typeface="华文中宋" pitchFamily="2" charset="-122"/>
              </a:rPr>
              <a:t>M</a:t>
            </a:r>
            <a:r>
              <a:rPr lang="zh-CN" altLang="en-US" sz="1800">
                <a:solidFill>
                  <a:srgbClr val="0000CC"/>
                </a:solidFill>
                <a:latin typeface="Times New Roman" pitchFamily="18" charset="0"/>
                <a:ea typeface="华文中宋" pitchFamily="2" charset="-122"/>
              </a:rPr>
              <a:t>的木块放置在一光滑的水平面上，被一质量为</a:t>
            </a:r>
            <a:r>
              <a:rPr lang="en-US" altLang="zh-CN" sz="1800" i="1">
                <a:solidFill>
                  <a:srgbClr val="0000CC"/>
                </a:solidFill>
                <a:latin typeface="Times New Roman" pitchFamily="18" charset="0"/>
                <a:ea typeface="华文中宋" pitchFamily="2" charset="-122"/>
              </a:rPr>
              <a:t>m</a:t>
            </a:r>
            <a:r>
              <a:rPr lang="zh-CN" altLang="en-US" sz="1800">
                <a:solidFill>
                  <a:srgbClr val="0000CC"/>
                </a:solidFill>
                <a:latin typeface="Times New Roman" pitchFamily="18" charset="0"/>
                <a:ea typeface="华文中宋" pitchFamily="2" charset="-122"/>
              </a:rPr>
              <a:t>、初速为</a:t>
            </a:r>
            <a:r>
              <a:rPr lang="en-US" altLang="zh-CN" sz="1800" i="1">
                <a:solidFill>
                  <a:srgbClr val="0000CC"/>
                </a:solidFill>
                <a:latin typeface="Times New Roman" pitchFamily="18" charset="0"/>
                <a:ea typeface="华文中宋" pitchFamily="2" charset="-122"/>
              </a:rPr>
              <a:t>v</a:t>
            </a:r>
            <a:r>
              <a:rPr lang="en-US" altLang="zh-CN" sz="1800" baseline="-25000">
                <a:solidFill>
                  <a:srgbClr val="0000CC"/>
                </a:solidFill>
                <a:latin typeface="Times New Roman" pitchFamily="18" charset="0"/>
                <a:ea typeface="华文中宋" pitchFamily="2" charset="-122"/>
              </a:rPr>
              <a:t>0</a:t>
            </a:r>
            <a:r>
              <a:rPr lang="zh-CN" altLang="en-US" sz="1800">
                <a:solidFill>
                  <a:srgbClr val="0000CC"/>
                </a:solidFill>
                <a:latin typeface="Times New Roman" pitchFamily="18" charset="0"/>
                <a:ea typeface="华文中宋" pitchFamily="2" charset="-122"/>
              </a:rPr>
              <a:t>的水平方向飞来的子弹击中，但末穿出，试求</a:t>
            </a:r>
            <a:r>
              <a:rPr lang="en-US" altLang="zh-CN" sz="1800">
                <a:solidFill>
                  <a:srgbClr val="0000CC"/>
                </a:solidFill>
                <a:latin typeface="Times New Roman" pitchFamily="18" charset="0"/>
                <a:ea typeface="华文中宋" pitchFamily="2" charset="-122"/>
              </a:rPr>
              <a:t>(1)</a:t>
            </a:r>
            <a:r>
              <a:rPr lang="zh-CN" altLang="en-US" sz="1800">
                <a:solidFill>
                  <a:srgbClr val="0000CC"/>
                </a:solidFill>
                <a:latin typeface="Times New Roman" pitchFamily="18" charset="0"/>
                <a:ea typeface="华文中宋" pitchFamily="2" charset="-122"/>
              </a:rPr>
              <a:t>这一对作用与反作用的功之和。</a:t>
            </a:r>
            <a:r>
              <a:rPr lang="en-US" altLang="zh-CN" sz="1800">
                <a:solidFill>
                  <a:srgbClr val="0000CC"/>
                </a:solidFill>
                <a:latin typeface="Times New Roman" pitchFamily="18" charset="0"/>
                <a:ea typeface="华文中宋" pitchFamily="2" charset="-122"/>
              </a:rPr>
              <a:t>(2)</a:t>
            </a:r>
            <a:r>
              <a:rPr lang="zh-CN" altLang="en-US" sz="1800">
                <a:solidFill>
                  <a:srgbClr val="0000CC"/>
                </a:solidFill>
                <a:latin typeface="Times New Roman" pitchFamily="18" charset="0"/>
                <a:ea typeface="华文中宋" pitchFamily="2" charset="-122"/>
              </a:rPr>
              <a:t>这一过程中子弹与木块所组成的系统中机械能的损失。</a:t>
            </a:r>
          </a:p>
        </p:txBody>
      </p:sp>
      <p:sp>
        <p:nvSpPr>
          <p:cNvPr id="78888" name="Text Box 40"/>
          <p:cNvSpPr txBox="1">
            <a:spLocks noChangeArrowheads="1"/>
          </p:cNvSpPr>
          <p:nvPr/>
        </p:nvSpPr>
        <p:spPr bwMode="auto">
          <a:xfrm>
            <a:off x="2547938" y="1943100"/>
            <a:ext cx="500062"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b="0">
                <a:latin typeface="Times New Roman" pitchFamily="18" charset="0"/>
                <a:ea typeface="宋体" pitchFamily="2" charset="-122"/>
              </a:rPr>
              <a:t>M</a:t>
            </a:r>
          </a:p>
        </p:txBody>
      </p:sp>
      <p:sp>
        <p:nvSpPr>
          <p:cNvPr id="78890" name="Text Box 42"/>
          <p:cNvSpPr txBox="1">
            <a:spLocks noChangeArrowheads="1"/>
          </p:cNvSpPr>
          <p:nvPr/>
        </p:nvSpPr>
        <p:spPr bwMode="auto">
          <a:xfrm>
            <a:off x="733425" y="3795713"/>
            <a:ext cx="67183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latin typeface="Times New Roman" pitchFamily="18" charset="0"/>
                <a:ea typeface="华文中宋" pitchFamily="2" charset="-122"/>
              </a:rPr>
              <a:t>(1)</a:t>
            </a:r>
            <a:r>
              <a:rPr lang="zh-CN" altLang="en-US" sz="1800">
                <a:latin typeface="Times New Roman" pitchFamily="18" charset="0"/>
                <a:ea typeface="华文中宋" pitchFamily="2" charset="-122"/>
              </a:rPr>
              <a:t>以木块、子弹为系统，在击中过程中，水平方向动量守恒：</a:t>
            </a:r>
          </a:p>
        </p:txBody>
      </p:sp>
      <p:graphicFrame>
        <p:nvGraphicFramePr>
          <p:cNvPr id="78891" name="Object 43"/>
          <p:cNvGraphicFramePr>
            <a:graphicFrameLocks noChangeAspect="1"/>
          </p:cNvGraphicFramePr>
          <p:nvPr/>
        </p:nvGraphicFramePr>
        <p:xfrm>
          <a:off x="3160713" y="4217988"/>
          <a:ext cx="2197100" cy="427037"/>
        </p:xfrm>
        <a:graphic>
          <a:graphicData uri="http://schemas.openxmlformats.org/presentationml/2006/ole">
            <p:oleObj spid="_x0000_s69676" name="Equation" r:id="rId7" imgW="1091726" imgH="25389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8887"/>
                                        </p:tgtEl>
                                        <p:attrNameLst>
                                          <p:attrName>style.visibility</p:attrName>
                                        </p:attrNameLst>
                                      </p:cBhvr>
                                      <p:to>
                                        <p:strVal val="visible"/>
                                      </p:to>
                                    </p:set>
                                    <p:animEffect transition="in" filter="box(in)">
                                      <p:cBhvr>
                                        <p:cTn id="7" dur="500"/>
                                        <p:tgtEl>
                                          <p:spTgt spid="788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2"/>
                                        </p:tgtEl>
                                        <p:attrNameLst>
                                          <p:attrName>style.visibility</p:attrName>
                                        </p:attrNameLst>
                                      </p:cBhvr>
                                      <p:to>
                                        <p:strVal val="visible"/>
                                      </p:to>
                                    </p:set>
                                  </p:childTnLst>
                                </p:cTn>
                              </p:par>
                            </p:childTnLst>
                          </p:cTn>
                        </p:par>
                        <p:par>
                          <p:cTn id="12" fill="hold" nodeType="afterGroup">
                            <p:stCondLst>
                              <p:cond delay="500"/>
                            </p:stCondLst>
                            <p:childTnLst>
                              <p:par>
                                <p:cTn id="13" presetID="1" presetClass="entr" presetSubtype="0" fill="hold" grpId="0" nodeType="afterEffect">
                                  <p:stCondLst>
                                    <p:cond delay="0"/>
                                  </p:stCondLst>
                                  <p:childTnLst>
                                    <p:set>
                                      <p:cBhvr>
                                        <p:cTn id="14" dur="1" fill="hold">
                                          <p:stCondLst>
                                            <p:cond delay="499"/>
                                          </p:stCondLst>
                                        </p:cTn>
                                        <p:tgtEl>
                                          <p:spTgt spid="7888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8870"/>
                                        </p:tgtEl>
                                        <p:attrNameLst>
                                          <p:attrName>style.visibility</p:attrName>
                                        </p:attrNameLst>
                                      </p:cBhvr>
                                      <p:to>
                                        <p:strVal val="visible"/>
                                      </p:to>
                                    </p:set>
                                    <p:anim calcmode="lin" valueType="num">
                                      <p:cBhvr additive="base">
                                        <p:cTn id="19" dur="500" fill="hold"/>
                                        <p:tgtEl>
                                          <p:spTgt spid="78870"/>
                                        </p:tgtEl>
                                        <p:attrNameLst>
                                          <p:attrName>ppt_x</p:attrName>
                                        </p:attrNameLst>
                                      </p:cBhvr>
                                      <p:tavLst>
                                        <p:tav tm="0">
                                          <p:val>
                                            <p:strVal val="0-#ppt_w/2"/>
                                          </p:val>
                                        </p:tav>
                                        <p:tav tm="100000">
                                          <p:val>
                                            <p:strVal val="#ppt_x"/>
                                          </p:val>
                                        </p:tav>
                                      </p:tavLst>
                                    </p:anim>
                                    <p:anim calcmode="lin" valueType="num">
                                      <p:cBhvr additive="base">
                                        <p:cTn id="20" dur="500" fill="hold"/>
                                        <p:tgtEl>
                                          <p:spTgt spid="78870"/>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78870"/>
                                        </p:tgtEl>
                                        <p:attrNameLst>
                                          <p:attrName>ppt_c</p:attrName>
                                        </p:attrNameLst>
                                      </p:cBhvr>
                                      <p:to>
                                        <a:srgbClr val="000000"/>
                                      </p:to>
                                    </p:animClr>
                                    <p:audio>
                                      <p:cMediaNode>
                                        <p:cTn display="0" masterRel="sameClick">
                                          <p:stCondLst>
                                            <p:cond evt="begin" delay="0">
                                              <p:tn val="17"/>
                                            </p:cond>
                                          </p:stCondLst>
                                          <p:endCondLst>
                                            <p:cond evt="onStopAudio" delay="0">
                                              <p:tgtEl>
                                                <p:sldTgt/>
                                              </p:tgtEl>
                                            </p:cond>
                                          </p:endCondLst>
                                        </p:cTn>
                                        <p:tgtEl>
                                          <p:sndTgt r:embed="rId3" name="GUNSHOT.WAV"/>
                                        </p:tgtEl>
                                      </p:cMediaNode>
                                    </p:audio>
                                  </p:subTnLst>
                                </p:cTn>
                              </p:par>
                            </p:childTnLst>
                          </p:cTn>
                        </p:par>
                        <p:par>
                          <p:cTn id="21" fill="hold" nodeType="afterGroup">
                            <p:stCondLst>
                              <p:cond delay="500"/>
                            </p:stCondLst>
                            <p:childTnLst>
                              <p:par>
                                <p:cTn id="22" presetID="12" presetClass="entr" presetSubtype="8"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slide(fromLeft)">
                                      <p:cBhvr>
                                        <p:cTn id="24" dur="500"/>
                                        <p:tgtEl>
                                          <p:spTgt spid="5"/>
                                        </p:tgtEl>
                                      </p:cBhvr>
                                    </p:animEffect>
                                  </p:childTnLst>
                                </p:cTn>
                              </p:par>
                            </p:childTnLst>
                          </p:cTn>
                        </p:par>
                        <p:par>
                          <p:cTn id="25" fill="hold" nodeType="afterGroup">
                            <p:stCondLst>
                              <p:cond delay="1000"/>
                            </p:stCondLst>
                            <p:childTnLst>
                              <p:par>
                                <p:cTn id="26" presetID="1" presetClass="entr" presetSubtype="0" fill="hold" nodeType="afterEffect">
                                  <p:stCondLst>
                                    <p:cond delay="0"/>
                                  </p:stCondLst>
                                  <p:childTnLst>
                                    <p:set>
                                      <p:cBhvr>
                                        <p:cTn id="27" dur="1" fill="hold">
                                          <p:stCondLst>
                                            <p:cond delay="499"/>
                                          </p:stCondLst>
                                        </p:cTn>
                                        <p:tgtEl>
                                          <p:spTgt spid="7"/>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78850"/>
                                        </p:tgtEl>
                                        <p:attrNameLst>
                                          <p:attrName>style.visibility</p:attrName>
                                        </p:attrNameLst>
                                      </p:cBhvr>
                                      <p:to>
                                        <p:strVal val="visible"/>
                                      </p:to>
                                    </p:set>
                                    <p:animEffect transition="in" filter="box(in)">
                                      <p:cBhvr>
                                        <p:cTn id="32" dur="500"/>
                                        <p:tgtEl>
                                          <p:spTgt spid="7885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p:cTn id="37" dur="500" fill="hold"/>
                                        <p:tgtEl>
                                          <p:spTgt spid="3"/>
                                        </p:tgtEl>
                                        <p:attrNameLst>
                                          <p:attrName>ppt_w</p:attrName>
                                        </p:attrNameLst>
                                      </p:cBhvr>
                                      <p:tavLst>
                                        <p:tav tm="0">
                                          <p:val>
                                            <p:fltVal val="0"/>
                                          </p:val>
                                        </p:tav>
                                        <p:tav tm="100000">
                                          <p:val>
                                            <p:strVal val="#ppt_w"/>
                                          </p:val>
                                        </p:tav>
                                      </p:tavLst>
                                    </p:anim>
                                    <p:anim calcmode="lin" valueType="num">
                                      <p:cBhvr>
                                        <p:cTn id="38"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78886"/>
                                        </p:tgtEl>
                                        <p:attrNameLst>
                                          <p:attrName>style.visibility</p:attrName>
                                        </p:attrNameLst>
                                      </p:cBhvr>
                                      <p:to>
                                        <p:strVal val="visible"/>
                                      </p:to>
                                    </p:set>
                                    <p:animEffect transition="in" filter="box(in)">
                                      <p:cBhvr>
                                        <p:cTn id="43" dur="500"/>
                                        <p:tgtEl>
                                          <p:spTgt spid="7888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3" presetClass="entr" presetSubtype="16" fill="hold" nodeType="clickEffect">
                                  <p:stCondLst>
                                    <p:cond delay="0"/>
                                  </p:stCondLst>
                                  <p:childTnLst>
                                    <p:set>
                                      <p:cBhvr>
                                        <p:cTn id="47" dur="1" fill="hold">
                                          <p:stCondLst>
                                            <p:cond delay="0"/>
                                          </p:stCondLst>
                                        </p:cTn>
                                        <p:tgtEl>
                                          <p:spTgt spid="4"/>
                                        </p:tgtEl>
                                        <p:attrNameLst>
                                          <p:attrName>style.visibility</p:attrName>
                                        </p:attrNameLst>
                                      </p:cBhvr>
                                      <p:to>
                                        <p:strVal val="visible"/>
                                      </p:to>
                                    </p:set>
                                    <p:anim calcmode="lin" valueType="num">
                                      <p:cBhvr>
                                        <p:cTn id="48" dur="500" fill="hold"/>
                                        <p:tgtEl>
                                          <p:spTgt spid="4"/>
                                        </p:tgtEl>
                                        <p:attrNameLst>
                                          <p:attrName>ppt_w</p:attrName>
                                        </p:attrNameLst>
                                      </p:cBhvr>
                                      <p:tavLst>
                                        <p:tav tm="0">
                                          <p:val>
                                            <p:fltVal val="0"/>
                                          </p:val>
                                        </p:tav>
                                        <p:tav tm="100000">
                                          <p:val>
                                            <p:strVal val="#ppt_w"/>
                                          </p:val>
                                        </p:tav>
                                      </p:tavLst>
                                    </p:anim>
                                    <p:anim calcmode="lin" valueType="num">
                                      <p:cBhvr>
                                        <p:cTn id="49"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4" presetClass="entr" presetSubtype="16" fill="hold" grpId="0" nodeType="clickEffect">
                                  <p:stCondLst>
                                    <p:cond delay="0"/>
                                  </p:stCondLst>
                                  <p:childTnLst>
                                    <p:set>
                                      <p:cBhvr>
                                        <p:cTn id="53" dur="1" fill="hold">
                                          <p:stCondLst>
                                            <p:cond delay="0"/>
                                          </p:stCondLst>
                                        </p:cTn>
                                        <p:tgtEl>
                                          <p:spTgt spid="78890"/>
                                        </p:tgtEl>
                                        <p:attrNameLst>
                                          <p:attrName>style.visibility</p:attrName>
                                        </p:attrNameLst>
                                      </p:cBhvr>
                                      <p:to>
                                        <p:strVal val="visible"/>
                                      </p:to>
                                    </p:set>
                                    <p:animEffect transition="in" filter="box(in)">
                                      <p:cBhvr>
                                        <p:cTn id="54" dur="500"/>
                                        <p:tgtEl>
                                          <p:spTgt spid="78890"/>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4" presetClass="entr" presetSubtype="16" fill="hold" nodeType="clickEffect">
                                  <p:stCondLst>
                                    <p:cond delay="0"/>
                                  </p:stCondLst>
                                  <p:childTnLst>
                                    <p:set>
                                      <p:cBhvr>
                                        <p:cTn id="58" dur="1" fill="hold">
                                          <p:stCondLst>
                                            <p:cond delay="0"/>
                                          </p:stCondLst>
                                        </p:cTn>
                                        <p:tgtEl>
                                          <p:spTgt spid="78891"/>
                                        </p:tgtEl>
                                        <p:attrNameLst>
                                          <p:attrName>style.visibility</p:attrName>
                                        </p:attrNameLst>
                                      </p:cBhvr>
                                      <p:to>
                                        <p:strVal val="visible"/>
                                      </p:to>
                                    </p:set>
                                    <p:animEffect transition="in" filter="box(in)">
                                      <p:cBhvr>
                                        <p:cTn id="59" dur="500"/>
                                        <p:tgtEl>
                                          <p:spTgt spid="788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autoUpdateAnimBg="0"/>
      <p:bldP spid="78870" grpId="0" animBg="1"/>
      <p:bldP spid="78886" grpId="0" autoUpdateAnimBg="0"/>
      <p:bldP spid="78887" grpId="0" autoUpdateAnimBg="0"/>
      <p:bldP spid="78888" grpId="0" autoUpdateAnimBg="0"/>
      <p:bldP spid="78890"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p:cNvSpPr txBox="1">
            <a:spLocks noChangeArrowheads="1"/>
          </p:cNvSpPr>
          <p:nvPr/>
        </p:nvSpPr>
        <p:spPr bwMode="auto">
          <a:xfrm>
            <a:off x="638175" y="835025"/>
            <a:ext cx="508635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对木块和子弹分别应用动能定理，有</a:t>
            </a:r>
          </a:p>
        </p:txBody>
      </p:sp>
      <p:graphicFrame>
        <p:nvGraphicFramePr>
          <p:cNvPr id="79875" name="Object 3"/>
          <p:cNvGraphicFramePr>
            <a:graphicFrameLocks noChangeAspect="1"/>
          </p:cNvGraphicFramePr>
          <p:nvPr/>
        </p:nvGraphicFramePr>
        <p:xfrm>
          <a:off x="2627313" y="1131888"/>
          <a:ext cx="3141662" cy="674687"/>
        </p:xfrm>
        <a:graphic>
          <a:graphicData uri="http://schemas.openxmlformats.org/presentationml/2006/ole">
            <p:oleObj spid="_x0000_s70677" name="Equation" r:id="rId3" imgW="1371600" imgH="393700" progId="Equation.DSMT4">
              <p:embed/>
            </p:oleObj>
          </a:graphicData>
        </a:graphic>
      </p:graphicFrame>
      <p:graphicFrame>
        <p:nvGraphicFramePr>
          <p:cNvPr id="79876" name="Object 4"/>
          <p:cNvGraphicFramePr>
            <a:graphicFrameLocks noChangeAspect="1"/>
          </p:cNvGraphicFramePr>
          <p:nvPr/>
        </p:nvGraphicFramePr>
        <p:xfrm>
          <a:off x="2616200" y="1697038"/>
          <a:ext cx="3827463" cy="658812"/>
        </p:xfrm>
        <a:graphic>
          <a:graphicData uri="http://schemas.openxmlformats.org/presentationml/2006/ole">
            <p:oleObj spid="_x0000_s70678" name="Equation" r:id="rId4" imgW="1714500" imgH="393700" progId="Equation.DSMT4">
              <p:embed/>
            </p:oleObj>
          </a:graphicData>
        </a:graphic>
      </p:graphicFrame>
      <p:sp>
        <p:nvSpPr>
          <p:cNvPr id="79879" name="Text Box 7"/>
          <p:cNvSpPr txBox="1">
            <a:spLocks noChangeArrowheads="1"/>
          </p:cNvSpPr>
          <p:nvPr/>
        </p:nvSpPr>
        <p:spPr bwMode="auto">
          <a:xfrm>
            <a:off x="823913" y="2417763"/>
            <a:ext cx="252412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联立上述三式，可得：</a:t>
            </a:r>
          </a:p>
        </p:txBody>
      </p:sp>
      <p:graphicFrame>
        <p:nvGraphicFramePr>
          <p:cNvPr id="79880" name="Object 8"/>
          <p:cNvGraphicFramePr>
            <a:graphicFrameLocks noChangeAspect="1"/>
          </p:cNvGraphicFramePr>
          <p:nvPr/>
        </p:nvGraphicFramePr>
        <p:xfrm>
          <a:off x="5753100" y="3376613"/>
          <a:ext cx="2244725" cy="677862"/>
        </p:xfrm>
        <a:graphic>
          <a:graphicData uri="http://schemas.openxmlformats.org/presentationml/2006/ole">
            <p:oleObj spid="_x0000_s70679" name="Equation" r:id="rId5" imgW="977476" imgH="393529" progId="Equation.DSMT4">
              <p:embed/>
            </p:oleObj>
          </a:graphicData>
        </a:graphic>
      </p:graphicFrame>
      <p:graphicFrame>
        <p:nvGraphicFramePr>
          <p:cNvPr id="79881" name="Object 9"/>
          <p:cNvGraphicFramePr>
            <a:graphicFrameLocks noChangeAspect="1"/>
          </p:cNvGraphicFramePr>
          <p:nvPr/>
        </p:nvGraphicFramePr>
        <p:xfrm>
          <a:off x="1568450" y="3363913"/>
          <a:ext cx="4286250" cy="715962"/>
        </p:xfrm>
        <a:graphic>
          <a:graphicData uri="http://schemas.openxmlformats.org/presentationml/2006/ole">
            <p:oleObj spid="_x0000_s70680" name="Equation" r:id="rId6" imgW="1765300" imgH="393700" progId="Equation.DSMT4">
              <p:embed/>
            </p:oleObj>
          </a:graphicData>
        </a:graphic>
      </p:graphicFrame>
      <p:graphicFrame>
        <p:nvGraphicFramePr>
          <p:cNvPr id="79882" name="Object 10"/>
          <p:cNvGraphicFramePr>
            <a:graphicFrameLocks noChangeAspect="1"/>
          </p:cNvGraphicFramePr>
          <p:nvPr/>
        </p:nvGraphicFramePr>
        <p:xfrm>
          <a:off x="3276600" y="2271713"/>
          <a:ext cx="5151438" cy="679450"/>
        </p:xfrm>
        <a:graphic>
          <a:graphicData uri="http://schemas.openxmlformats.org/presentationml/2006/ole">
            <p:oleObj spid="_x0000_s70681" name="Equation" r:id="rId7" imgW="2235200" imgH="393700" progId="Equation.DSMT4">
              <p:embed/>
            </p:oleObj>
          </a:graphicData>
        </a:graphic>
      </p:graphicFrame>
      <p:sp>
        <p:nvSpPr>
          <p:cNvPr id="79883" name="Text Box 11"/>
          <p:cNvSpPr txBox="1">
            <a:spLocks noChangeArrowheads="1"/>
          </p:cNvSpPr>
          <p:nvPr/>
        </p:nvSpPr>
        <p:spPr bwMode="auto">
          <a:xfrm>
            <a:off x="228600" y="2951163"/>
            <a:ext cx="89154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en-US" altLang="zh-CN" sz="1800">
                <a:latin typeface="华文中宋" pitchFamily="2" charset="-122"/>
                <a:ea typeface="华文中宋" pitchFamily="2" charset="-122"/>
              </a:rPr>
              <a:t>(2)</a:t>
            </a:r>
            <a:r>
              <a:rPr lang="zh-CN" altLang="en-US" sz="1800">
                <a:latin typeface="华文中宋" pitchFamily="2" charset="-122"/>
                <a:ea typeface="华文中宋" pitchFamily="2" charset="-122"/>
              </a:rPr>
              <a:t>以木块、子弹为系统，从能量的角度，结合动量守恒定律，可以直接写出：</a:t>
            </a:r>
          </a:p>
        </p:txBody>
      </p:sp>
      <p:sp>
        <p:nvSpPr>
          <p:cNvPr id="79884" name="Text Box 12"/>
          <p:cNvSpPr txBox="1">
            <a:spLocks noChangeArrowheads="1"/>
          </p:cNvSpPr>
          <p:nvPr/>
        </p:nvSpPr>
        <p:spPr bwMode="auto">
          <a:xfrm>
            <a:off x="395288" y="3940175"/>
            <a:ext cx="8497887"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solidFill>
                  <a:srgbClr val="0000CC"/>
                </a:solidFill>
                <a:latin typeface="华文中宋" pitchFamily="2" charset="-122"/>
                <a:ea typeface="华文中宋" pitchFamily="2" charset="-122"/>
              </a:rPr>
              <a:t>所得结果一致，这说明一对内部非保守力功之和度量了系统内部机械能与其它形式能量的转换。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9874"/>
                                        </p:tgtEl>
                                        <p:attrNameLst>
                                          <p:attrName>style.visibility</p:attrName>
                                        </p:attrNameLst>
                                      </p:cBhvr>
                                      <p:to>
                                        <p:strVal val="visible"/>
                                      </p:to>
                                    </p:set>
                                    <p:animEffect transition="in" filter="box(in)">
                                      <p:cBhvr>
                                        <p:cTn id="7" dur="500"/>
                                        <p:tgtEl>
                                          <p:spTgt spid="798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79875"/>
                                        </p:tgtEl>
                                        <p:attrNameLst>
                                          <p:attrName>style.visibility</p:attrName>
                                        </p:attrNameLst>
                                      </p:cBhvr>
                                      <p:to>
                                        <p:strVal val="visible"/>
                                      </p:to>
                                    </p:set>
                                    <p:animEffect transition="in" filter="box(in)">
                                      <p:cBhvr>
                                        <p:cTn id="12" dur="500"/>
                                        <p:tgtEl>
                                          <p:spTgt spid="7987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79876"/>
                                        </p:tgtEl>
                                        <p:attrNameLst>
                                          <p:attrName>style.visibility</p:attrName>
                                        </p:attrNameLst>
                                      </p:cBhvr>
                                      <p:to>
                                        <p:strVal val="visible"/>
                                      </p:to>
                                    </p:set>
                                    <p:animEffect transition="in" filter="box(in)">
                                      <p:cBhvr>
                                        <p:cTn id="17" dur="500"/>
                                        <p:tgtEl>
                                          <p:spTgt spid="7987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9879"/>
                                        </p:tgtEl>
                                        <p:attrNameLst>
                                          <p:attrName>style.visibility</p:attrName>
                                        </p:attrNameLst>
                                      </p:cBhvr>
                                      <p:to>
                                        <p:strVal val="visible"/>
                                      </p:to>
                                    </p:set>
                                    <p:animEffect transition="in" filter="box(in)">
                                      <p:cBhvr>
                                        <p:cTn id="22" dur="500"/>
                                        <p:tgtEl>
                                          <p:spTgt spid="7987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79882"/>
                                        </p:tgtEl>
                                        <p:attrNameLst>
                                          <p:attrName>style.visibility</p:attrName>
                                        </p:attrNameLst>
                                      </p:cBhvr>
                                      <p:to>
                                        <p:strVal val="visible"/>
                                      </p:to>
                                    </p:set>
                                    <p:animEffect transition="in" filter="box(in)">
                                      <p:cBhvr>
                                        <p:cTn id="27" dur="500"/>
                                        <p:tgtEl>
                                          <p:spTgt spid="7988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79883"/>
                                        </p:tgtEl>
                                        <p:attrNameLst>
                                          <p:attrName>style.visibility</p:attrName>
                                        </p:attrNameLst>
                                      </p:cBhvr>
                                      <p:to>
                                        <p:strVal val="visible"/>
                                      </p:to>
                                    </p:set>
                                    <p:animEffect transition="in" filter="box(in)">
                                      <p:cBhvr>
                                        <p:cTn id="32" dur="500"/>
                                        <p:tgtEl>
                                          <p:spTgt spid="7988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79881"/>
                                        </p:tgtEl>
                                        <p:attrNameLst>
                                          <p:attrName>style.visibility</p:attrName>
                                        </p:attrNameLst>
                                      </p:cBhvr>
                                      <p:to>
                                        <p:strVal val="visible"/>
                                      </p:to>
                                    </p:set>
                                    <p:animEffect transition="in" filter="box(in)">
                                      <p:cBhvr>
                                        <p:cTn id="37" dur="500"/>
                                        <p:tgtEl>
                                          <p:spTgt spid="7988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79880"/>
                                        </p:tgtEl>
                                        <p:attrNameLst>
                                          <p:attrName>style.visibility</p:attrName>
                                        </p:attrNameLst>
                                      </p:cBhvr>
                                      <p:to>
                                        <p:strVal val="visible"/>
                                      </p:to>
                                    </p:set>
                                    <p:animEffect transition="in" filter="box(in)">
                                      <p:cBhvr>
                                        <p:cTn id="42" dur="500"/>
                                        <p:tgtEl>
                                          <p:spTgt spid="7988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79884"/>
                                        </p:tgtEl>
                                        <p:attrNameLst>
                                          <p:attrName>style.visibility</p:attrName>
                                        </p:attrNameLst>
                                      </p:cBhvr>
                                      <p:to>
                                        <p:strVal val="visible"/>
                                      </p:to>
                                    </p:set>
                                    <p:animEffect transition="in" filter="box(in)">
                                      <p:cBhvr>
                                        <p:cTn id="47" dur="500"/>
                                        <p:tgtEl>
                                          <p:spTgt spid="798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autoUpdateAnimBg="0"/>
      <p:bldP spid="79879" grpId="0" autoUpdateAnimBg="0"/>
      <p:bldP spid="79883" grpId="0" autoUpdateAnimBg="0"/>
      <p:bldP spid="79884"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Text Box 3"/>
          <p:cNvSpPr txBox="1">
            <a:spLocks noChangeArrowheads="1"/>
          </p:cNvSpPr>
          <p:nvPr/>
        </p:nvSpPr>
        <p:spPr bwMode="auto">
          <a:xfrm>
            <a:off x="441325" y="742950"/>
            <a:ext cx="8245475"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2000">
                <a:solidFill>
                  <a:srgbClr val="CC0000"/>
                </a:solidFill>
                <a:latin typeface="华文中宋" pitchFamily="2" charset="-122"/>
                <a:ea typeface="华文中宋" pitchFamily="2" charset="-122"/>
              </a:rPr>
              <a:t>一、牛顿定律</a:t>
            </a:r>
          </a:p>
        </p:txBody>
      </p:sp>
      <p:sp>
        <p:nvSpPr>
          <p:cNvPr id="113683" name="Line 19"/>
          <p:cNvSpPr>
            <a:spLocks noChangeShapeType="1"/>
          </p:cNvSpPr>
          <p:nvPr/>
        </p:nvSpPr>
        <p:spPr bwMode="auto">
          <a:xfrm>
            <a:off x="4140200" y="1328738"/>
            <a:ext cx="36513" cy="1458912"/>
          </a:xfrm>
          <a:prstGeom prst="line">
            <a:avLst/>
          </a:prstGeom>
          <a:noFill/>
          <a:ln w="38100">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27" name="Text Box 20"/>
          <p:cNvSpPr txBox="1">
            <a:spLocks noChangeArrowheads="1"/>
          </p:cNvSpPr>
          <p:nvPr/>
        </p:nvSpPr>
        <p:spPr bwMode="auto">
          <a:xfrm>
            <a:off x="2178050" y="1382713"/>
            <a:ext cx="17272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spcBef>
                <a:spcPct val="50000"/>
              </a:spcBef>
            </a:pPr>
            <a:r>
              <a:rPr kumimoji="1" lang="zh-CN" altLang="en-US" sz="1800">
                <a:solidFill>
                  <a:schemeClr val="accent2"/>
                </a:solidFill>
                <a:latin typeface="华文中宋" pitchFamily="2" charset="-122"/>
                <a:ea typeface="华文中宋" pitchFamily="2" charset="-122"/>
              </a:rPr>
              <a:t>惯性定律</a:t>
            </a:r>
          </a:p>
        </p:txBody>
      </p:sp>
      <p:sp>
        <p:nvSpPr>
          <p:cNvPr id="29" name="Text Box 23"/>
          <p:cNvSpPr txBox="1">
            <a:spLocks noChangeArrowheads="1"/>
          </p:cNvSpPr>
          <p:nvPr/>
        </p:nvSpPr>
        <p:spPr bwMode="auto">
          <a:xfrm>
            <a:off x="4643438" y="1436688"/>
            <a:ext cx="3402012"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spcBef>
                <a:spcPct val="50000"/>
              </a:spcBef>
            </a:pPr>
            <a:r>
              <a:rPr kumimoji="1" lang="zh-CN" altLang="en-US" sz="1800">
                <a:latin typeface="华文中宋" pitchFamily="2" charset="-122"/>
                <a:ea typeface="华文中宋" pitchFamily="2" charset="-122"/>
              </a:rPr>
              <a:t>惯性与惯性系</a:t>
            </a:r>
          </a:p>
        </p:txBody>
      </p:sp>
      <p:sp>
        <p:nvSpPr>
          <p:cNvPr id="31" name="Text Box 24"/>
          <p:cNvSpPr txBox="1">
            <a:spLocks noChangeArrowheads="1"/>
          </p:cNvSpPr>
          <p:nvPr/>
        </p:nvSpPr>
        <p:spPr bwMode="auto">
          <a:xfrm>
            <a:off x="2178050" y="1870075"/>
            <a:ext cx="17272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spcBef>
                <a:spcPct val="50000"/>
              </a:spcBef>
            </a:pPr>
            <a:r>
              <a:rPr kumimoji="1" lang="zh-CN" altLang="en-US" sz="1800">
                <a:solidFill>
                  <a:schemeClr val="accent2"/>
                </a:solidFill>
                <a:latin typeface="华文中宋" pitchFamily="2" charset="-122"/>
                <a:ea typeface="华文中宋" pitchFamily="2" charset="-122"/>
              </a:rPr>
              <a:t>第二定律</a:t>
            </a:r>
          </a:p>
        </p:txBody>
      </p:sp>
      <p:graphicFrame>
        <p:nvGraphicFramePr>
          <p:cNvPr id="32" name="对象 31"/>
          <p:cNvGraphicFramePr>
            <a:graphicFrameLocks noChangeAspect="1"/>
          </p:cNvGraphicFramePr>
          <p:nvPr/>
        </p:nvGraphicFramePr>
        <p:xfrm>
          <a:off x="4643438" y="1868488"/>
          <a:ext cx="1181100" cy="358775"/>
        </p:xfrm>
        <a:graphic>
          <a:graphicData uri="http://schemas.openxmlformats.org/presentationml/2006/ole">
            <p:oleObj spid="_x0000_s71708" name="Equation" r:id="rId3" imgW="532937" imgH="215713" progId="Equation.DSMT4">
              <p:embed/>
            </p:oleObj>
          </a:graphicData>
        </a:graphic>
      </p:graphicFrame>
      <p:sp>
        <p:nvSpPr>
          <p:cNvPr id="34" name="Text Box 27"/>
          <p:cNvSpPr txBox="1">
            <a:spLocks noChangeArrowheads="1"/>
          </p:cNvSpPr>
          <p:nvPr/>
        </p:nvSpPr>
        <p:spPr bwMode="auto">
          <a:xfrm>
            <a:off x="2178050" y="2301875"/>
            <a:ext cx="17272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spcBef>
                <a:spcPct val="50000"/>
              </a:spcBef>
            </a:pPr>
            <a:r>
              <a:rPr kumimoji="1" lang="zh-CN" altLang="en-US" sz="1800">
                <a:solidFill>
                  <a:schemeClr val="accent2"/>
                </a:solidFill>
                <a:latin typeface="华文中宋" pitchFamily="2" charset="-122"/>
                <a:ea typeface="华文中宋" pitchFamily="2" charset="-122"/>
              </a:rPr>
              <a:t>第三定律</a:t>
            </a:r>
            <a:endParaRPr kumimoji="1" lang="en-US" altLang="zh-CN" sz="1800">
              <a:solidFill>
                <a:schemeClr val="accent2"/>
              </a:solidFill>
              <a:latin typeface="华文中宋" pitchFamily="2" charset="-122"/>
              <a:ea typeface="华文中宋" pitchFamily="2" charset="-122"/>
            </a:endParaRPr>
          </a:p>
        </p:txBody>
      </p:sp>
      <p:graphicFrame>
        <p:nvGraphicFramePr>
          <p:cNvPr id="35" name="对象 34"/>
          <p:cNvGraphicFramePr>
            <a:graphicFrameLocks noChangeAspect="1"/>
          </p:cNvGraphicFramePr>
          <p:nvPr/>
        </p:nvGraphicFramePr>
        <p:xfrm>
          <a:off x="5930900" y="3392488"/>
          <a:ext cx="1377950" cy="460375"/>
        </p:xfrm>
        <a:graphic>
          <a:graphicData uri="http://schemas.openxmlformats.org/presentationml/2006/ole">
            <p:oleObj spid="_x0000_s71709" name="Equation" r:id="rId4" imgW="622030" imgH="279279" progId="Equation.DSMT4">
              <p:embed/>
            </p:oleObj>
          </a:graphicData>
        </a:graphic>
      </p:graphicFrame>
      <p:sp>
        <p:nvSpPr>
          <p:cNvPr id="37" name="Text Box 30"/>
          <p:cNvSpPr txBox="1">
            <a:spLocks noChangeArrowheads="1"/>
          </p:cNvSpPr>
          <p:nvPr/>
        </p:nvSpPr>
        <p:spPr bwMode="auto">
          <a:xfrm>
            <a:off x="1042988" y="3381375"/>
            <a:ext cx="158432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kumimoji="1" lang="zh-CN" altLang="en-US" sz="1800">
                <a:solidFill>
                  <a:schemeClr val="accent2"/>
                </a:solidFill>
                <a:latin typeface="华文中宋" pitchFamily="2" charset="-122"/>
                <a:ea typeface="华文中宋" pitchFamily="2" charset="-122"/>
              </a:rPr>
              <a:t>动量与冲量</a:t>
            </a:r>
          </a:p>
        </p:txBody>
      </p:sp>
      <p:graphicFrame>
        <p:nvGraphicFramePr>
          <p:cNvPr id="38" name="对象 37"/>
          <p:cNvGraphicFramePr>
            <a:graphicFrameLocks noChangeAspect="1"/>
          </p:cNvGraphicFramePr>
          <p:nvPr/>
        </p:nvGraphicFramePr>
        <p:xfrm>
          <a:off x="4332288" y="3387725"/>
          <a:ext cx="1179512" cy="357188"/>
        </p:xfrm>
        <a:graphic>
          <a:graphicData uri="http://schemas.openxmlformats.org/presentationml/2006/ole">
            <p:oleObj spid="_x0000_s71710" name="Equation" r:id="rId5" imgW="532937" imgH="215713" progId="Equation.DSMT4">
              <p:embed/>
            </p:oleObj>
          </a:graphicData>
        </a:graphic>
      </p:graphicFrame>
      <p:sp>
        <p:nvSpPr>
          <p:cNvPr id="80917" name="Text Box 21"/>
          <p:cNvSpPr txBox="1">
            <a:spLocks noChangeArrowheads="1"/>
          </p:cNvSpPr>
          <p:nvPr/>
        </p:nvSpPr>
        <p:spPr bwMode="auto">
          <a:xfrm>
            <a:off x="5867400" y="1868488"/>
            <a:ext cx="3017838"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惯性质量与引力质量</a:t>
            </a:r>
          </a:p>
        </p:txBody>
      </p:sp>
      <p:graphicFrame>
        <p:nvGraphicFramePr>
          <p:cNvPr id="2" name="Object 22"/>
          <p:cNvGraphicFramePr>
            <a:graphicFrameLocks noChangeAspect="1"/>
          </p:cNvGraphicFramePr>
          <p:nvPr/>
        </p:nvGraphicFramePr>
        <p:xfrm>
          <a:off x="4624388" y="2301875"/>
          <a:ext cx="1517650" cy="420688"/>
        </p:xfrm>
        <a:graphic>
          <a:graphicData uri="http://schemas.openxmlformats.org/presentationml/2006/ole">
            <p:oleObj spid="_x0000_s71711" name="Equation" r:id="rId6" imgW="685800" imgH="254000" progId="Equation.DSMT4">
              <p:embed/>
            </p:oleObj>
          </a:graphicData>
        </a:graphic>
      </p:graphicFrame>
      <p:sp>
        <p:nvSpPr>
          <p:cNvPr id="80919" name="Text Box 23"/>
          <p:cNvSpPr txBox="1">
            <a:spLocks noChangeArrowheads="1"/>
          </p:cNvSpPr>
          <p:nvPr/>
        </p:nvSpPr>
        <p:spPr bwMode="auto">
          <a:xfrm>
            <a:off x="6126163" y="2332038"/>
            <a:ext cx="240665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华文中宋" pitchFamily="2" charset="-122"/>
                <a:ea typeface="华文中宋" pitchFamily="2" charset="-122"/>
              </a:rPr>
              <a:t>与平衡力的区别</a:t>
            </a:r>
          </a:p>
        </p:txBody>
      </p:sp>
      <p:sp>
        <p:nvSpPr>
          <p:cNvPr id="80920" name="Text Box 24"/>
          <p:cNvSpPr txBox="1">
            <a:spLocks noChangeArrowheads="1"/>
          </p:cNvSpPr>
          <p:nvPr/>
        </p:nvSpPr>
        <p:spPr bwMode="auto">
          <a:xfrm>
            <a:off x="468313" y="2841625"/>
            <a:ext cx="8245475"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2000">
                <a:solidFill>
                  <a:srgbClr val="CC0000"/>
                </a:solidFill>
                <a:latin typeface="华文中宋" pitchFamily="2" charset="-122"/>
                <a:ea typeface="华文中宋" pitchFamily="2" charset="-122"/>
              </a:rPr>
              <a:t>二、动量、动量定理与动量守恒定律</a:t>
            </a:r>
          </a:p>
        </p:txBody>
      </p:sp>
      <p:sp>
        <p:nvSpPr>
          <p:cNvPr id="3" name="Text Box 30"/>
          <p:cNvSpPr txBox="1">
            <a:spLocks noChangeArrowheads="1"/>
          </p:cNvSpPr>
          <p:nvPr/>
        </p:nvSpPr>
        <p:spPr bwMode="auto">
          <a:xfrm>
            <a:off x="971550" y="4002088"/>
            <a:ext cx="1116013"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kumimoji="1" lang="zh-CN" altLang="en-US" sz="1800">
                <a:solidFill>
                  <a:schemeClr val="accent2"/>
                </a:solidFill>
                <a:latin typeface="华文中宋" pitchFamily="2" charset="-122"/>
                <a:ea typeface="华文中宋" pitchFamily="2" charset="-122"/>
              </a:rPr>
              <a:t>动量定理</a:t>
            </a:r>
          </a:p>
        </p:txBody>
      </p:sp>
      <p:graphicFrame>
        <p:nvGraphicFramePr>
          <p:cNvPr id="80922" name="Object 26"/>
          <p:cNvGraphicFramePr>
            <a:graphicFrameLocks noChangeAspect="1"/>
          </p:cNvGraphicFramePr>
          <p:nvPr/>
        </p:nvGraphicFramePr>
        <p:xfrm>
          <a:off x="2411413" y="3724275"/>
          <a:ext cx="6688137" cy="868363"/>
        </p:xfrm>
        <a:graphic>
          <a:graphicData uri="http://schemas.openxmlformats.org/presentationml/2006/ole">
            <p:oleObj spid="_x0000_s71712" name="Equation" r:id="rId7" imgW="2209800" imgH="4572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0899"/>
                                        </p:tgtEl>
                                        <p:attrNameLst>
                                          <p:attrName>style.visibility</p:attrName>
                                        </p:attrNameLst>
                                      </p:cBhvr>
                                      <p:to>
                                        <p:strVal val="visible"/>
                                      </p:to>
                                    </p:set>
                                    <p:animEffect transition="in" filter="box(in)">
                                      <p:cBhvr>
                                        <p:cTn id="7" dur="500"/>
                                        <p:tgtEl>
                                          <p:spTgt spid="808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left)">
                                      <p:cBhvr>
                                        <p:cTn id="12" dur="500"/>
                                        <p:tgtEl>
                                          <p:spTgt spid="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3683"/>
                                        </p:tgtEl>
                                        <p:attrNameLst>
                                          <p:attrName>style.visibility</p:attrName>
                                        </p:attrNameLst>
                                      </p:cBhvr>
                                      <p:to>
                                        <p:strVal val="visible"/>
                                      </p:to>
                                    </p:set>
                                    <p:animEffect transition="in" filter="blinds(horizontal)">
                                      <p:cBhvr>
                                        <p:cTn id="17" dur="500"/>
                                        <p:tgtEl>
                                          <p:spTgt spid="11368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left)">
                                      <p:cBhvr>
                                        <p:cTn id="22" dur="500"/>
                                        <p:tgtEl>
                                          <p:spTgt spid="2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left)">
                                      <p:cBhvr>
                                        <p:cTn id="27" dur="500"/>
                                        <p:tgtEl>
                                          <p:spTgt spid="3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wipe(left)">
                                      <p:cBhvr>
                                        <p:cTn id="32" dur="500"/>
                                        <p:tgtEl>
                                          <p:spTgt spid="3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80917"/>
                                        </p:tgtEl>
                                        <p:attrNameLst>
                                          <p:attrName>style.visibility</p:attrName>
                                        </p:attrNameLst>
                                      </p:cBhvr>
                                      <p:to>
                                        <p:strVal val="visible"/>
                                      </p:to>
                                    </p:set>
                                    <p:animEffect transition="in" filter="box(in)">
                                      <p:cBhvr>
                                        <p:cTn id="37" dur="500"/>
                                        <p:tgtEl>
                                          <p:spTgt spid="8091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wipe(left)">
                                      <p:cBhvr>
                                        <p:cTn id="42" dur="500"/>
                                        <p:tgtEl>
                                          <p:spTgt spid="3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wipe(left)">
                                      <p:cBhvr>
                                        <p:cTn id="47" dur="500"/>
                                        <p:tgtEl>
                                          <p:spTgt spid="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80919"/>
                                        </p:tgtEl>
                                        <p:attrNameLst>
                                          <p:attrName>style.visibility</p:attrName>
                                        </p:attrNameLst>
                                      </p:cBhvr>
                                      <p:to>
                                        <p:strVal val="visible"/>
                                      </p:to>
                                    </p:set>
                                    <p:animEffect transition="in" filter="box(in)">
                                      <p:cBhvr>
                                        <p:cTn id="52" dur="500"/>
                                        <p:tgtEl>
                                          <p:spTgt spid="8091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80920"/>
                                        </p:tgtEl>
                                        <p:attrNameLst>
                                          <p:attrName>style.visibility</p:attrName>
                                        </p:attrNameLst>
                                      </p:cBhvr>
                                      <p:to>
                                        <p:strVal val="visible"/>
                                      </p:to>
                                    </p:set>
                                    <p:animEffect transition="in" filter="box(in)">
                                      <p:cBhvr>
                                        <p:cTn id="57" dur="500"/>
                                        <p:tgtEl>
                                          <p:spTgt spid="8092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37"/>
                                        </p:tgtEl>
                                        <p:attrNameLst>
                                          <p:attrName>style.visibility</p:attrName>
                                        </p:attrNameLst>
                                      </p:cBhvr>
                                      <p:to>
                                        <p:strVal val="visible"/>
                                      </p:to>
                                    </p:set>
                                    <p:animEffect transition="in" filter="wipe(left)">
                                      <p:cBhvr>
                                        <p:cTn id="62" dur="500"/>
                                        <p:tgtEl>
                                          <p:spTgt spid="3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38"/>
                                        </p:tgtEl>
                                        <p:attrNameLst>
                                          <p:attrName>style.visibility</p:attrName>
                                        </p:attrNameLst>
                                      </p:cBhvr>
                                      <p:to>
                                        <p:strVal val="visible"/>
                                      </p:to>
                                    </p:set>
                                    <p:animEffect transition="in" filter="wipe(left)">
                                      <p:cBhvr>
                                        <p:cTn id="67" dur="500"/>
                                        <p:tgtEl>
                                          <p:spTgt spid="3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wipe(left)">
                                      <p:cBhvr>
                                        <p:cTn id="72" dur="500"/>
                                        <p:tgtEl>
                                          <p:spTgt spid="35"/>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3"/>
                                        </p:tgtEl>
                                        <p:attrNameLst>
                                          <p:attrName>style.visibility</p:attrName>
                                        </p:attrNameLst>
                                      </p:cBhvr>
                                      <p:to>
                                        <p:strVal val="visible"/>
                                      </p:to>
                                    </p:set>
                                    <p:animEffect transition="in" filter="wipe(left)">
                                      <p:cBhvr>
                                        <p:cTn id="77" dur="500"/>
                                        <p:tgtEl>
                                          <p:spTgt spid="3"/>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nodeType="clickEffect">
                                  <p:stCondLst>
                                    <p:cond delay="0"/>
                                  </p:stCondLst>
                                  <p:childTnLst>
                                    <p:set>
                                      <p:cBhvr>
                                        <p:cTn id="81" dur="1" fill="hold">
                                          <p:stCondLst>
                                            <p:cond delay="0"/>
                                          </p:stCondLst>
                                        </p:cTn>
                                        <p:tgtEl>
                                          <p:spTgt spid="80922"/>
                                        </p:tgtEl>
                                        <p:attrNameLst>
                                          <p:attrName>style.visibility</p:attrName>
                                        </p:attrNameLst>
                                      </p:cBhvr>
                                      <p:to>
                                        <p:strVal val="visible"/>
                                      </p:to>
                                    </p:set>
                                    <p:animEffect transition="in" filter="blinds(horizontal)">
                                      <p:cBhvr>
                                        <p:cTn id="82" dur="500"/>
                                        <p:tgtEl>
                                          <p:spTgt spid="809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autoUpdateAnimBg="0"/>
      <p:bldP spid="113683" grpId="0" animBg="1"/>
      <p:bldP spid="27" grpId="0"/>
      <p:bldP spid="29" grpId="0"/>
      <p:bldP spid="31" grpId="0"/>
      <p:bldP spid="34" grpId="0"/>
      <p:bldP spid="37" grpId="0"/>
      <p:bldP spid="80917" grpId="0" autoUpdateAnimBg="0"/>
      <p:bldP spid="80919" grpId="0" autoUpdateAnimBg="0"/>
      <p:bldP spid="80920" grpId="0" autoUpdateAnimBg="0"/>
      <p:bldP spid="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30"/>
          <p:cNvSpPr txBox="1">
            <a:spLocks noChangeArrowheads="1"/>
          </p:cNvSpPr>
          <p:nvPr/>
        </p:nvSpPr>
        <p:spPr bwMode="auto">
          <a:xfrm>
            <a:off x="1411288" y="1158875"/>
            <a:ext cx="180022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kumimoji="1" lang="zh-CN" altLang="en-US" sz="1800">
                <a:solidFill>
                  <a:schemeClr val="accent2"/>
                </a:solidFill>
                <a:ea typeface="华文中宋" pitchFamily="2" charset="-122"/>
              </a:rPr>
              <a:t>动量守恒定律</a:t>
            </a:r>
          </a:p>
        </p:txBody>
      </p:sp>
      <p:graphicFrame>
        <p:nvGraphicFramePr>
          <p:cNvPr id="93189" name="Object 5"/>
          <p:cNvGraphicFramePr>
            <a:graphicFrameLocks noChangeAspect="1"/>
          </p:cNvGraphicFramePr>
          <p:nvPr/>
        </p:nvGraphicFramePr>
        <p:xfrm>
          <a:off x="3252788" y="958850"/>
          <a:ext cx="4487862" cy="749300"/>
        </p:xfrm>
        <a:graphic>
          <a:graphicData uri="http://schemas.openxmlformats.org/presentationml/2006/ole">
            <p:oleObj spid="_x0000_s72735" name="Equation" r:id="rId3" imgW="1625600" imgH="431800" progId="Equation.DSMT4">
              <p:embed/>
            </p:oleObj>
          </a:graphicData>
        </a:graphic>
      </p:graphicFrame>
      <p:sp>
        <p:nvSpPr>
          <p:cNvPr id="93190" name="Text Box 6"/>
          <p:cNvSpPr txBox="1">
            <a:spLocks noChangeArrowheads="1"/>
          </p:cNvSpPr>
          <p:nvPr/>
        </p:nvSpPr>
        <p:spPr bwMode="auto">
          <a:xfrm>
            <a:off x="323850" y="1544638"/>
            <a:ext cx="8245475"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2000">
                <a:solidFill>
                  <a:srgbClr val="CC0000"/>
                </a:solidFill>
                <a:latin typeface="Times New Roman" pitchFamily="18" charset="0"/>
                <a:ea typeface="华文中宋" pitchFamily="2" charset="-122"/>
              </a:rPr>
              <a:t>三、功、动能、势能、机械能守恒定律</a:t>
            </a:r>
          </a:p>
        </p:txBody>
      </p:sp>
      <p:sp>
        <p:nvSpPr>
          <p:cNvPr id="27" name="Text Box 20"/>
          <p:cNvSpPr txBox="1">
            <a:spLocks noChangeArrowheads="1"/>
          </p:cNvSpPr>
          <p:nvPr/>
        </p:nvSpPr>
        <p:spPr bwMode="auto">
          <a:xfrm>
            <a:off x="2051050" y="2139950"/>
            <a:ext cx="188912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spcBef>
                <a:spcPct val="50000"/>
              </a:spcBef>
            </a:pPr>
            <a:r>
              <a:rPr kumimoji="1" lang="zh-CN" altLang="en-US" sz="1800">
                <a:solidFill>
                  <a:schemeClr val="accent2"/>
                </a:solidFill>
                <a:ea typeface="华文中宋" pitchFamily="2" charset="-122"/>
              </a:rPr>
              <a:t>功与功率</a:t>
            </a:r>
          </a:p>
        </p:txBody>
      </p:sp>
      <p:sp>
        <p:nvSpPr>
          <p:cNvPr id="31" name="Text Box 24"/>
          <p:cNvSpPr txBox="1">
            <a:spLocks noChangeArrowheads="1"/>
          </p:cNvSpPr>
          <p:nvPr/>
        </p:nvSpPr>
        <p:spPr bwMode="auto">
          <a:xfrm>
            <a:off x="2051050" y="2678113"/>
            <a:ext cx="208915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spcBef>
                <a:spcPct val="50000"/>
              </a:spcBef>
            </a:pPr>
            <a:r>
              <a:rPr kumimoji="1" lang="zh-CN" altLang="en-US" sz="1800">
                <a:solidFill>
                  <a:schemeClr val="accent2"/>
                </a:solidFill>
                <a:ea typeface="华文中宋" pitchFamily="2" charset="-122"/>
              </a:rPr>
              <a:t>动能与动能定理</a:t>
            </a:r>
            <a:endParaRPr kumimoji="1" lang="en-US" altLang="zh-CN" sz="1800">
              <a:solidFill>
                <a:schemeClr val="accent2"/>
              </a:solidFill>
              <a:ea typeface="华文中宋" pitchFamily="2" charset="-122"/>
            </a:endParaRPr>
          </a:p>
        </p:txBody>
      </p:sp>
      <p:sp>
        <p:nvSpPr>
          <p:cNvPr id="34" name="Text Box 27"/>
          <p:cNvSpPr txBox="1">
            <a:spLocks noChangeArrowheads="1"/>
          </p:cNvSpPr>
          <p:nvPr/>
        </p:nvSpPr>
        <p:spPr bwMode="auto">
          <a:xfrm>
            <a:off x="2051050" y="3214688"/>
            <a:ext cx="17272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spcBef>
                <a:spcPct val="50000"/>
              </a:spcBef>
            </a:pPr>
            <a:r>
              <a:rPr kumimoji="1" lang="zh-CN" altLang="en-US" sz="1800">
                <a:solidFill>
                  <a:schemeClr val="accent2"/>
                </a:solidFill>
                <a:ea typeface="华文中宋" pitchFamily="2" charset="-122"/>
              </a:rPr>
              <a:t>势能</a:t>
            </a:r>
          </a:p>
        </p:txBody>
      </p:sp>
      <p:sp>
        <p:nvSpPr>
          <p:cNvPr id="2" name="Text Box 27"/>
          <p:cNvSpPr txBox="1">
            <a:spLocks noChangeArrowheads="1"/>
          </p:cNvSpPr>
          <p:nvPr/>
        </p:nvSpPr>
        <p:spPr bwMode="auto">
          <a:xfrm>
            <a:off x="2051050" y="3752850"/>
            <a:ext cx="2239963"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spcBef>
                <a:spcPct val="50000"/>
              </a:spcBef>
            </a:pPr>
            <a:r>
              <a:rPr kumimoji="1" lang="zh-CN" altLang="en-US" sz="1800">
                <a:solidFill>
                  <a:schemeClr val="accent2"/>
                </a:solidFill>
                <a:ea typeface="华文中宋" pitchFamily="2" charset="-122"/>
              </a:rPr>
              <a:t>机械能守恒定律</a:t>
            </a:r>
          </a:p>
        </p:txBody>
      </p:sp>
      <p:sp>
        <p:nvSpPr>
          <p:cNvPr id="3" name="Text Box 27"/>
          <p:cNvSpPr txBox="1">
            <a:spLocks noChangeArrowheads="1"/>
          </p:cNvSpPr>
          <p:nvPr/>
        </p:nvSpPr>
        <p:spPr bwMode="auto">
          <a:xfrm>
            <a:off x="2049463" y="4289425"/>
            <a:ext cx="2376487"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spcBef>
                <a:spcPct val="50000"/>
              </a:spcBef>
            </a:pPr>
            <a:r>
              <a:rPr kumimoji="1" lang="zh-CN" altLang="en-US" sz="1800">
                <a:solidFill>
                  <a:schemeClr val="accent2"/>
                </a:solidFill>
                <a:ea typeface="华文中宋" pitchFamily="2" charset="-122"/>
              </a:rPr>
              <a:t>能量转换与守恒定律</a:t>
            </a:r>
            <a:endParaRPr kumimoji="1" lang="en-US" altLang="zh-CN" sz="1800">
              <a:solidFill>
                <a:schemeClr val="accent2"/>
              </a:solidFill>
              <a:ea typeface="华文中宋" pitchFamily="2" charset="-122"/>
            </a:endParaRPr>
          </a:p>
        </p:txBody>
      </p:sp>
      <p:sp>
        <p:nvSpPr>
          <p:cNvPr id="113683" name="Line 19"/>
          <p:cNvSpPr>
            <a:spLocks noChangeShapeType="1"/>
          </p:cNvSpPr>
          <p:nvPr/>
        </p:nvSpPr>
        <p:spPr bwMode="auto">
          <a:xfrm>
            <a:off x="4427538" y="2084388"/>
            <a:ext cx="0" cy="2503487"/>
          </a:xfrm>
          <a:prstGeom prst="line">
            <a:avLst/>
          </a:prstGeom>
          <a:noFill/>
          <a:ln w="38100">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graphicFrame>
        <p:nvGraphicFramePr>
          <p:cNvPr id="93197" name="Object 13"/>
          <p:cNvGraphicFramePr>
            <a:graphicFrameLocks noGrp="1" noChangeAspect="1"/>
          </p:cNvGraphicFramePr>
          <p:nvPr>
            <p:ph sz="quarter" idx="4294967295"/>
          </p:nvPr>
        </p:nvGraphicFramePr>
        <p:xfrm>
          <a:off x="5076825" y="3743325"/>
          <a:ext cx="2841625" cy="493713"/>
        </p:xfrm>
        <a:graphic>
          <a:graphicData uri="http://schemas.openxmlformats.org/presentationml/2006/ole">
            <p:oleObj spid="_x0000_s72736" name="Equation" r:id="rId4" imgW="1206500" imgH="279400" progId="Equation.DSMT4">
              <p:embed/>
            </p:oleObj>
          </a:graphicData>
        </a:graphic>
      </p:graphicFrame>
      <p:graphicFrame>
        <p:nvGraphicFramePr>
          <p:cNvPr id="93208" name="Object 24"/>
          <p:cNvGraphicFramePr>
            <a:graphicFrameLocks noGrp="1" noChangeAspect="1"/>
          </p:cNvGraphicFramePr>
          <p:nvPr>
            <p:ph sz="quarter" idx="4294967295"/>
          </p:nvPr>
        </p:nvGraphicFramePr>
        <p:xfrm>
          <a:off x="5076825" y="3302000"/>
          <a:ext cx="3919538" cy="377825"/>
        </p:xfrm>
        <a:graphic>
          <a:graphicData uri="http://schemas.openxmlformats.org/presentationml/2006/ole">
            <p:oleObj spid="_x0000_s72737" name="Equation" r:id="rId5" imgW="1879600" imgH="241300" progId="Equation.DSMT4">
              <p:embed/>
            </p:oleObj>
          </a:graphicData>
        </a:graphic>
      </p:graphicFrame>
      <p:graphicFrame>
        <p:nvGraphicFramePr>
          <p:cNvPr id="93207" name="Object 23"/>
          <p:cNvGraphicFramePr>
            <a:graphicFrameLocks noChangeAspect="1"/>
          </p:cNvGraphicFramePr>
          <p:nvPr/>
        </p:nvGraphicFramePr>
        <p:xfrm>
          <a:off x="5076825" y="4300538"/>
          <a:ext cx="2205038" cy="412750"/>
        </p:xfrm>
        <a:graphic>
          <a:graphicData uri="http://schemas.openxmlformats.org/presentationml/2006/ole">
            <p:oleObj spid="_x0000_s72738" name="Equation" r:id="rId6" imgW="1091726" imgH="241195" progId="Equation.DSMT4">
              <p:embed/>
            </p:oleObj>
          </a:graphicData>
        </a:graphic>
      </p:graphicFrame>
      <p:graphicFrame>
        <p:nvGraphicFramePr>
          <p:cNvPr id="93211" name="Object 27"/>
          <p:cNvGraphicFramePr>
            <a:graphicFrameLocks noChangeAspect="1"/>
          </p:cNvGraphicFramePr>
          <p:nvPr/>
        </p:nvGraphicFramePr>
        <p:xfrm>
          <a:off x="5724525" y="2633663"/>
          <a:ext cx="1501775" cy="604837"/>
        </p:xfrm>
        <a:graphic>
          <a:graphicData uri="http://schemas.openxmlformats.org/presentationml/2006/ole">
            <p:oleObj spid="_x0000_s72739" name="Equation" r:id="rId7" imgW="761669" imgH="406224" progId="Equation.DSMT4">
              <p:embed/>
            </p:oleObj>
          </a:graphicData>
        </a:graphic>
      </p:graphicFrame>
      <p:graphicFrame>
        <p:nvGraphicFramePr>
          <p:cNvPr id="4" name="对象 3"/>
          <p:cNvGraphicFramePr>
            <a:graphicFrameLocks noGrp="1" noChangeAspect="1"/>
          </p:cNvGraphicFramePr>
          <p:nvPr/>
        </p:nvGraphicFramePr>
        <p:xfrm>
          <a:off x="4970463" y="1924050"/>
          <a:ext cx="1595437" cy="647700"/>
        </p:xfrm>
        <a:graphic>
          <a:graphicData uri="http://schemas.openxmlformats.org/presentationml/2006/ole">
            <p:oleObj spid="_x0000_s72740" name="Equation" r:id="rId8" imgW="812447" imgH="330057" progId="Equation.DSMT4">
              <p:embed/>
            </p:oleObj>
          </a:graphicData>
        </a:graphic>
      </p:graphicFrame>
      <p:graphicFrame>
        <p:nvGraphicFramePr>
          <p:cNvPr id="5" name="对象 4"/>
          <p:cNvGraphicFramePr>
            <a:graphicFrameLocks noGrp="1" noChangeAspect="1"/>
          </p:cNvGraphicFramePr>
          <p:nvPr/>
        </p:nvGraphicFramePr>
        <p:xfrm>
          <a:off x="6659563" y="1995488"/>
          <a:ext cx="1219200" cy="431800"/>
        </p:xfrm>
        <a:graphic>
          <a:graphicData uri="http://schemas.openxmlformats.org/presentationml/2006/ole">
            <p:oleObj spid="_x0000_s72741" name="Equation" r:id="rId9" imgW="609336" imgH="215806"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500"/>
                                        <p:tgtEl>
                                          <p:spTgt spid="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93189"/>
                                        </p:tgtEl>
                                        <p:attrNameLst>
                                          <p:attrName>style.visibility</p:attrName>
                                        </p:attrNameLst>
                                      </p:cBhvr>
                                      <p:to>
                                        <p:strVal val="visible"/>
                                      </p:to>
                                    </p:set>
                                    <p:animEffect transition="in" filter="blinds(horizontal)">
                                      <p:cBhvr>
                                        <p:cTn id="12" dur="500"/>
                                        <p:tgtEl>
                                          <p:spTgt spid="931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93190"/>
                                        </p:tgtEl>
                                        <p:attrNameLst>
                                          <p:attrName>style.visibility</p:attrName>
                                        </p:attrNameLst>
                                      </p:cBhvr>
                                      <p:to>
                                        <p:strVal val="visible"/>
                                      </p:to>
                                    </p:set>
                                    <p:animEffect transition="in" filter="box(in)">
                                      <p:cBhvr>
                                        <p:cTn id="17" dur="500"/>
                                        <p:tgtEl>
                                          <p:spTgt spid="9319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left)">
                                      <p:cBhvr>
                                        <p:cTn id="22" dur="500"/>
                                        <p:tgtEl>
                                          <p:spTgt spid="2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3683"/>
                                        </p:tgtEl>
                                        <p:attrNameLst>
                                          <p:attrName>style.visibility</p:attrName>
                                        </p:attrNameLst>
                                      </p:cBhvr>
                                      <p:to>
                                        <p:strVal val="visible"/>
                                      </p:to>
                                    </p:set>
                                    <p:animEffect transition="in" filter="wipe(left)">
                                      <p:cBhvr>
                                        <p:cTn id="27" dur="500"/>
                                        <p:tgtEl>
                                          <p:spTgt spid="11368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left)">
                                      <p:cBhvr>
                                        <p:cTn id="32" dur="500"/>
                                        <p:tgtEl>
                                          <p:spTgt spid="3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93211"/>
                                        </p:tgtEl>
                                        <p:attrNameLst>
                                          <p:attrName>style.visibility</p:attrName>
                                        </p:attrNameLst>
                                      </p:cBhvr>
                                      <p:to>
                                        <p:strVal val="visible"/>
                                      </p:to>
                                    </p:set>
                                    <p:animEffect transition="in" filter="box(in)">
                                      <p:cBhvr>
                                        <p:cTn id="37" dur="500"/>
                                        <p:tgtEl>
                                          <p:spTgt spid="9321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16" fill="hold" nodeType="clickEffect">
                                  <p:stCondLst>
                                    <p:cond delay="0"/>
                                  </p:stCondLst>
                                  <p:childTnLst>
                                    <p:set>
                                      <p:cBhvr>
                                        <p:cTn id="41" dur="1" fill="hold">
                                          <p:stCondLst>
                                            <p:cond delay="0"/>
                                          </p:stCondLst>
                                        </p:cTn>
                                        <p:tgtEl>
                                          <p:spTgt spid="93208"/>
                                        </p:tgtEl>
                                        <p:attrNameLst>
                                          <p:attrName>style.visibility</p:attrName>
                                        </p:attrNameLst>
                                      </p:cBhvr>
                                      <p:to>
                                        <p:strVal val="visible"/>
                                      </p:to>
                                    </p:set>
                                    <p:anim calcmode="lin" valueType="num">
                                      <p:cBhvr>
                                        <p:cTn id="42" dur="500" fill="hold"/>
                                        <p:tgtEl>
                                          <p:spTgt spid="93208"/>
                                        </p:tgtEl>
                                        <p:attrNameLst>
                                          <p:attrName>ppt_w</p:attrName>
                                        </p:attrNameLst>
                                      </p:cBhvr>
                                      <p:tavLst>
                                        <p:tav tm="0">
                                          <p:val>
                                            <p:fltVal val="0"/>
                                          </p:val>
                                        </p:tav>
                                        <p:tav tm="100000">
                                          <p:val>
                                            <p:strVal val="#ppt_w"/>
                                          </p:val>
                                        </p:tav>
                                      </p:tavLst>
                                    </p:anim>
                                    <p:anim calcmode="lin" valueType="num">
                                      <p:cBhvr>
                                        <p:cTn id="43" dur="500" fill="hold"/>
                                        <p:tgtEl>
                                          <p:spTgt spid="93208"/>
                                        </p:tgtEl>
                                        <p:attrNameLst>
                                          <p:attrName>ppt_h</p:attrName>
                                        </p:attrNameLst>
                                      </p:cBhvr>
                                      <p:tavLst>
                                        <p:tav tm="0">
                                          <p:val>
                                            <p:fltVal val="0"/>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wipe(left)">
                                      <p:cBhvr>
                                        <p:cTn id="48" dur="500"/>
                                        <p:tgtEl>
                                          <p:spTgt spid="34"/>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4" presetClass="entr" presetSubtype="16" fill="hold" nodeType="clickEffect">
                                  <p:stCondLst>
                                    <p:cond delay="0"/>
                                  </p:stCondLst>
                                  <p:childTnLst>
                                    <p:set>
                                      <p:cBhvr>
                                        <p:cTn id="52" dur="1" fill="hold">
                                          <p:stCondLst>
                                            <p:cond delay="0"/>
                                          </p:stCondLst>
                                        </p:cTn>
                                        <p:tgtEl>
                                          <p:spTgt spid="93197"/>
                                        </p:tgtEl>
                                        <p:attrNameLst>
                                          <p:attrName>style.visibility</p:attrName>
                                        </p:attrNameLst>
                                      </p:cBhvr>
                                      <p:to>
                                        <p:strVal val="visible"/>
                                      </p:to>
                                    </p:set>
                                    <p:animEffect transition="in" filter="box(in)">
                                      <p:cBhvr>
                                        <p:cTn id="53" dur="500"/>
                                        <p:tgtEl>
                                          <p:spTgt spid="9319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
                                        </p:tgtEl>
                                        <p:attrNameLst>
                                          <p:attrName>style.visibility</p:attrName>
                                        </p:attrNameLst>
                                      </p:cBhvr>
                                      <p:to>
                                        <p:strVal val="visible"/>
                                      </p:to>
                                    </p:set>
                                    <p:animEffect transition="in" filter="wipe(left)">
                                      <p:cBhvr>
                                        <p:cTn id="58" dur="500"/>
                                        <p:tgtEl>
                                          <p:spTgt spid="2"/>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10" fill="hold" nodeType="clickEffect">
                                  <p:stCondLst>
                                    <p:cond delay="0"/>
                                  </p:stCondLst>
                                  <p:childTnLst>
                                    <p:set>
                                      <p:cBhvr>
                                        <p:cTn id="62" dur="1" fill="hold">
                                          <p:stCondLst>
                                            <p:cond delay="0"/>
                                          </p:stCondLst>
                                        </p:cTn>
                                        <p:tgtEl>
                                          <p:spTgt spid="93207"/>
                                        </p:tgtEl>
                                        <p:attrNameLst>
                                          <p:attrName>style.visibility</p:attrName>
                                        </p:attrNameLst>
                                      </p:cBhvr>
                                      <p:to>
                                        <p:strVal val="visible"/>
                                      </p:to>
                                    </p:set>
                                    <p:animEffect transition="in" filter="blinds(horizontal)">
                                      <p:cBhvr>
                                        <p:cTn id="63" dur="500"/>
                                        <p:tgtEl>
                                          <p:spTgt spid="93207"/>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3"/>
                                        </p:tgtEl>
                                        <p:attrNameLst>
                                          <p:attrName>style.visibility</p:attrName>
                                        </p:attrNameLst>
                                      </p:cBhvr>
                                      <p:to>
                                        <p:strVal val="visible"/>
                                      </p:to>
                                    </p:set>
                                    <p:animEffect transition="in" filter="wipe(left)">
                                      <p:cBhvr>
                                        <p:cTn id="68" dur="500"/>
                                        <p:tgtEl>
                                          <p:spTgt spid="3"/>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7" presetClass="entr" presetSubtype="10" fill="hold" nodeType="clickEffect">
                                  <p:stCondLst>
                                    <p:cond delay="0"/>
                                  </p:stCondLst>
                                  <p:childTnLst>
                                    <p:set>
                                      <p:cBhvr>
                                        <p:cTn id="72" dur="1" fill="hold">
                                          <p:stCondLst>
                                            <p:cond delay="0"/>
                                          </p:stCondLst>
                                        </p:cTn>
                                        <p:tgtEl>
                                          <p:spTgt spid="4"/>
                                        </p:tgtEl>
                                        <p:attrNameLst>
                                          <p:attrName>style.visibility</p:attrName>
                                        </p:attrNameLst>
                                      </p:cBhvr>
                                      <p:to>
                                        <p:strVal val="visible"/>
                                      </p:to>
                                    </p:set>
                                    <p:anim calcmode="lin" valueType="num">
                                      <p:cBhvr>
                                        <p:cTn id="73" dur="500" fill="hold"/>
                                        <p:tgtEl>
                                          <p:spTgt spid="4"/>
                                        </p:tgtEl>
                                        <p:attrNameLst>
                                          <p:attrName>ppt_w</p:attrName>
                                        </p:attrNameLst>
                                      </p:cBhvr>
                                      <p:tavLst>
                                        <p:tav tm="0">
                                          <p:val>
                                            <p:fltVal val="0"/>
                                          </p:val>
                                        </p:tav>
                                        <p:tav tm="100000">
                                          <p:val>
                                            <p:strVal val="#ppt_w"/>
                                          </p:val>
                                        </p:tav>
                                      </p:tavLst>
                                    </p:anim>
                                    <p:anim calcmode="lin" valueType="num">
                                      <p:cBhvr>
                                        <p:cTn id="74"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17" presetClass="entr" presetSubtype="10" fill="hold" nodeType="clickEffect">
                                  <p:stCondLst>
                                    <p:cond delay="0"/>
                                  </p:stCondLst>
                                  <p:childTnLst>
                                    <p:set>
                                      <p:cBhvr>
                                        <p:cTn id="78" dur="1" fill="hold">
                                          <p:stCondLst>
                                            <p:cond delay="0"/>
                                          </p:stCondLst>
                                        </p:cTn>
                                        <p:tgtEl>
                                          <p:spTgt spid="5"/>
                                        </p:tgtEl>
                                        <p:attrNameLst>
                                          <p:attrName>style.visibility</p:attrName>
                                        </p:attrNameLst>
                                      </p:cBhvr>
                                      <p:to>
                                        <p:strVal val="visible"/>
                                      </p:to>
                                    </p:set>
                                    <p:anim calcmode="lin" valueType="num">
                                      <p:cBhvr>
                                        <p:cTn id="79" dur="500" fill="hold"/>
                                        <p:tgtEl>
                                          <p:spTgt spid="5"/>
                                        </p:tgtEl>
                                        <p:attrNameLst>
                                          <p:attrName>ppt_w</p:attrName>
                                        </p:attrNameLst>
                                      </p:cBhvr>
                                      <p:tavLst>
                                        <p:tav tm="0">
                                          <p:val>
                                            <p:fltVal val="0"/>
                                          </p:val>
                                        </p:tav>
                                        <p:tav tm="100000">
                                          <p:val>
                                            <p:strVal val="#ppt_w"/>
                                          </p:val>
                                        </p:tav>
                                      </p:tavLst>
                                    </p:anim>
                                    <p:anim calcmode="lin" valueType="num">
                                      <p:cBhvr>
                                        <p:cTn id="80" dur="5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93190" grpId="0" autoUpdateAnimBg="0"/>
      <p:bldP spid="27" grpId="0"/>
      <p:bldP spid="31" grpId="0"/>
      <p:bldP spid="34" grpId="0"/>
      <p:bldP spid="2" grpId="0"/>
      <p:bldP spid="3" grpId="0"/>
      <p:bldP spid="113683"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2"/>
          <p:cNvSpPr txBox="1">
            <a:spLocks noChangeArrowheads="1"/>
          </p:cNvSpPr>
          <p:nvPr/>
        </p:nvSpPr>
        <p:spPr bwMode="auto">
          <a:xfrm>
            <a:off x="228600" y="835025"/>
            <a:ext cx="4848225"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zh-CN" altLang="en-US" sz="1800">
                <a:solidFill>
                  <a:srgbClr val="0000FF"/>
                </a:solidFill>
                <a:latin typeface="Times New Roman" pitchFamily="18" charset="0"/>
                <a:ea typeface="华文中宋" pitchFamily="2" charset="-122"/>
              </a:rPr>
              <a:t>一对作用力与反作用力的功只与相对位移有关 </a:t>
            </a:r>
          </a:p>
        </p:txBody>
      </p:sp>
      <p:grpSp>
        <p:nvGrpSpPr>
          <p:cNvPr id="2" name="Group 3"/>
          <p:cNvGrpSpPr>
            <a:grpSpLocks/>
          </p:cNvGrpSpPr>
          <p:nvPr/>
        </p:nvGrpSpPr>
        <p:grpSpPr bwMode="auto">
          <a:xfrm>
            <a:off x="1828800" y="1158875"/>
            <a:ext cx="4975225" cy="1439863"/>
            <a:chOff x="0" y="144"/>
            <a:chExt cx="2784" cy="1634"/>
          </a:xfrm>
        </p:grpSpPr>
        <p:sp>
          <p:nvSpPr>
            <p:cNvPr id="92164" name="Rectangle 4"/>
            <p:cNvSpPr>
              <a:spLocks noChangeArrowheads="1"/>
            </p:cNvSpPr>
            <p:nvPr/>
          </p:nvSpPr>
          <p:spPr bwMode="auto">
            <a:xfrm>
              <a:off x="0" y="708"/>
              <a:ext cx="2784" cy="459"/>
            </a:xfrm>
            <a:prstGeom prst="rect">
              <a:avLst/>
            </a:prstGeom>
            <a:gradFill rotWithShape="0">
              <a:gsLst>
                <a:gs pos="0">
                  <a:schemeClr val="hlink">
                    <a:gamma/>
                    <a:tint val="0"/>
                    <a:invGamma/>
                  </a:schemeClr>
                </a:gs>
                <a:gs pos="50000">
                  <a:schemeClr val="hlink"/>
                </a:gs>
                <a:gs pos="100000">
                  <a:schemeClr val="hlink">
                    <a:gamma/>
                    <a:tint val="0"/>
                    <a:invGamma/>
                  </a:schemeClr>
                </a:gs>
              </a:gsLst>
              <a:lin ang="2700000" scaled="1"/>
            </a:gradFill>
            <a:ln w="9525">
              <a:noFill/>
              <a:miter lim="800000"/>
              <a:headEnd/>
              <a:tailEnd/>
            </a:ln>
            <a:effectLst/>
          </p:spPr>
          <p:txBody>
            <a:bodyPr anchor="ctr">
              <a:spAutoFit/>
            </a:bodyPr>
            <a:lstStyle/>
            <a:p>
              <a:pPr>
                <a:defRPr/>
              </a:pPr>
              <a:endParaRPr lang="zh-CN" altLang="en-US"/>
            </a:p>
          </p:txBody>
        </p:sp>
        <p:grpSp>
          <p:nvGrpSpPr>
            <p:cNvPr id="73744" name="Group 5"/>
            <p:cNvGrpSpPr>
              <a:grpSpLocks/>
            </p:cNvGrpSpPr>
            <p:nvPr/>
          </p:nvGrpSpPr>
          <p:grpSpPr bwMode="auto">
            <a:xfrm>
              <a:off x="528" y="144"/>
              <a:ext cx="1824" cy="1634"/>
              <a:chOff x="0" y="-207"/>
              <a:chExt cx="2256" cy="2348"/>
            </a:xfrm>
          </p:grpSpPr>
          <p:sp>
            <p:nvSpPr>
              <p:cNvPr id="73745" name="Line 6"/>
              <p:cNvSpPr>
                <a:spLocks noChangeShapeType="1"/>
              </p:cNvSpPr>
              <p:nvPr/>
            </p:nvSpPr>
            <p:spPr bwMode="auto">
              <a:xfrm flipH="1" flipV="1">
                <a:off x="0" y="613"/>
                <a:ext cx="912" cy="1019"/>
              </a:xfrm>
              <a:prstGeom prst="line">
                <a:avLst/>
              </a:prstGeom>
              <a:noFill/>
              <a:ln w="38100">
                <a:solidFill>
                  <a:srgbClr val="0000FF"/>
                </a:solidFill>
                <a:round/>
                <a:headEnd/>
                <a:tailEnd type="triangle" w="sm" len="med"/>
              </a:ln>
              <a:extLst>
                <a:ext uri="{909E8E84-426E-40DD-AFC4-6F175D3DCCD1}">
                  <a14:hiddenFill xmlns:a14="http://schemas.microsoft.com/office/drawing/2010/main" xmlns="">
                    <a:noFill/>
                  </a14:hiddenFill>
                </a:ext>
              </a:extLst>
            </p:spPr>
            <p:txBody>
              <a:bodyPr>
                <a:spAutoFit/>
              </a:bodyPr>
              <a:lstStyle/>
              <a:p>
                <a:endParaRPr lang="zh-CN" altLang="en-US"/>
              </a:p>
            </p:txBody>
          </p:sp>
          <p:sp>
            <p:nvSpPr>
              <p:cNvPr id="73746" name="Line 7"/>
              <p:cNvSpPr>
                <a:spLocks noChangeShapeType="1"/>
              </p:cNvSpPr>
              <p:nvPr/>
            </p:nvSpPr>
            <p:spPr bwMode="auto">
              <a:xfrm flipV="1">
                <a:off x="912" y="96"/>
                <a:ext cx="1344" cy="1536"/>
              </a:xfrm>
              <a:prstGeom prst="line">
                <a:avLst/>
              </a:prstGeom>
              <a:noFill/>
              <a:ln w="38100">
                <a:solidFill>
                  <a:srgbClr val="0000FF"/>
                </a:solidFill>
                <a:round/>
                <a:headEnd/>
                <a:tailEnd type="triangle" w="sm" len="med"/>
              </a:ln>
              <a:extLst>
                <a:ext uri="{909E8E84-426E-40DD-AFC4-6F175D3DCCD1}">
                  <a14:hiddenFill xmlns:a14="http://schemas.microsoft.com/office/drawing/2010/main" xmlns="">
                    <a:noFill/>
                  </a14:hiddenFill>
                </a:ext>
              </a:extLst>
            </p:spPr>
            <p:txBody>
              <a:bodyPr>
                <a:spAutoFit/>
              </a:bodyPr>
              <a:lstStyle/>
              <a:p>
                <a:endParaRPr lang="zh-CN" altLang="en-US"/>
              </a:p>
            </p:txBody>
          </p:sp>
          <p:sp>
            <p:nvSpPr>
              <p:cNvPr id="73747" name="Line 8"/>
              <p:cNvSpPr>
                <a:spLocks noChangeShapeType="1"/>
              </p:cNvSpPr>
              <p:nvPr/>
            </p:nvSpPr>
            <p:spPr bwMode="auto">
              <a:xfrm flipV="1">
                <a:off x="20" y="474"/>
                <a:ext cx="705" cy="179"/>
              </a:xfrm>
              <a:prstGeom prst="line">
                <a:avLst/>
              </a:prstGeom>
              <a:noFill/>
              <a:ln w="57150">
                <a:solidFill>
                  <a:srgbClr val="FF0000"/>
                </a:solidFill>
                <a:round/>
                <a:headEnd/>
                <a:tailEnd type="triangle" w="sm" len="med"/>
              </a:ln>
              <a:extLst>
                <a:ext uri="{909E8E84-426E-40DD-AFC4-6F175D3DCCD1}">
                  <a14:hiddenFill xmlns:a14="http://schemas.microsoft.com/office/drawing/2010/main" xmlns="">
                    <a:noFill/>
                  </a14:hiddenFill>
                </a:ext>
              </a:extLst>
            </p:spPr>
            <p:txBody>
              <a:bodyPr>
                <a:spAutoFit/>
              </a:bodyPr>
              <a:lstStyle/>
              <a:p>
                <a:endParaRPr lang="zh-CN" altLang="en-US"/>
              </a:p>
            </p:txBody>
          </p:sp>
          <p:sp>
            <p:nvSpPr>
              <p:cNvPr id="73748" name="Line 9"/>
              <p:cNvSpPr>
                <a:spLocks noChangeShapeType="1"/>
              </p:cNvSpPr>
              <p:nvPr/>
            </p:nvSpPr>
            <p:spPr bwMode="auto">
              <a:xfrm flipH="1">
                <a:off x="1534" y="106"/>
                <a:ext cx="712" cy="152"/>
              </a:xfrm>
              <a:prstGeom prst="line">
                <a:avLst/>
              </a:prstGeom>
              <a:noFill/>
              <a:ln w="57150">
                <a:solidFill>
                  <a:srgbClr val="FF0000"/>
                </a:solidFill>
                <a:round/>
                <a:headEnd/>
                <a:tailEnd type="triangle" w="sm" len="med"/>
              </a:ln>
              <a:extLst>
                <a:ext uri="{909E8E84-426E-40DD-AFC4-6F175D3DCCD1}">
                  <a14:hiddenFill xmlns:a14="http://schemas.microsoft.com/office/drawing/2010/main" xmlns="">
                    <a:noFill/>
                  </a14:hiddenFill>
                </a:ext>
              </a:extLst>
            </p:spPr>
            <p:txBody>
              <a:bodyPr>
                <a:spAutoFit/>
              </a:bodyPr>
              <a:lstStyle/>
              <a:p>
                <a:endParaRPr lang="zh-CN" altLang="en-US"/>
              </a:p>
            </p:txBody>
          </p:sp>
          <p:graphicFrame>
            <p:nvGraphicFramePr>
              <p:cNvPr id="73749" name="Object 10"/>
              <p:cNvGraphicFramePr>
                <a:graphicFrameLocks noChangeAspect="1"/>
              </p:cNvGraphicFramePr>
              <p:nvPr/>
            </p:nvGraphicFramePr>
            <p:xfrm>
              <a:off x="335" y="52"/>
              <a:ext cx="337" cy="451"/>
            </p:xfrm>
            <a:graphic>
              <a:graphicData uri="http://schemas.openxmlformats.org/presentationml/2006/ole">
                <p:oleObj spid="_x0000_s73776" name="Equation" r:id="rId4" imgW="203112" imgH="279279" progId="Equation.DSMT4">
                  <p:embed/>
                </p:oleObj>
              </a:graphicData>
            </a:graphic>
          </p:graphicFrame>
          <p:graphicFrame>
            <p:nvGraphicFramePr>
              <p:cNvPr id="73750" name="Object 11"/>
              <p:cNvGraphicFramePr>
                <a:graphicFrameLocks noChangeAspect="1"/>
              </p:cNvGraphicFramePr>
              <p:nvPr/>
            </p:nvGraphicFramePr>
            <p:xfrm>
              <a:off x="1631" y="-207"/>
              <a:ext cx="267" cy="402"/>
            </p:xfrm>
            <a:graphic>
              <a:graphicData uri="http://schemas.openxmlformats.org/presentationml/2006/ole">
                <p:oleObj spid="_x0000_s73777" name="Equation" r:id="rId5" imgW="190500" imgH="279400" progId="Equation.DSMT4">
                  <p:embed/>
                </p:oleObj>
              </a:graphicData>
            </a:graphic>
          </p:graphicFrame>
          <p:graphicFrame>
            <p:nvGraphicFramePr>
              <p:cNvPr id="73751" name="Object 12"/>
              <p:cNvGraphicFramePr>
                <a:graphicFrameLocks noChangeAspect="1"/>
              </p:cNvGraphicFramePr>
              <p:nvPr/>
            </p:nvGraphicFramePr>
            <p:xfrm>
              <a:off x="96" y="960"/>
              <a:ext cx="327" cy="528"/>
            </p:xfrm>
            <a:graphic>
              <a:graphicData uri="http://schemas.openxmlformats.org/presentationml/2006/ole">
                <p:oleObj spid="_x0000_s73778" name="Equation" r:id="rId6" imgW="126890" imgH="228402" progId="Equation.DSMT4">
                  <p:embed/>
                </p:oleObj>
              </a:graphicData>
            </a:graphic>
          </p:graphicFrame>
          <p:graphicFrame>
            <p:nvGraphicFramePr>
              <p:cNvPr id="73752" name="Object 13"/>
              <p:cNvGraphicFramePr>
                <a:graphicFrameLocks noChangeAspect="1"/>
              </p:cNvGraphicFramePr>
              <p:nvPr/>
            </p:nvGraphicFramePr>
            <p:xfrm>
              <a:off x="1536" y="816"/>
              <a:ext cx="268" cy="439"/>
            </p:xfrm>
            <a:graphic>
              <a:graphicData uri="http://schemas.openxmlformats.org/presentationml/2006/ole">
                <p:oleObj spid="_x0000_s73779" name="Equation" r:id="rId7" imgW="139639" imgH="241195" progId="Equation.DSMT4">
                  <p:embed/>
                </p:oleObj>
              </a:graphicData>
            </a:graphic>
          </p:graphicFrame>
          <p:sp>
            <p:nvSpPr>
              <p:cNvPr id="73753" name="Text Box 14"/>
              <p:cNvSpPr txBox="1">
                <a:spLocks noChangeArrowheads="1"/>
              </p:cNvSpPr>
              <p:nvPr/>
            </p:nvSpPr>
            <p:spPr bwMode="auto">
              <a:xfrm>
                <a:off x="816" y="1539"/>
                <a:ext cx="237" cy="60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a:r>
                  <a:rPr lang="en-US" altLang="zh-CN" sz="1800" b="0" i="1">
                    <a:latin typeface="Times New Roman" pitchFamily="18" charset="0"/>
                    <a:ea typeface="宋体" pitchFamily="2" charset="-122"/>
                  </a:rPr>
                  <a:t>0</a:t>
                </a:r>
              </a:p>
            </p:txBody>
          </p:sp>
        </p:grpSp>
      </p:grpSp>
      <p:graphicFrame>
        <p:nvGraphicFramePr>
          <p:cNvPr id="92175" name="Object 15"/>
          <p:cNvGraphicFramePr>
            <a:graphicFrameLocks noChangeAspect="1"/>
          </p:cNvGraphicFramePr>
          <p:nvPr/>
        </p:nvGraphicFramePr>
        <p:xfrm>
          <a:off x="1692275" y="2476500"/>
          <a:ext cx="4078288" cy="455613"/>
        </p:xfrm>
        <a:graphic>
          <a:graphicData uri="http://schemas.openxmlformats.org/presentationml/2006/ole">
            <p:oleObj spid="_x0000_s73780" name="Equation" r:id="rId8" imgW="1815312" imgH="266584" progId="Equation.DSMT4">
              <p:embed/>
            </p:oleObj>
          </a:graphicData>
        </a:graphic>
      </p:graphicFrame>
      <p:graphicFrame>
        <p:nvGraphicFramePr>
          <p:cNvPr id="92176" name="Object 16"/>
          <p:cNvGraphicFramePr>
            <a:graphicFrameLocks noChangeAspect="1"/>
          </p:cNvGraphicFramePr>
          <p:nvPr/>
        </p:nvGraphicFramePr>
        <p:xfrm>
          <a:off x="3113088" y="3451225"/>
          <a:ext cx="2173287" cy="469900"/>
        </p:xfrm>
        <a:graphic>
          <a:graphicData uri="http://schemas.openxmlformats.org/presentationml/2006/ole">
            <p:oleObj spid="_x0000_s73781" name="Equation" r:id="rId9" imgW="939392" imgH="266584" progId="Equation.DSMT4">
              <p:embed/>
            </p:oleObj>
          </a:graphicData>
        </a:graphic>
      </p:graphicFrame>
      <p:graphicFrame>
        <p:nvGraphicFramePr>
          <p:cNvPr id="92177" name="Object 17"/>
          <p:cNvGraphicFramePr>
            <a:graphicFrameLocks noChangeAspect="1"/>
          </p:cNvGraphicFramePr>
          <p:nvPr/>
        </p:nvGraphicFramePr>
        <p:xfrm>
          <a:off x="6011863" y="2471738"/>
          <a:ext cx="1746250" cy="442912"/>
        </p:xfrm>
        <a:graphic>
          <a:graphicData uri="http://schemas.openxmlformats.org/presentationml/2006/ole">
            <p:oleObj spid="_x0000_s73782" name="Equation" r:id="rId10" imgW="748975" imgH="266584" progId="Equation.DSMT4">
              <p:embed/>
            </p:oleObj>
          </a:graphicData>
        </a:graphic>
      </p:graphicFrame>
      <p:graphicFrame>
        <p:nvGraphicFramePr>
          <p:cNvPr id="92179" name="Object 19"/>
          <p:cNvGraphicFramePr>
            <a:graphicFrameLocks noChangeAspect="1"/>
          </p:cNvGraphicFramePr>
          <p:nvPr/>
        </p:nvGraphicFramePr>
        <p:xfrm>
          <a:off x="4756150" y="4156075"/>
          <a:ext cx="1862138" cy="354013"/>
        </p:xfrm>
        <a:graphic>
          <a:graphicData uri="http://schemas.openxmlformats.org/presentationml/2006/ole">
            <p:oleObj spid="_x0000_s73783" name="Equation" r:id="rId11" imgW="876300" imgH="241300" progId="Equation.DSMT4">
              <p:embed/>
            </p:oleObj>
          </a:graphicData>
        </a:graphic>
      </p:graphicFrame>
      <p:graphicFrame>
        <p:nvGraphicFramePr>
          <p:cNvPr id="92180" name="Object 20"/>
          <p:cNvGraphicFramePr>
            <a:graphicFrameLocks noChangeAspect="1"/>
          </p:cNvGraphicFramePr>
          <p:nvPr/>
        </p:nvGraphicFramePr>
        <p:xfrm>
          <a:off x="3003550" y="2932113"/>
          <a:ext cx="2360613" cy="455612"/>
        </p:xfrm>
        <a:graphic>
          <a:graphicData uri="http://schemas.openxmlformats.org/presentationml/2006/ole">
            <p:oleObj spid="_x0000_s73784" name="Equation" r:id="rId12" imgW="1053643" imgH="266584" progId="Equation.DSMT4">
              <p:embed/>
            </p:oleObj>
          </a:graphicData>
        </a:graphic>
      </p:graphicFrame>
      <p:graphicFrame>
        <p:nvGraphicFramePr>
          <p:cNvPr id="92181" name="Object 21"/>
          <p:cNvGraphicFramePr>
            <a:graphicFrameLocks noChangeAspect="1"/>
          </p:cNvGraphicFramePr>
          <p:nvPr/>
        </p:nvGraphicFramePr>
        <p:xfrm>
          <a:off x="5289550" y="3433763"/>
          <a:ext cx="1443038" cy="515937"/>
        </p:xfrm>
        <a:graphic>
          <a:graphicData uri="http://schemas.openxmlformats.org/presentationml/2006/ole">
            <p:oleObj spid="_x0000_s73785" name="Equation" r:id="rId13" imgW="596900" imgH="279400" progId="Equation.DSMT4">
              <p:embed/>
            </p:oleObj>
          </a:graphicData>
        </a:graphic>
      </p:graphicFrame>
      <p:sp>
        <p:nvSpPr>
          <p:cNvPr id="92182" name="Text Box 22"/>
          <p:cNvSpPr txBox="1">
            <a:spLocks noChangeArrowheads="1"/>
          </p:cNvSpPr>
          <p:nvPr/>
        </p:nvSpPr>
        <p:spPr bwMode="auto">
          <a:xfrm>
            <a:off x="611188" y="4084638"/>
            <a:ext cx="3960812"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b="1">
                <a:solidFill>
                  <a:schemeClr val="tx1"/>
                </a:solidFill>
                <a:latin typeface="楷体_GB2312" pitchFamily="49" charset="-122"/>
                <a:ea typeface="楷体_GB2312" pitchFamily="49" charset="-122"/>
              </a:defRPr>
            </a:lvl1pPr>
            <a:lvl2pPr marL="742950" indent="-285750" eaLnBrk="0" hangingPunct="0">
              <a:defRPr sz="2400" b="1">
                <a:solidFill>
                  <a:schemeClr val="tx1"/>
                </a:solidFill>
                <a:latin typeface="楷体_GB2312" pitchFamily="49" charset="-122"/>
                <a:ea typeface="楷体_GB2312" pitchFamily="49" charset="-122"/>
              </a:defRPr>
            </a:lvl2pPr>
            <a:lvl3pPr marL="1143000" indent="-228600" eaLnBrk="0" hangingPunct="0">
              <a:defRPr sz="2400" b="1">
                <a:solidFill>
                  <a:schemeClr val="tx1"/>
                </a:solidFill>
                <a:latin typeface="楷体_GB2312" pitchFamily="49" charset="-122"/>
                <a:ea typeface="楷体_GB2312" pitchFamily="49" charset="-122"/>
              </a:defRPr>
            </a:lvl3pPr>
            <a:lvl4pPr marL="1600200" indent="-228600" eaLnBrk="0" hangingPunct="0">
              <a:defRPr sz="2400" b="1">
                <a:solidFill>
                  <a:schemeClr val="tx1"/>
                </a:solidFill>
                <a:latin typeface="楷体_GB2312" pitchFamily="49" charset="-122"/>
                <a:ea typeface="楷体_GB2312" pitchFamily="49" charset="-122"/>
              </a:defRPr>
            </a:lvl4pPr>
            <a:lvl5pPr marL="2057400" indent="-228600" eaLnBrk="0" hangingPunct="0">
              <a:defRPr sz="2400" b="1">
                <a:solidFill>
                  <a:schemeClr val="tx1"/>
                </a:solidFill>
                <a:latin typeface="楷体_GB2312" pitchFamily="49" charset="-122"/>
                <a:ea typeface="楷体_GB2312" pitchFamily="49" charset="-122"/>
              </a:defRPr>
            </a:lvl5pPr>
            <a:lvl6pPr marL="25146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6pPr>
            <a:lvl7pPr marL="29718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7pPr>
            <a:lvl8pPr marL="34290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8pPr>
            <a:lvl9pPr marL="3886200" indent="-228600" algn="ctr" eaLnBrk="0" fontAlgn="base" hangingPunct="0">
              <a:spcBef>
                <a:spcPct val="0"/>
              </a:spcBef>
              <a:spcAft>
                <a:spcPct val="0"/>
              </a:spcAft>
              <a:defRPr sz="2400" b="1">
                <a:solidFill>
                  <a:schemeClr val="tx1"/>
                </a:solidFill>
                <a:latin typeface="楷体_GB2312" pitchFamily="49" charset="-122"/>
                <a:ea typeface="楷体_GB2312" pitchFamily="49" charset="-122"/>
              </a:defRPr>
            </a:lvl9pPr>
          </a:lstStyle>
          <a:p>
            <a:pPr algn="l" eaLnBrk="1" hangingPunct="1"/>
            <a:r>
              <a:rPr lang="zh-CN" altLang="en-US" sz="1800">
                <a:latin typeface="Times New Roman" pitchFamily="18" charset="0"/>
                <a:ea typeface="华文中宋" pitchFamily="2" charset="-122"/>
              </a:rPr>
              <a:t>式中</a:t>
            </a:r>
            <a:r>
              <a:rPr lang="en-US" altLang="zh-CN" sz="1800">
                <a:latin typeface="Times New Roman" pitchFamily="18" charset="0"/>
                <a:ea typeface="华文中宋" pitchFamily="2" charset="-122"/>
              </a:rPr>
              <a:t>d</a:t>
            </a:r>
            <a:r>
              <a:rPr lang="en-US" altLang="zh-CN" sz="1800" i="1">
                <a:latin typeface="Times New Roman" pitchFamily="18" charset="0"/>
                <a:ea typeface="华文中宋" pitchFamily="2" charset="-122"/>
              </a:rPr>
              <a:t>r</a:t>
            </a:r>
            <a:r>
              <a:rPr lang="en-US" altLang="zh-CN" sz="1800" i="1" baseline="-25000">
                <a:latin typeface="Times New Roman" pitchFamily="18" charset="0"/>
                <a:ea typeface="华文中宋" pitchFamily="2" charset="-122"/>
              </a:rPr>
              <a:t>ij</a:t>
            </a:r>
            <a:r>
              <a:rPr lang="zh-CN" altLang="en-US" sz="1800">
                <a:latin typeface="Times New Roman" pitchFamily="18" charset="0"/>
                <a:ea typeface="华文中宋" pitchFamily="2" charset="-122"/>
              </a:rPr>
              <a:t>为相对位移，</a:t>
            </a:r>
            <a:r>
              <a:rPr lang="zh-CN" altLang="en-US" sz="1800">
                <a:solidFill>
                  <a:srgbClr val="000000"/>
                </a:solidFill>
                <a:latin typeface="Times New Roman" pitchFamily="18" charset="0"/>
                <a:ea typeface="华文中宋" pitchFamily="2" charset="-122"/>
              </a:rPr>
              <a:t>所以一般情况下</a:t>
            </a:r>
            <a:r>
              <a:rPr lang="zh-CN" altLang="en-US" sz="1800">
                <a:latin typeface="Times New Roman" pitchFamily="18" charset="0"/>
                <a:ea typeface="华文中宋" pitchFamily="2" charset="-122"/>
              </a:rPr>
              <a:t> </a:t>
            </a:r>
          </a:p>
        </p:txBody>
      </p:sp>
      <p:grpSp>
        <p:nvGrpSpPr>
          <p:cNvPr id="4" name="Group 23"/>
          <p:cNvGrpSpPr>
            <a:grpSpLocks/>
          </p:cNvGrpSpPr>
          <p:nvPr/>
        </p:nvGrpSpPr>
        <p:grpSpPr bwMode="auto">
          <a:xfrm>
            <a:off x="2832100" y="1349375"/>
            <a:ext cx="3208338" cy="474663"/>
            <a:chOff x="0" y="0"/>
            <a:chExt cx="1728" cy="604"/>
          </a:xfrm>
        </p:grpSpPr>
        <p:sp>
          <p:nvSpPr>
            <p:cNvPr id="73741" name="Line 24"/>
            <p:cNvSpPr>
              <a:spLocks noChangeShapeType="1"/>
            </p:cNvSpPr>
            <p:nvPr/>
          </p:nvSpPr>
          <p:spPr bwMode="auto">
            <a:xfrm flipH="1">
              <a:off x="0" y="0"/>
              <a:ext cx="1728" cy="384"/>
            </a:xfrm>
            <a:prstGeom prst="line">
              <a:avLst/>
            </a:prstGeom>
            <a:noFill/>
            <a:ln w="28575">
              <a:solidFill>
                <a:srgbClr val="FFFF00"/>
              </a:solidFill>
              <a:round/>
              <a:headEnd/>
              <a:tailEnd type="triangle" w="med" len="med"/>
            </a:ln>
            <a:extLst>
              <a:ext uri="{909E8E84-426E-40DD-AFC4-6F175D3DCCD1}">
                <a14:hiddenFill xmlns:a14="http://schemas.microsoft.com/office/drawing/2010/main" xmlns="">
                  <a:noFill/>
                </a14:hiddenFill>
              </a:ext>
            </a:extLst>
          </p:spPr>
          <p:txBody>
            <a:bodyPr anchor="ctr">
              <a:spAutoFit/>
            </a:bodyPr>
            <a:lstStyle/>
            <a:p>
              <a:endParaRPr lang="zh-CN" altLang="en-US"/>
            </a:p>
          </p:txBody>
        </p:sp>
        <p:graphicFrame>
          <p:nvGraphicFramePr>
            <p:cNvPr id="73742" name="Object 25"/>
            <p:cNvGraphicFramePr>
              <a:graphicFrameLocks noChangeAspect="1"/>
            </p:cNvGraphicFramePr>
            <p:nvPr/>
          </p:nvGraphicFramePr>
          <p:xfrm>
            <a:off x="720" y="240"/>
            <a:ext cx="230" cy="364"/>
          </p:xfrm>
          <a:graphic>
            <a:graphicData uri="http://schemas.openxmlformats.org/presentationml/2006/ole">
              <p:oleObj spid="_x0000_s73786" name="Equation" r:id="rId14" imgW="152334" imgH="241195" progId="Equation.DSMT4">
                <p:embed/>
              </p:oleObj>
            </a:graphicData>
          </a:graphic>
        </p:graphicFrame>
      </p:grpSp>
      <p:sp>
        <p:nvSpPr>
          <p:cNvPr id="92186" name="Rectangle 26">
            <a:hlinkClick r:id="rId15" action="ppaction://hlinksldjump"/>
          </p:cNvPr>
          <p:cNvSpPr>
            <a:spLocks noChangeArrowheads="1"/>
          </p:cNvSpPr>
          <p:nvPr/>
        </p:nvSpPr>
        <p:spPr bwMode="auto">
          <a:xfrm>
            <a:off x="4592638" y="4084638"/>
            <a:ext cx="2089150" cy="461962"/>
          </a:xfrm>
          <a:prstGeom prst="rect">
            <a:avLst/>
          </a:prstGeom>
          <a:noFill/>
          <a:ln w="38100" algn="ctr">
            <a:solidFill>
              <a:srgbClr val="0000CC"/>
            </a:solidFill>
            <a:miter lim="800000"/>
            <a:headEnd/>
            <a:tailEnd/>
          </a:ln>
          <a:extLst>
            <a:ext uri="{909E8E84-426E-40DD-AFC4-6F175D3DCCD1}">
              <a14:hiddenFill xmlns:a14="http://schemas.microsoft.com/office/drawing/2010/main" xmlns="">
                <a:solidFill>
                  <a:srgbClr val="FFFFFF"/>
                </a:solidFill>
              </a14:hiddenFill>
            </a:ext>
          </a:extLst>
        </p:spPr>
        <p:txBody>
          <a:bodyPr anchor="ctr">
            <a:spAutoFit/>
          </a:bodyPr>
          <a:lstStyle/>
          <a:p>
            <a:endParaRPr lang="zh-CN" altLang="en-US">
              <a:latin typeface="华文新魏" pitchFamily="2" charset="-122"/>
              <a:ea typeface="华文新魏"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92162"/>
                                        </p:tgtEl>
                                        <p:attrNameLst>
                                          <p:attrName>style.visibility</p:attrName>
                                        </p:attrNameLst>
                                      </p:cBhvr>
                                      <p:to>
                                        <p:strVal val="visible"/>
                                      </p:to>
                                    </p:set>
                                    <p:anim calcmode="lin" valueType="num">
                                      <p:cBhvr>
                                        <p:cTn id="7" dur="500" fill="hold"/>
                                        <p:tgtEl>
                                          <p:spTgt spid="92162"/>
                                        </p:tgtEl>
                                        <p:attrNameLst>
                                          <p:attrName>ppt_w</p:attrName>
                                        </p:attrNameLst>
                                      </p:cBhvr>
                                      <p:tavLst>
                                        <p:tav tm="0">
                                          <p:val>
                                            <p:fltVal val="0"/>
                                          </p:val>
                                        </p:tav>
                                        <p:tav tm="100000">
                                          <p:val>
                                            <p:strVal val="#ppt_w"/>
                                          </p:val>
                                        </p:tav>
                                      </p:tavLst>
                                    </p:anim>
                                    <p:anim calcmode="lin" valueType="num">
                                      <p:cBhvr>
                                        <p:cTn id="8" dur="500" fill="hold"/>
                                        <p:tgtEl>
                                          <p:spTgt spid="92162"/>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2"/>
                                        </p:tgtEl>
                                        <p:attrNameLst>
                                          <p:attrName>style.visibility</p:attrName>
                                        </p:attrNameLst>
                                      </p:cBhvr>
                                      <p:to>
                                        <p:strVal val="visible"/>
                                      </p:to>
                                    </p:se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10" fill="hold" nodeType="clickEffect">
                                  <p:stCondLst>
                                    <p:cond delay="0"/>
                                  </p:stCondLst>
                                  <p:childTnLst>
                                    <p:set>
                                      <p:cBhvr>
                                        <p:cTn id="16" dur="1" fill="hold">
                                          <p:stCondLst>
                                            <p:cond delay="0"/>
                                          </p:stCondLst>
                                        </p:cTn>
                                        <p:tgtEl>
                                          <p:spTgt spid="92175"/>
                                        </p:tgtEl>
                                        <p:attrNameLst>
                                          <p:attrName>style.visibility</p:attrName>
                                        </p:attrNameLst>
                                      </p:cBhvr>
                                      <p:to>
                                        <p:strVal val="visible"/>
                                      </p:to>
                                    </p:set>
                                    <p:anim calcmode="lin" valueType="num">
                                      <p:cBhvr>
                                        <p:cTn id="17" dur="500" fill="hold"/>
                                        <p:tgtEl>
                                          <p:spTgt spid="92175"/>
                                        </p:tgtEl>
                                        <p:attrNameLst>
                                          <p:attrName>ppt_w</p:attrName>
                                        </p:attrNameLst>
                                      </p:cBhvr>
                                      <p:tavLst>
                                        <p:tav tm="0">
                                          <p:val>
                                            <p:fltVal val="0"/>
                                          </p:val>
                                        </p:tav>
                                        <p:tav tm="100000">
                                          <p:val>
                                            <p:strVal val="#ppt_w"/>
                                          </p:val>
                                        </p:tav>
                                      </p:tavLst>
                                    </p:anim>
                                    <p:anim calcmode="lin" valueType="num">
                                      <p:cBhvr>
                                        <p:cTn id="18" dur="500" fill="hold"/>
                                        <p:tgtEl>
                                          <p:spTgt spid="92175"/>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10" fill="hold" nodeType="clickEffect">
                                  <p:stCondLst>
                                    <p:cond delay="0"/>
                                  </p:stCondLst>
                                  <p:childTnLst>
                                    <p:set>
                                      <p:cBhvr>
                                        <p:cTn id="22" dur="1" fill="hold">
                                          <p:stCondLst>
                                            <p:cond delay="0"/>
                                          </p:stCondLst>
                                        </p:cTn>
                                        <p:tgtEl>
                                          <p:spTgt spid="92177"/>
                                        </p:tgtEl>
                                        <p:attrNameLst>
                                          <p:attrName>style.visibility</p:attrName>
                                        </p:attrNameLst>
                                      </p:cBhvr>
                                      <p:to>
                                        <p:strVal val="visible"/>
                                      </p:to>
                                    </p:set>
                                    <p:anim calcmode="lin" valueType="num">
                                      <p:cBhvr>
                                        <p:cTn id="23" dur="500" fill="hold"/>
                                        <p:tgtEl>
                                          <p:spTgt spid="92177"/>
                                        </p:tgtEl>
                                        <p:attrNameLst>
                                          <p:attrName>ppt_w</p:attrName>
                                        </p:attrNameLst>
                                      </p:cBhvr>
                                      <p:tavLst>
                                        <p:tav tm="0">
                                          <p:val>
                                            <p:fltVal val="0"/>
                                          </p:val>
                                        </p:tav>
                                        <p:tav tm="100000">
                                          <p:val>
                                            <p:strVal val="#ppt_w"/>
                                          </p:val>
                                        </p:tav>
                                      </p:tavLst>
                                    </p:anim>
                                    <p:anim calcmode="lin" valueType="num">
                                      <p:cBhvr>
                                        <p:cTn id="24" dur="500" fill="hold"/>
                                        <p:tgtEl>
                                          <p:spTgt spid="92177"/>
                                        </p:tgtEl>
                                        <p:attrNameLst>
                                          <p:attrName>ppt_h</p:attrName>
                                        </p:attrNameLst>
                                      </p:cBhvr>
                                      <p:tavLst>
                                        <p:tav tm="0">
                                          <p:val>
                                            <p:strVal val="#ppt_h"/>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7" presetClass="entr" presetSubtype="10" fill="hold" nodeType="clickEffect">
                                  <p:stCondLst>
                                    <p:cond delay="0"/>
                                  </p:stCondLst>
                                  <p:childTnLst>
                                    <p:set>
                                      <p:cBhvr>
                                        <p:cTn id="28" dur="1" fill="hold">
                                          <p:stCondLst>
                                            <p:cond delay="0"/>
                                          </p:stCondLst>
                                        </p:cTn>
                                        <p:tgtEl>
                                          <p:spTgt spid="92180"/>
                                        </p:tgtEl>
                                        <p:attrNameLst>
                                          <p:attrName>style.visibility</p:attrName>
                                        </p:attrNameLst>
                                      </p:cBhvr>
                                      <p:to>
                                        <p:strVal val="visible"/>
                                      </p:to>
                                    </p:set>
                                    <p:anim calcmode="lin" valueType="num">
                                      <p:cBhvr>
                                        <p:cTn id="29" dur="500" fill="hold"/>
                                        <p:tgtEl>
                                          <p:spTgt spid="92180"/>
                                        </p:tgtEl>
                                        <p:attrNameLst>
                                          <p:attrName>ppt_w</p:attrName>
                                        </p:attrNameLst>
                                      </p:cBhvr>
                                      <p:tavLst>
                                        <p:tav tm="0">
                                          <p:val>
                                            <p:fltVal val="0"/>
                                          </p:val>
                                        </p:tav>
                                        <p:tav tm="100000">
                                          <p:val>
                                            <p:strVal val="#ppt_w"/>
                                          </p:val>
                                        </p:tav>
                                      </p:tavLst>
                                    </p:anim>
                                    <p:anim calcmode="lin" valueType="num">
                                      <p:cBhvr>
                                        <p:cTn id="30" dur="500" fill="hold"/>
                                        <p:tgtEl>
                                          <p:spTgt spid="92180"/>
                                        </p:tgtEl>
                                        <p:attrNameLst>
                                          <p:attrName>ppt_h</p:attrName>
                                        </p:attrNameLst>
                                      </p:cBhvr>
                                      <p:tavLst>
                                        <p:tav tm="0">
                                          <p:val>
                                            <p:strVal val="#ppt_h"/>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7" presetClass="entr" presetSubtype="10" fill="hold" nodeType="clickEffect">
                                  <p:stCondLst>
                                    <p:cond delay="0"/>
                                  </p:stCondLst>
                                  <p:childTnLst>
                                    <p:set>
                                      <p:cBhvr>
                                        <p:cTn id="34" dur="1" fill="hold">
                                          <p:stCondLst>
                                            <p:cond delay="0"/>
                                          </p:stCondLst>
                                        </p:cTn>
                                        <p:tgtEl>
                                          <p:spTgt spid="92176"/>
                                        </p:tgtEl>
                                        <p:attrNameLst>
                                          <p:attrName>style.visibility</p:attrName>
                                        </p:attrNameLst>
                                      </p:cBhvr>
                                      <p:to>
                                        <p:strVal val="visible"/>
                                      </p:to>
                                    </p:set>
                                    <p:anim calcmode="lin" valueType="num">
                                      <p:cBhvr>
                                        <p:cTn id="35" dur="500" fill="hold"/>
                                        <p:tgtEl>
                                          <p:spTgt spid="92176"/>
                                        </p:tgtEl>
                                        <p:attrNameLst>
                                          <p:attrName>ppt_w</p:attrName>
                                        </p:attrNameLst>
                                      </p:cBhvr>
                                      <p:tavLst>
                                        <p:tav tm="0">
                                          <p:val>
                                            <p:fltVal val="0"/>
                                          </p:val>
                                        </p:tav>
                                        <p:tav tm="100000">
                                          <p:val>
                                            <p:strVal val="#ppt_w"/>
                                          </p:val>
                                        </p:tav>
                                      </p:tavLst>
                                    </p:anim>
                                    <p:anim calcmode="lin" valueType="num">
                                      <p:cBhvr>
                                        <p:cTn id="36" dur="500" fill="hold"/>
                                        <p:tgtEl>
                                          <p:spTgt spid="92176"/>
                                        </p:tgtEl>
                                        <p:attrNameLst>
                                          <p:attrName>ppt_h</p:attrName>
                                        </p:attrNameLst>
                                      </p:cBhvr>
                                      <p:tavLst>
                                        <p:tav tm="0">
                                          <p:val>
                                            <p:strVal val="#ppt_h"/>
                                          </p:val>
                                        </p:tav>
                                        <p:tav tm="100000">
                                          <p:val>
                                            <p:strVal val="#ppt_h"/>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2"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wipe(right)">
                                      <p:cBhvr>
                                        <p:cTn id="41" dur="500"/>
                                        <p:tgtEl>
                                          <p:spTgt spid="4"/>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7" presetClass="entr" presetSubtype="10" fill="hold" nodeType="clickEffect">
                                  <p:stCondLst>
                                    <p:cond delay="0"/>
                                  </p:stCondLst>
                                  <p:childTnLst>
                                    <p:set>
                                      <p:cBhvr>
                                        <p:cTn id="45" dur="1" fill="hold">
                                          <p:stCondLst>
                                            <p:cond delay="0"/>
                                          </p:stCondLst>
                                        </p:cTn>
                                        <p:tgtEl>
                                          <p:spTgt spid="92181"/>
                                        </p:tgtEl>
                                        <p:attrNameLst>
                                          <p:attrName>style.visibility</p:attrName>
                                        </p:attrNameLst>
                                      </p:cBhvr>
                                      <p:to>
                                        <p:strVal val="visible"/>
                                      </p:to>
                                    </p:set>
                                    <p:anim calcmode="lin" valueType="num">
                                      <p:cBhvr>
                                        <p:cTn id="46" dur="500" fill="hold"/>
                                        <p:tgtEl>
                                          <p:spTgt spid="92181"/>
                                        </p:tgtEl>
                                        <p:attrNameLst>
                                          <p:attrName>ppt_w</p:attrName>
                                        </p:attrNameLst>
                                      </p:cBhvr>
                                      <p:tavLst>
                                        <p:tav tm="0">
                                          <p:val>
                                            <p:fltVal val="0"/>
                                          </p:val>
                                        </p:tav>
                                        <p:tav tm="100000">
                                          <p:val>
                                            <p:strVal val="#ppt_w"/>
                                          </p:val>
                                        </p:tav>
                                      </p:tavLst>
                                    </p:anim>
                                    <p:anim calcmode="lin" valueType="num">
                                      <p:cBhvr>
                                        <p:cTn id="47" dur="500" fill="hold"/>
                                        <p:tgtEl>
                                          <p:spTgt spid="92181"/>
                                        </p:tgtEl>
                                        <p:attrNameLst>
                                          <p:attrName>ppt_h</p:attrName>
                                        </p:attrNameLst>
                                      </p:cBhvr>
                                      <p:tavLst>
                                        <p:tav tm="0">
                                          <p:val>
                                            <p:strVal val="#ppt_h"/>
                                          </p:val>
                                        </p:tav>
                                        <p:tav tm="100000">
                                          <p:val>
                                            <p:strVal val="#ppt_h"/>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17" presetClass="entr" presetSubtype="10" fill="hold" grpId="0" nodeType="clickEffect">
                                  <p:stCondLst>
                                    <p:cond delay="0"/>
                                  </p:stCondLst>
                                  <p:childTnLst>
                                    <p:set>
                                      <p:cBhvr>
                                        <p:cTn id="51" dur="1" fill="hold">
                                          <p:stCondLst>
                                            <p:cond delay="0"/>
                                          </p:stCondLst>
                                        </p:cTn>
                                        <p:tgtEl>
                                          <p:spTgt spid="92182"/>
                                        </p:tgtEl>
                                        <p:attrNameLst>
                                          <p:attrName>style.visibility</p:attrName>
                                        </p:attrNameLst>
                                      </p:cBhvr>
                                      <p:to>
                                        <p:strVal val="visible"/>
                                      </p:to>
                                    </p:set>
                                    <p:anim calcmode="lin" valueType="num">
                                      <p:cBhvr>
                                        <p:cTn id="52" dur="500" fill="hold"/>
                                        <p:tgtEl>
                                          <p:spTgt spid="92182"/>
                                        </p:tgtEl>
                                        <p:attrNameLst>
                                          <p:attrName>ppt_w</p:attrName>
                                        </p:attrNameLst>
                                      </p:cBhvr>
                                      <p:tavLst>
                                        <p:tav tm="0">
                                          <p:val>
                                            <p:fltVal val="0"/>
                                          </p:val>
                                        </p:tav>
                                        <p:tav tm="100000">
                                          <p:val>
                                            <p:strVal val="#ppt_w"/>
                                          </p:val>
                                        </p:tav>
                                      </p:tavLst>
                                    </p:anim>
                                    <p:anim calcmode="lin" valueType="num">
                                      <p:cBhvr>
                                        <p:cTn id="53" dur="500" fill="hold"/>
                                        <p:tgtEl>
                                          <p:spTgt spid="92182"/>
                                        </p:tgtEl>
                                        <p:attrNameLst>
                                          <p:attrName>ppt_h</p:attrName>
                                        </p:attrNameLst>
                                      </p:cBhvr>
                                      <p:tavLst>
                                        <p:tav tm="0">
                                          <p:val>
                                            <p:strVal val="#ppt_h"/>
                                          </p:val>
                                        </p:tav>
                                        <p:tav tm="100000">
                                          <p:val>
                                            <p:strVal val="#ppt_h"/>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17" presetClass="entr" presetSubtype="10" fill="hold" nodeType="clickEffect">
                                  <p:stCondLst>
                                    <p:cond delay="0"/>
                                  </p:stCondLst>
                                  <p:childTnLst>
                                    <p:set>
                                      <p:cBhvr>
                                        <p:cTn id="57" dur="1" fill="hold">
                                          <p:stCondLst>
                                            <p:cond delay="0"/>
                                          </p:stCondLst>
                                        </p:cTn>
                                        <p:tgtEl>
                                          <p:spTgt spid="92179"/>
                                        </p:tgtEl>
                                        <p:attrNameLst>
                                          <p:attrName>style.visibility</p:attrName>
                                        </p:attrNameLst>
                                      </p:cBhvr>
                                      <p:to>
                                        <p:strVal val="visible"/>
                                      </p:to>
                                    </p:set>
                                    <p:anim calcmode="lin" valueType="num">
                                      <p:cBhvr>
                                        <p:cTn id="58" dur="500" fill="hold"/>
                                        <p:tgtEl>
                                          <p:spTgt spid="92179"/>
                                        </p:tgtEl>
                                        <p:attrNameLst>
                                          <p:attrName>ppt_w</p:attrName>
                                        </p:attrNameLst>
                                      </p:cBhvr>
                                      <p:tavLst>
                                        <p:tav tm="0">
                                          <p:val>
                                            <p:fltVal val="0"/>
                                          </p:val>
                                        </p:tav>
                                        <p:tav tm="100000">
                                          <p:val>
                                            <p:strVal val="#ppt_w"/>
                                          </p:val>
                                        </p:tav>
                                      </p:tavLst>
                                    </p:anim>
                                    <p:anim calcmode="lin" valueType="num">
                                      <p:cBhvr>
                                        <p:cTn id="59" dur="500" fill="hold"/>
                                        <p:tgtEl>
                                          <p:spTgt spid="92179"/>
                                        </p:tgtEl>
                                        <p:attrNameLst>
                                          <p:attrName>ppt_h</p:attrName>
                                        </p:attrNameLst>
                                      </p:cBhvr>
                                      <p:tavLst>
                                        <p:tav tm="0">
                                          <p:val>
                                            <p:strVal val="#ppt_h"/>
                                          </p:val>
                                        </p:tav>
                                        <p:tav tm="100000">
                                          <p:val>
                                            <p:strVal val="#ppt_h"/>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92186"/>
                                        </p:tgtEl>
                                        <p:attrNameLst>
                                          <p:attrName>style.visibility</p:attrName>
                                        </p:attrNameLst>
                                      </p:cBhvr>
                                      <p:to>
                                        <p:strVal val="visible"/>
                                      </p:to>
                                    </p:set>
                                    <p:animEffect transition="in" filter="blinds(horizontal)">
                                      <p:cBhvr>
                                        <p:cTn id="64" dur="500"/>
                                        <p:tgtEl>
                                          <p:spTgt spid="92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autoUpdateAnimBg="0"/>
      <p:bldP spid="92182" grpId="0" autoUpdateAnimBg="0"/>
      <p:bldP spid="92186" grpId="0" animBg="1"/>
    </p:bldLst>
  </p:timing>
</p:sld>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3588</TotalTime>
  <Pages>0</Pages>
  <Words>5047</Words>
  <Characters>0</Characters>
  <Application>Microsoft Office PowerPoint</Application>
  <DocSecurity>0</DocSecurity>
  <PresentationFormat>全屏显示(16:9)</PresentationFormat>
  <Lines>0</Lines>
  <Paragraphs>457</Paragraphs>
  <Slides>63</Slides>
  <Notes>1</Notes>
  <HiddenSlides>0</HiddenSlides>
  <MMClips>0</MMClips>
  <ScaleCrop>false</ScaleCrop>
  <HeadingPairs>
    <vt:vector size="6" baseType="variant">
      <vt:variant>
        <vt:lpstr>主题</vt:lpstr>
      </vt:variant>
      <vt:variant>
        <vt:i4>1</vt:i4>
      </vt:variant>
      <vt:variant>
        <vt:lpstr>嵌入 OLE 服务器</vt:lpstr>
      </vt:variant>
      <vt:variant>
        <vt:i4>4</vt:i4>
      </vt:variant>
      <vt:variant>
        <vt:lpstr>幻灯片标题</vt:lpstr>
      </vt:variant>
      <vt:variant>
        <vt:i4>63</vt:i4>
      </vt:variant>
    </vt:vector>
  </HeadingPairs>
  <TitlesOfParts>
    <vt:vector size="68" baseType="lpstr">
      <vt:lpstr>自定义设计方案</vt:lpstr>
      <vt:lpstr>Equation</vt:lpstr>
      <vt:lpstr>公式</vt:lpstr>
      <vt:lpstr>Microsoft Equation 3.0</vt:lpstr>
      <vt:lpstr>MathType 6.0 Equation</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幻灯片 59</vt:lpstr>
      <vt:lpstr>幻灯片 60</vt:lpstr>
      <vt:lpstr>幻灯片 61</vt:lpstr>
      <vt:lpstr>幻灯片 62</vt:lpstr>
      <vt:lpstr>幻灯片 63</vt:lpstr>
    </vt:vector>
  </TitlesOfParts>
  <Company>fxn</Company>
  <LinksUpToDate>false</LinksUpToDate>
  <CharactersWithSpaces>0</CharactersWithSpaces>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胡柯</dc:creator>
  <cp:lastModifiedBy>Administrator</cp:lastModifiedBy>
  <cp:revision>495</cp:revision>
  <dcterms:created xsi:type="dcterms:W3CDTF">2002-04-19T13:42:26Z</dcterms:created>
  <dcterms:modified xsi:type="dcterms:W3CDTF">2020-04-01T06:51:17Z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2052-8.1.0.3526</vt:lpwstr>
  </property>
</Properties>
</file>